
<file path=[Content_Types].xml><?xml version="1.0" encoding="utf-8"?>
<Types xmlns="http://schemas.openxmlformats.org/package/2006/content-types">
  <Default Extension="fntdata" ContentType="application/x-fontdata"/>
  <Default Extension="jpeg" ContentType="image/jpe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4.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79" r:id="rId1"/>
  </p:sldMasterIdLst>
  <p:notesMasterIdLst>
    <p:notesMasterId r:id="rId10"/>
  </p:notesMasterIdLst>
  <p:sldIdLst>
    <p:sldId id="2147474973" r:id="rId2"/>
    <p:sldId id="2147474954" r:id="rId3"/>
    <p:sldId id="2147474882" r:id="rId4"/>
    <p:sldId id="2147474919" r:id="rId5"/>
    <p:sldId id="2147474865" r:id="rId6"/>
    <p:sldId id="2147474839" r:id="rId7"/>
    <p:sldId id="2147474838" r:id="rId8"/>
    <p:sldId id="2147474897" r:id="rId9"/>
  </p:sldIdLst>
  <p:sldSz cx="12192000" cy="6858000"/>
  <p:notesSz cx="6858000" cy="9144000"/>
  <p:embeddedFontLst>
    <p:embeddedFont>
      <p:font typeface="Johnson Display" panose="020B0604020202020204" charset="0"/>
      <p:regular r:id="rId11"/>
      <p:bold r:id="rId12"/>
      <p:italic r:id="rId13"/>
      <p:boldItalic r:id="rId14"/>
    </p:embeddedFont>
    <p:embeddedFont>
      <p:font typeface="Johnson Text" panose="020B0604020202020204" charset="0"/>
      <p:regular r:id="rId15"/>
      <p:bold r:id="rId16"/>
      <p:italic r:id="rId17"/>
      <p:boldItalic r:id="rId1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35F3"/>
    <a:srgbClr val="F1EFED"/>
    <a:srgbClr val="F9F7F6"/>
    <a:srgbClr val="ECECEC"/>
    <a:srgbClr val="F5F3F2"/>
    <a:srgbClr val="F6F3F2"/>
    <a:srgbClr val="81766F"/>
    <a:srgbClr val="564C47"/>
    <a:srgbClr val="83786F"/>
    <a:srgbClr val="9834C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57" d="100"/>
          <a:sy n="57" d="100"/>
        </p:scale>
        <p:origin x="48" y="2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3.fntdata"/><Relationship Id="rId18" Type="http://schemas.openxmlformats.org/officeDocument/2006/relationships/font" Target="fonts/font8.fntdata"/><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font" Target="fonts/font2.fntdata"/><Relationship Id="rId17" Type="http://schemas.openxmlformats.org/officeDocument/2006/relationships/font" Target="fonts/font7.fntdata"/><Relationship Id="rId2" Type="http://schemas.openxmlformats.org/officeDocument/2006/relationships/slide" Target="slides/slide1.xml"/><Relationship Id="rId16" Type="http://schemas.openxmlformats.org/officeDocument/2006/relationships/font" Target="fonts/font6.fntdata"/><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font" Target="fonts/font5.fntdata"/><Relationship Id="rId10" Type="http://schemas.openxmlformats.org/officeDocument/2006/relationships/notesMaster" Target="notesMasters/notesMaster1.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4.fntdata"/><Relationship Id="rId2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4484980995599028"/>
          <c:y val="0.17697177003266101"/>
          <c:w val="0.70904989521949768"/>
          <c:h val="0.64621192130262894"/>
        </c:manualLayout>
      </c:layout>
      <c:barChart>
        <c:barDir val="col"/>
        <c:grouping val="clustered"/>
        <c:varyColors val="0"/>
        <c:ser>
          <c:idx val="0"/>
          <c:order val="0"/>
          <c:tx>
            <c:strRef>
              <c:f>Sheet1!$B$1</c:f>
              <c:strCache>
                <c:ptCount val="1"/>
                <c:pt idx="0">
                  <c:v>Avg Delivery Timeline (Days)</c:v>
                </c:pt>
              </c:strCache>
            </c:strRef>
          </c:tx>
          <c:spPr>
            <a:solidFill>
              <a:schemeClr val="accent1"/>
            </a:solidFill>
            <a:ln w="19050">
              <a:solidFill>
                <a:schemeClr val="bg1"/>
              </a:solidFill>
            </a:ln>
            <a:effectLst/>
          </c:spPr>
          <c:invertIfNegative val="0"/>
          <c:cat>
            <c:strRef>
              <c:f>Sheet1!$A$2:$A$4</c:f>
              <c:strCache>
                <c:ptCount val="3"/>
                <c:pt idx="0">
                  <c:v>High</c:v>
                </c:pt>
                <c:pt idx="1">
                  <c:v>Medium</c:v>
                </c:pt>
                <c:pt idx="2">
                  <c:v>Low</c:v>
                </c:pt>
              </c:strCache>
            </c:strRef>
          </c:cat>
          <c:val>
            <c:numRef>
              <c:f>Sheet1!$B$2:$B$4</c:f>
              <c:numCache>
                <c:formatCode>General</c:formatCode>
                <c:ptCount val="3"/>
                <c:pt idx="0">
                  <c:v>11.3</c:v>
                </c:pt>
                <c:pt idx="1">
                  <c:v>15.1</c:v>
                </c:pt>
                <c:pt idx="2">
                  <c:v>12.9</c:v>
                </c:pt>
              </c:numCache>
            </c:numRef>
          </c:val>
          <c:extLst>
            <c:ext xmlns:c16="http://schemas.microsoft.com/office/drawing/2014/chart" uri="{C3380CC4-5D6E-409C-BE32-E72D297353CC}">
              <c16:uniqueId val="{00000000-E46A-A242-A512-3970FEA8E57E}"/>
            </c:ext>
          </c:extLst>
        </c:ser>
        <c:ser>
          <c:idx val="1"/>
          <c:order val="1"/>
          <c:tx>
            <c:strRef>
              <c:f>Sheet1!$C$1</c:f>
              <c:strCache>
                <c:ptCount val="1"/>
                <c:pt idx="0">
                  <c:v>Avg Lead Time Variance (Days)</c:v>
                </c:pt>
              </c:strCache>
            </c:strRef>
          </c:tx>
          <c:spPr>
            <a:solidFill>
              <a:schemeClr val="accent2"/>
            </a:solidFill>
            <a:ln w="19050">
              <a:solidFill>
                <a:schemeClr val="bg1"/>
              </a:solidFill>
            </a:ln>
            <a:effectLst/>
          </c:spPr>
          <c:invertIfNegative val="0"/>
          <c:cat>
            <c:strRef>
              <c:f>Sheet1!$A$2:$A$4</c:f>
              <c:strCache>
                <c:ptCount val="3"/>
                <c:pt idx="0">
                  <c:v>High</c:v>
                </c:pt>
                <c:pt idx="1">
                  <c:v>Medium</c:v>
                </c:pt>
                <c:pt idx="2">
                  <c:v>Low</c:v>
                </c:pt>
              </c:strCache>
            </c:strRef>
          </c:cat>
          <c:val>
            <c:numRef>
              <c:f>Sheet1!$C$2:$C$4</c:f>
              <c:numCache>
                <c:formatCode>General</c:formatCode>
                <c:ptCount val="3"/>
                <c:pt idx="0">
                  <c:v>6.4</c:v>
                </c:pt>
                <c:pt idx="1">
                  <c:v>6.5</c:v>
                </c:pt>
                <c:pt idx="2">
                  <c:v>7</c:v>
                </c:pt>
              </c:numCache>
            </c:numRef>
          </c:val>
          <c:extLst>
            <c:ext xmlns:c16="http://schemas.microsoft.com/office/drawing/2014/chart" uri="{C3380CC4-5D6E-409C-BE32-E72D297353CC}">
              <c16:uniqueId val="{00000001-E46A-A242-A512-3970FEA8E57E}"/>
            </c:ext>
          </c:extLst>
        </c:ser>
        <c:dLbls>
          <c:showLegendKey val="0"/>
          <c:showVal val="0"/>
          <c:showCatName val="0"/>
          <c:showSerName val="0"/>
          <c:showPercent val="0"/>
          <c:showBubbleSize val="0"/>
        </c:dLbls>
        <c:gapWidth val="150"/>
        <c:overlap val="-27"/>
        <c:axId val="1823281519"/>
        <c:axId val="1823220831"/>
      </c:barChart>
      <c:catAx>
        <c:axId val="1823281519"/>
        <c:scaling>
          <c:orientation val="minMax"/>
        </c:scaling>
        <c:delete val="0"/>
        <c:axPos val="b"/>
        <c:numFmt formatCode="General" sourceLinked="1"/>
        <c:majorTickMark val="none"/>
        <c:minorTickMark val="none"/>
        <c:tickLblPos val="nextTo"/>
        <c:spPr>
          <a:noFill/>
          <a:ln w="9525" cap="flat" cmpd="sng" algn="ctr">
            <a:solidFill>
              <a:schemeClr val="bg1">
                <a:lumMod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1823220831"/>
        <c:crosses val="autoZero"/>
        <c:auto val="1"/>
        <c:lblAlgn val="ctr"/>
        <c:lblOffset val="100"/>
        <c:noMultiLvlLbl val="0"/>
      </c:catAx>
      <c:valAx>
        <c:axId val="1823220831"/>
        <c:scaling>
          <c:orientation val="minMax"/>
        </c:scaling>
        <c:delete val="0"/>
        <c:axPos val="l"/>
        <c:majorGridlines>
          <c:spPr>
            <a:ln w="9525" cap="flat" cmpd="sng" algn="ctr">
              <a:solidFill>
                <a:schemeClr val="accent3"/>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1823281519"/>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a:noFill/>
    </a:ln>
    <a:effectLst/>
  </c:spPr>
  <c:txPr>
    <a:bodyPr/>
    <a:lstStyle/>
    <a:p>
      <a:pPr>
        <a:defRPr sz="1000" b="0" i="0">
          <a:solidFill>
            <a:schemeClr val="tx1"/>
          </a:solidFill>
          <a:latin typeface="+mn-lt"/>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4484980995599028"/>
          <c:y val="0.17697177003266101"/>
          <c:w val="0.76893694290331494"/>
          <c:h val="0.64621192130262894"/>
        </c:manualLayout>
      </c:layout>
      <c:barChart>
        <c:barDir val="bar"/>
        <c:grouping val="clustered"/>
        <c:varyColors val="0"/>
        <c:ser>
          <c:idx val="0"/>
          <c:order val="0"/>
          <c:tx>
            <c:strRef>
              <c:f>Sheet1!$B$1</c:f>
              <c:strCache>
                <c:ptCount val="1"/>
                <c:pt idx="0">
                  <c:v>Avg Reliability (%)</c:v>
                </c:pt>
              </c:strCache>
            </c:strRef>
          </c:tx>
          <c:spPr>
            <a:solidFill>
              <a:schemeClr val="accent1"/>
            </a:solidFill>
            <a:ln w="19050">
              <a:solidFill>
                <a:schemeClr val="bg1"/>
              </a:solidFill>
            </a:ln>
            <a:effectLst/>
          </c:spPr>
          <c:invertIfNegative val="0"/>
          <c:cat>
            <c:strRef>
              <c:f>Sheet1!$A$2:$A$6</c:f>
              <c:strCache>
                <c:ptCount val="5"/>
                <c:pt idx="0">
                  <c:v>EcoSupply</c:v>
                </c:pt>
                <c:pt idx="1">
                  <c:v>GlobalChem</c:v>
                </c:pt>
                <c:pt idx="2">
                  <c:v>NextGen Pharma</c:v>
                </c:pt>
                <c:pt idx="3">
                  <c:v>PrimeLogistics</c:v>
                </c:pt>
                <c:pt idx="4">
                  <c:v>RawMatPlus</c:v>
                </c:pt>
              </c:strCache>
            </c:strRef>
          </c:cat>
          <c:val>
            <c:numRef>
              <c:f>Sheet1!$B$2:$B$6</c:f>
              <c:numCache>
                <c:formatCode>General</c:formatCode>
                <c:ptCount val="5"/>
                <c:pt idx="0">
                  <c:v>93.2</c:v>
                </c:pt>
                <c:pt idx="1">
                  <c:v>92.6</c:v>
                </c:pt>
                <c:pt idx="2">
                  <c:v>91.8</c:v>
                </c:pt>
                <c:pt idx="3">
                  <c:v>91.4</c:v>
                </c:pt>
                <c:pt idx="4">
                  <c:v>92.8</c:v>
                </c:pt>
              </c:numCache>
            </c:numRef>
          </c:val>
          <c:extLst>
            <c:ext xmlns:c16="http://schemas.microsoft.com/office/drawing/2014/chart" uri="{C3380CC4-5D6E-409C-BE32-E72D297353CC}">
              <c16:uniqueId val="{00000000-CBBE-7D44-9D60-563C16796823}"/>
            </c:ext>
          </c:extLst>
        </c:ser>
        <c:ser>
          <c:idx val="1"/>
          <c:order val="1"/>
          <c:tx>
            <c:strRef>
              <c:f>Sheet1!$C$1</c:f>
              <c:strCache>
                <c:ptCount val="1"/>
                <c:pt idx="0">
                  <c:v>Avg On-Time Rate (%)</c:v>
                </c:pt>
              </c:strCache>
            </c:strRef>
          </c:tx>
          <c:spPr>
            <a:solidFill>
              <a:schemeClr val="accent2"/>
            </a:solidFill>
            <a:ln w="19050">
              <a:solidFill>
                <a:schemeClr val="bg1"/>
              </a:solidFill>
            </a:ln>
            <a:effectLst/>
          </c:spPr>
          <c:invertIfNegative val="0"/>
          <c:cat>
            <c:strRef>
              <c:f>Sheet1!$A$2:$A$6</c:f>
              <c:strCache>
                <c:ptCount val="5"/>
                <c:pt idx="0">
                  <c:v>EcoSupply</c:v>
                </c:pt>
                <c:pt idx="1">
                  <c:v>GlobalChem</c:v>
                </c:pt>
                <c:pt idx="2">
                  <c:v>NextGen Pharma</c:v>
                </c:pt>
                <c:pt idx="3">
                  <c:v>PrimeLogistics</c:v>
                </c:pt>
                <c:pt idx="4">
                  <c:v>RawMatPlus</c:v>
                </c:pt>
              </c:strCache>
            </c:strRef>
          </c:cat>
          <c:val>
            <c:numRef>
              <c:f>Sheet1!$C$2:$C$6</c:f>
              <c:numCache>
                <c:formatCode>General</c:formatCode>
                <c:ptCount val="5"/>
                <c:pt idx="0">
                  <c:v>87.9</c:v>
                </c:pt>
                <c:pt idx="1">
                  <c:v>90.9</c:v>
                </c:pt>
                <c:pt idx="2">
                  <c:v>91.5</c:v>
                </c:pt>
                <c:pt idx="3">
                  <c:v>88</c:v>
                </c:pt>
                <c:pt idx="4">
                  <c:v>90.6</c:v>
                </c:pt>
              </c:numCache>
            </c:numRef>
          </c:val>
          <c:extLst>
            <c:ext xmlns:c16="http://schemas.microsoft.com/office/drawing/2014/chart" uri="{C3380CC4-5D6E-409C-BE32-E72D297353CC}">
              <c16:uniqueId val="{00000001-CBBE-7D44-9D60-563C16796823}"/>
            </c:ext>
          </c:extLst>
        </c:ser>
        <c:dLbls>
          <c:showLegendKey val="0"/>
          <c:showVal val="0"/>
          <c:showCatName val="0"/>
          <c:showSerName val="0"/>
          <c:showPercent val="0"/>
          <c:showBubbleSize val="0"/>
        </c:dLbls>
        <c:gapWidth val="149"/>
        <c:overlap val="-27"/>
        <c:axId val="1823281519"/>
        <c:axId val="1823220831"/>
      </c:barChart>
      <c:catAx>
        <c:axId val="1823281519"/>
        <c:scaling>
          <c:orientation val="minMax"/>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1823220831"/>
        <c:crosses val="autoZero"/>
        <c:auto val="1"/>
        <c:lblAlgn val="ctr"/>
        <c:lblOffset val="100"/>
        <c:noMultiLvlLbl val="0"/>
      </c:catAx>
      <c:valAx>
        <c:axId val="1823220831"/>
        <c:scaling>
          <c:orientation val="minMax"/>
          <c:max val="100"/>
          <c:min val="80"/>
        </c:scaling>
        <c:delete val="0"/>
        <c:axPos val="b"/>
        <c:majorGridlines>
          <c:spPr>
            <a:ln w="9525" cap="flat" cmpd="sng" algn="ctr">
              <a:solidFill>
                <a:schemeClr val="accent3"/>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1823281519"/>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a:noFill/>
    </a:ln>
    <a:effectLst/>
  </c:spPr>
  <c:txPr>
    <a:bodyPr/>
    <a:lstStyle/>
    <a:p>
      <a:pPr>
        <a:defRPr sz="1000" b="0" i="0">
          <a:solidFill>
            <a:schemeClr val="tx1"/>
          </a:solidFill>
          <a:latin typeface="+mn-lt"/>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Johnson Display" pitchFamily="2" charset="77"/>
              </a:defRPr>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Johnson Display" pitchFamily="2" charset="77"/>
              </a:defRPr>
            </a:lvl1pPr>
          </a:lstStyle>
          <a:p>
            <a:fld id="{BA4529F8-1B9C-C04B-A698-DC6C48C547B6}" type="datetimeFigureOut">
              <a:rPr lang="en-US" smtClean="0"/>
              <a:pPr/>
              <a:t>6/24/2026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Johnson Display" pitchFamily="2" charset="77"/>
              </a:defRPr>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Johnson Display" pitchFamily="2" charset="77"/>
              </a:defRPr>
            </a:lvl1pPr>
          </a:lstStyle>
          <a:p>
            <a:fld id="{08B18E93-EE38-CB4F-AFC1-65CB91DBAD44}" type="slidenum">
              <a:rPr lang="en-US" smtClean="0"/>
              <a:pPr/>
              <a:t>‹#›</a:t>
            </a:fld>
            <a:endParaRPr lang="en-US" dirty="0"/>
          </a:p>
        </p:txBody>
      </p:sp>
    </p:spTree>
    <p:extLst>
      <p:ext uri="{BB962C8B-B14F-4D97-AF65-F5344CB8AC3E}">
        <p14:creationId xmlns:p14="http://schemas.microsoft.com/office/powerpoint/2010/main" val="1041574117"/>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Johnson Display" pitchFamily="2" charset="77"/>
        <a:ea typeface="+mn-ea"/>
        <a:cs typeface="+mn-cs"/>
      </a:defRPr>
    </a:lvl1pPr>
    <a:lvl2pPr marL="457200" algn="l" defTabSz="914400" rtl="0" eaLnBrk="1" latinLnBrk="0" hangingPunct="1">
      <a:defRPr sz="1200" b="0" i="0" kern="1200">
        <a:solidFill>
          <a:schemeClr val="tx1"/>
        </a:solidFill>
        <a:latin typeface="Johnson Display" pitchFamily="2" charset="77"/>
        <a:ea typeface="+mn-ea"/>
        <a:cs typeface="+mn-cs"/>
      </a:defRPr>
    </a:lvl2pPr>
    <a:lvl3pPr marL="914400" algn="l" defTabSz="914400" rtl="0" eaLnBrk="1" latinLnBrk="0" hangingPunct="1">
      <a:defRPr sz="1200" b="0" i="0" kern="1200">
        <a:solidFill>
          <a:schemeClr val="tx1"/>
        </a:solidFill>
        <a:latin typeface="Johnson Display" pitchFamily="2" charset="77"/>
        <a:ea typeface="+mn-ea"/>
        <a:cs typeface="+mn-cs"/>
      </a:defRPr>
    </a:lvl3pPr>
    <a:lvl4pPr marL="1371600" algn="l" defTabSz="914400" rtl="0" eaLnBrk="1" latinLnBrk="0" hangingPunct="1">
      <a:defRPr sz="1200" b="0" i="0" kern="1200">
        <a:solidFill>
          <a:schemeClr val="tx1"/>
        </a:solidFill>
        <a:latin typeface="Johnson Display" pitchFamily="2" charset="77"/>
        <a:ea typeface="+mn-ea"/>
        <a:cs typeface="+mn-cs"/>
      </a:defRPr>
    </a:lvl4pPr>
    <a:lvl5pPr marL="1828800" algn="l" defTabSz="914400" rtl="0" eaLnBrk="1" latinLnBrk="0" hangingPunct="1">
      <a:defRPr sz="1200" b="0" i="0" kern="1200">
        <a:solidFill>
          <a:schemeClr val="tx1"/>
        </a:solidFill>
        <a:latin typeface="Johnson Display" pitchFamily="2" charset="77"/>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report reviews supply chain delivery performance and its FDA compliance implications, based on 50 component orders. The goal is to align stakeholders on the key risks and the proposed action plan.</a:t>
            </a:r>
          </a:p>
        </p:txBody>
      </p:sp>
      <p:sp>
        <p:nvSpPr>
          <p:cNvPr id="4" name="Slide Number Placeholder 3"/>
          <p:cNvSpPr>
            <a:spLocks noGrp="1"/>
          </p:cNvSpPr>
          <p:nvPr>
            <p:ph type="sldNum" sz="quarter" idx="5"/>
          </p:nvPr>
        </p:nvSpPr>
        <p:spPr/>
        <p:txBody>
          <a:bodyPr/>
          <a:lstStyle/>
          <a:p>
            <a:fld id="{08B18E93-EE38-CB4F-AFC1-65CB91DBAD44}" type="slidenum">
              <a:rPr lang="en-US" smtClean="0"/>
              <a:pPr/>
              <a:t>1</a:t>
            </a:fld>
            <a:endParaRPr lang="en-US"/>
          </a:p>
        </p:txBody>
      </p:sp>
    </p:spTree>
    <p:extLst>
      <p:ext uri="{BB962C8B-B14F-4D97-AF65-F5344CB8AC3E}">
        <p14:creationId xmlns:p14="http://schemas.microsoft.com/office/powerpoint/2010/main" val="130149923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the audience on three numbers: a 13.6-day average delivery benchmark, 11 components exceeding it, and an 89.8% on-time rate for those delayed components, which is below our 95% target. These frame the urgency for the rest of the report.</a:t>
            </a:r>
          </a:p>
        </p:txBody>
      </p:sp>
      <p:sp>
        <p:nvSpPr>
          <p:cNvPr id="4" name="Slide Number Placeholder 3"/>
          <p:cNvSpPr>
            <a:spLocks noGrp="1"/>
          </p:cNvSpPr>
          <p:nvPr>
            <p:ph type="sldNum" sz="quarter" idx="5"/>
          </p:nvPr>
        </p:nvSpPr>
        <p:spPr/>
        <p:txBody>
          <a:bodyPr/>
          <a:lstStyle/>
          <a:p>
            <a:fld id="{08B18E93-EE38-CB4F-AFC1-65CB91DBAD44}" type="slidenum">
              <a:rPr lang="en-US" smtClean="0"/>
              <a:pPr/>
              <a:t>2</a:t>
            </a:fld>
            <a:endParaRPr lang="en-US"/>
          </a:p>
        </p:txBody>
      </p:sp>
    </p:spTree>
    <p:extLst>
      <p:ext uri="{BB962C8B-B14F-4D97-AF65-F5344CB8AC3E}">
        <p14:creationId xmlns:p14="http://schemas.microsoft.com/office/powerpoint/2010/main" val="13014992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Delivery timeline varies by risk tier, with medium-risk orders actually the slowest at 15.1 days. Lead time variance stays fairly flat around 6 to 7 days, so timeline length, not variance, is the bigger differentiator here.</a:t>
            </a:r>
          </a:p>
        </p:txBody>
      </p:sp>
      <p:sp>
        <p:nvSpPr>
          <p:cNvPr id="4" name="Slide Number Placeholder 3"/>
          <p:cNvSpPr>
            <a:spLocks noGrp="1"/>
          </p:cNvSpPr>
          <p:nvPr>
            <p:ph type="sldNum" sz="quarter" idx="5"/>
          </p:nvPr>
        </p:nvSpPr>
        <p:spPr/>
        <p:txBody>
          <a:bodyPr/>
          <a:lstStyle/>
          <a:p>
            <a:fld id="{08B18E93-EE38-CB4F-AFC1-65CB91DBAD44}" type="slidenum">
              <a:rPr lang="en-US" smtClean="0"/>
              <a:pPr/>
              <a:t>3</a:t>
            </a:fld>
            <a:endParaRPr lang="en-US"/>
          </a:p>
        </p:txBody>
      </p:sp>
    </p:spTree>
    <p:extLst>
      <p:ext uri="{BB962C8B-B14F-4D97-AF65-F5344CB8AC3E}">
        <p14:creationId xmlns:p14="http://schemas.microsoft.com/office/powerpoint/2010/main" val="13014992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supplier is reliable in the 91 to 93% range, but on-time delivery consistently trails reliability. Call out EcoSupply and PrimeLogistics, whose on-time rates near 88% show the widest gaps and warrant the closest attention.</a:t>
            </a:r>
          </a:p>
        </p:txBody>
      </p:sp>
      <p:sp>
        <p:nvSpPr>
          <p:cNvPr id="4" name="Slide Number Placeholder 3"/>
          <p:cNvSpPr>
            <a:spLocks noGrp="1"/>
          </p:cNvSpPr>
          <p:nvPr>
            <p:ph type="sldNum" sz="quarter" idx="5"/>
          </p:nvPr>
        </p:nvSpPr>
        <p:spPr/>
        <p:txBody>
          <a:bodyPr/>
          <a:lstStyle/>
          <a:p>
            <a:fld id="{08B18E93-EE38-CB4F-AFC1-65CB91DBAD44}" type="slidenum">
              <a:rPr lang="en-US" smtClean="0"/>
              <a:pPr/>
              <a:t>4</a:t>
            </a:fld>
            <a:endParaRPr lang="en-US"/>
          </a:p>
        </p:txBody>
      </p:sp>
    </p:spTree>
    <p:extLst>
      <p:ext uri="{BB962C8B-B14F-4D97-AF65-F5344CB8AC3E}">
        <p14:creationId xmlns:p14="http://schemas.microsoft.com/office/powerpoint/2010/main" val="13014992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components drive most of the risk. The top three, BIND567, CARB123 and COAT890, all exceed 60 days with high lead time variance, and COAT890 has the weakest on-time rate at 82%.</a:t>
            </a:r>
          </a:p>
        </p:txBody>
      </p:sp>
      <p:sp>
        <p:nvSpPr>
          <p:cNvPr id="4" name="Slide Number Placeholder 3"/>
          <p:cNvSpPr>
            <a:spLocks noGrp="1"/>
          </p:cNvSpPr>
          <p:nvPr>
            <p:ph type="sldNum" sz="quarter" idx="5"/>
          </p:nvPr>
        </p:nvSpPr>
        <p:spPr/>
        <p:txBody>
          <a:bodyPr/>
          <a:lstStyle/>
          <a:p>
            <a:fld id="{08B18E93-EE38-CB4F-AFC1-65CB91DBAD44}" type="slidenum">
              <a:rPr lang="en-US" smtClean="0"/>
              <a:pPr/>
              <a:t>5</a:t>
            </a:fld>
            <a:endParaRPr lang="en-US"/>
          </a:p>
        </p:txBody>
      </p:sp>
    </p:spTree>
    <p:extLst>
      <p:ext uri="{BB962C8B-B14F-4D97-AF65-F5344CB8AC3E}">
        <p14:creationId xmlns:p14="http://schemas.microsoft.com/office/powerpoint/2010/main" val="130149923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the data back to compliance: delivery gaps threaten continuity of supply under GMP and increase audit exposure. The root causes are extended timelines, elevated variance, and supplier on-time gaps concentrated in a few suppliers.</a:t>
            </a:r>
          </a:p>
        </p:txBody>
      </p:sp>
      <p:sp>
        <p:nvSpPr>
          <p:cNvPr id="4" name="Slide Number Placeholder 3"/>
          <p:cNvSpPr>
            <a:spLocks noGrp="1"/>
          </p:cNvSpPr>
          <p:nvPr>
            <p:ph type="sldNum" sz="quarter" idx="5"/>
          </p:nvPr>
        </p:nvSpPr>
        <p:spPr/>
        <p:txBody>
          <a:bodyPr/>
          <a:lstStyle/>
          <a:p>
            <a:fld id="{08B18E93-EE38-CB4F-AFC1-65CB91DBAD44}" type="slidenum">
              <a:rPr lang="en-US" smtClean="0"/>
              <a:pPr/>
              <a:t>6</a:t>
            </a:fld>
            <a:endParaRPr lang="en-US"/>
          </a:p>
        </p:txBody>
      </p:sp>
    </p:spTree>
    <p:extLst>
      <p:ext uri="{BB962C8B-B14F-4D97-AF65-F5344CB8AC3E}">
        <p14:creationId xmlns:p14="http://schemas.microsoft.com/office/powerpoint/2010/main" val="13014992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three horizons: immediate supplier engagement and expediting, short-term schedule and documentation fixes, and long-term supplier diversification and analytics. Emphasize that immediate actions begin this week.</a:t>
            </a:r>
          </a:p>
        </p:txBody>
      </p:sp>
      <p:sp>
        <p:nvSpPr>
          <p:cNvPr id="4" name="Slide Number Placeholder 3"/>
          <p:cNvSpPr>
            <a:spLocks noGrp="1"/>
          </p:cNvSpPr>
          <p:nvPr>
            <p:ph type="sldNum" sz="quarter" idx="5"/>
          </p:nvPr>
        </p:nvSpPr>
        <p:spPr/>
        <p:txBody>
          <a:bodyPr/>
          <a:lstStyle/>
          <a:p>
            <a:fld id="{08B18E93-EE38-CB4F-AFC1-65CB91DBAD44}" type="slidenum">
              <a:rPr lang="en-US" smtClean="0"/>
              <a:pPr/>
              <a:t>7</a:t>
            </a:fld>
            <a:endParaRPr lang="en-US"/>
          </a:p>
        </p:txBody>
      </p:sp>
    </p:spTree>
    <p:extLst>
      <p:ext uri="{BB962C8B-B14F-4D97-AF65-F5344CB8AC3E}">
        <p14:creationId xmlns:p14="http://schemas.microsoft.com/office/powerpoint/2010/main" val="13014992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reiterating the goal: reduce delayed components below five next cycle and lift on-time delivery toward 95%. Invite questions and direct follow-ups to the compliance team.</a:t>
            </a:r>
          </a:p>
        </p:txBody>
      </p:sp>
      <p:sp>
        <p:nvSpPr>
          <p:cNvPr id="4" name="Slide Number Placeholder 3"/>
          <p:cNvSpPr>
            <a:spLocks noGrp="1"/>
          </p:cNvSpPr>
          <p:nvPr>
            <p:ph type="sldNum" sz="quarter" idx="5"/>
          </p:nvPr>
        </p:nvSpPr>
        <p:spPr/>
        <p:txBody>
          <a:bodyPr/>
          <a:lstStyle/>
          <a:p>
            <a:fld id="{08B18E93-EE38-CB4F-AFC1-65CB91DBAD44}" type="slidenum">
              <a:rPr lang="en-US" smtClean="0"/>
              <a:pPr/>
              <a:t>8</a:t>
            </a:fld>
            <a:endParaRPr lang="en-US"/>
          </a:p>
        </p:txBody>
      </p:sp>
    </p:spTree>
    <p:extLst>
      <p:ext uri="{BB962C8B-B14F-4D97-AF65-F5344CB8AC3E}">
        <p14:creationId xmlns:p14="http://schemas.microsoft.com/office/powerpoint/2010/main" val="130149923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solidFill>
          <a:schemeClr val="accent1"/>
        </a:solid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A97A17AB-0114-CDE0-D80E-3AAA53BE4837}"/>
              </a:ext>
            </a:extLst>
          </p:cNvPr>
          <p:cNvSpPr>
            <a:spLocks noGrp="1"/>
          </p:cNvSpPr>
          <p:nvPr>
            <p:ph type="ctrTitle" hasCustomPrompt="1"/>
          </p:nvPr>
        </p:nvSpPr>
        <p:spPr>
          <a:xfrm>
            <a:off x="284806" y="262670"/>
            <a:ext cx="8676632" cy="3930563"/>
          </a:xfrm>
        </p:spPr>
        <p:txBody>
          <a:bodyPr anchor="t">
            <a:normAutofit/>
          </a:bodyPr>
          <a:lstStyle>
            <a:lvl1pPr algn="l">
              <a:lnSpc>
                <a:spcPct val="80000"/>
              </a:lnSpc>
              <a:defRPr sz="8000" b="0" i="0" spc="0" baseline="0">
                <a:solidFill>
                  <a:schemeClr val="bg1"/>
                </a:solidFill>
                <a:latin typeface="+mj-lt"/>
              </a:defRPr>
            </a:lvl1pPr>
          </a:lstStyle>
          <a:p>
            <a:r>
              <a:rPr lang="en-GB" dirty="0"/>
              <a:t>Longer titles will shrink automatically</a:t>
            </a:r>
          </a:p>
        </p:txBody>
      </p:sp>
      <p:sp>
        <p:nvSpPr>
          <p:cNvPr id="6" name="Subtitle 2">
            <a:extLst>
              <a:ext uri="{FF2B5EF4-FFF2-40B4-BE49-F238E27FC236}">
                <a16:creationId xmlns:a16="http://schemas.microsoft.com/office/drawing/2014/main" id="{342D80B8-9D94-A4FE-A104-C937BDCF8941}"/>
              </a:ext>
            </a:extLst>
          </p:cNvPr>
          <p:cNvSpPr>
            <a:spLocks noGrp="1"/>
          </p:cNvSpPr>
          <p:nvPr>
            <p:ph type="subTitle" idx="1" hasCustomPrompt="1"/>
          </p:nvPr>
        </p:nvSpPr>
        <p:spPr>
          <a:xfrm>
            <a:off x="284805" y="4889500"/>
            <a:ext cx="5760000" cy="865834"/>
          </a:xfrm>
        </p:spPr>
        <p:txBody>
          <a:bodyPr anchor="b"/>
          <a:lstStyle>
            <a:lvl1pPr marL="0" indent="0" algn="l">
              <a:lnSpc>
                <a:spcPct val="100000"/>
              </a:lnSpc>
              <a:spcBef>
                <a:spcPts val="0"/>
              </a:spcBef>
              <a:spcAft>
                <a:spcPts val="0"/>
              </a:spcAft>
              <a:buNone/>
              <a:defRPr sz="1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Supporting details. Delete if not required.</a:t>
            </a:r>
          </a:p>
        </p:txBody>
      </p:sp>
      <p:sp>
        <p:nvSpPr>
          <p:cNvPr id="2" name="Graphic 2">
            <a:extLst>
              <a:ext uri="{FF2B5EF4-FFF2-40B4-BE49-F238E27FC236}">
                <a16:creationId xmlns:a16="http://schemas.microsoft.com/office/drawing/2014/main" id="{FC18C372-E3E1-FE2B-B432-BD1E63E9A760}"/>
              </a:ext>
            </a:extLst>
          </p:cNvPr>
          <p:cNvSpPr>
            <a:spLocks noChangeAspect="1"/>
          </p:cNvSpPr>
          <p:nvPr userDrawn="1"/>
        </p:nvSpPr>
        <p:spPr>
          <a:xfrm>
            <a:off x="290513" y="6377853"/>
            <a:ext cx="2034000" cy="187309"/>
          </a:xfrm>
          <a:custGeom>
            <a:avLst/>
            <a:gdLst>
              <a:gd name="connsiteX0" fmla="*/ 542692 w 5487431"/>
              <a:gd name="connsiteY0" fmla="*/ 463149 h 505330"/>
              <a:gd name="connsiteX1" fmla="*/ 458967 w 5487431"/>
              <a:gd name="connsiteY1" fmla="*/ 321634 h 505330"/>
              <a:gd name="connsiteX2" fmla="*/ 542692 w 5487431"/>
              <a:gd name="connsiteY2" fmla="*/ 180119 h 505330"/>
              <a:gd name="connsiteX3" fmla="*/ 626417 w 5487431"/>
              <a:gd name="connsiteY3" fmla="*/ 321634 h 505330"/>
              <a:gd name="connsiteX4" fmla="*/ 542692 w 5487431"/>
              <a:gd name="connsiteY4" fmla="*/ 463149 h 505330"/>
              <a:gd name="connsiteX5" fmla="*/ 542692 w 5487431"/>
              <a:gd name="connsiteY5" fmla="*/ 142174 h 505330"/>
              <a:gd name="connsiteX6" fmla="*/ 372482 w 5487431"/>
              <a:gd name="connsiteY6" fmla="*/ 321634 h 505330"/>
              <a:gd name="connsiteX7" fmla="*/ 542692 w 5487431"/>
              <a:gd name="connsiteY7" fmla="*/ 501094 h 505330"/>
              <a:gd name="connsiteX8" fmla="*/ 712902 w 5487431"/>
              <a:gd name="connsiteY8" fmla="*/ 321634 h 505330"/>
              <a:gd name="connsiteX9" fmla="*/ 542692 w 5487431"/>
              <a:gd name="connsiteY9" fmla="*/ 142174 h 505330"/>
              <a:gd name="connsiteX10" fmla="*/ 1303641 w 5487431"/>
              <a:gd name="connsiteY10" fmla="*/ 142174 h 505330"/>
              <a:gd name="connsiteX11" fmla="*/ 1207357 w 5487431"/>
              <a:gd name="connsiteY11" fmla="*/ 192547 h 505330"/>
              <a:gd name="connsiteX12" fmla="*/ 1203170 w 5487431"/>
              <a:gd name="connsiteY12" fmla="*/ 192547 h 505330"/>
              <a:gd name="connsiteX13" fmla="*/ 1203170 w 5487431"/>
              <a:gd name="connsiteY13" fmla="*/ 149048 h 505330"/>
              <a:gd name="connsiteX14" fmla="*/ 1120872 w 5487431"/>
              <a:gd name="connsiteY14" fmla="*/ 149048 h 505330"/>
              <a:gd name="connsiteX15" fmla="*/ 1120872 w 5487431"/>
              <a:gd name="connsiteY15" fmla="*/ 494221 h 505330"/>
              <a:gd name="connsiteX16" fmla="*/ 1203170 w 5487431"/>
              <a:gd name="connsiteY16" fmla="*/ 494221 h 505330"/>
              <a:gd name="connsiteX17" fmla="*/ 1203170 w 5487431"/>
              <a:gd name="connsiteY17" fmla="*/ 271261 h 505330"/>
              <a:gd name="connsiteX18" fmla="*/ 1272244 w 5487431"/>
              <a:gd name="connsiteY18" fmla="*/ 190476 h 505330"/>
              <a:gd name="connsiteX19" fmla="*/ 1331518 w 5487431"/>
              <a:gd name="connsiteY19" fmla="*/ 258173 h 505330"/>
              <a:gd name="connsiteX20" fmla="*/ 1331518 w 5487431"/>
              <a:gd name="connsiteY20" fmla="*/ 494221 h 505330"/>
              <a:gd name="connsiteX21" fmla="*/ 1413816 w 5487431"/>
              <a:gd name="connsiteY21" fmla="*/ 494221 h 505330"/>
              <a:gd name="connsiteX22" fmla="*/ 1413816 w 5487431"/>
              <a:gd name="connsiteY22" fmla="*/ 257420 h 505330"/>
              <a:gd name="connsiteX23" fmla="*/ 1303641 w 5487431"/>
              <a:gd name="connsiteY23" fmla="*/ 142174 h 505330"/>
              <a:gd name="connsiteX24" fmla="*/ 1600771 w 5487431"/>
              <a:gd name="connsiteY24" fmla="*/ 142174 h 505330"/>
              <a:gd name="connsiteX25" fmla="*/ 1467571 w 5487431"/>
              <a:gd name="connsiteY25" fmla="*/ 241602 h 505330"/>
              <a:gd name="connsiteX26" fmla="*/ 1551962 w 5487431"/>
              <a:gd name="connsiteY26" fmla="*/ 341030 h 505330"/>
              <a:gd name="connsiteX27" fmla="*/ 1621702 w 5487431"/>
              <a:gd name="connsiteY27" fmla="*/ 358260 h 505330"/>
              <a:gd name="connsiteX28" fmla="*/ 1675457 w 5487431"/>
              <a:gd name="connsiteY28" fmla="*/ 409387 h 505330"/>
              <a:gd name="connsiteX29" fmla="*/ 1606384 w 5487431"/>
              <a:gd name="connsiteY29" fmla="*/ 464656 h 505330"/>
              <a:gd name="connsiteX30" fmla="*/ 1526845 w 5487431"/>
              <a:gd name="connsiteY30" fmla="*/ 384624 h 505330"/>
              <a:gd name="connsiteX31" fmla="*/ 1452919 w 5487431"/>
              <a:gd name="connsiteY31" fmla="*/ 405338 h 505330"/>
              <a:gd name="connsiteX32" fmla="*/ 1597345 w 5487431"/>
              <a:gd name="connsiteY32" fmla="*/ 501282 h 505330"/>
              <a:gd name="connsiteX33" fmla="*/ 1742438 w 5487431"/>
              <a:gd name="connsiteY33" fmla="*/ 388767 h 505330"/>
              <a:gd name="connsiteX34" fmla="*/ 1649674 w 5487431"/>
              <a:gd name="connsiteY34" fmla="*/ 285196 h 505330"/>
              <a:gd name="connsiteX35" fmla="*/ 1582693 w 5487431"/>
              <a:gd name="connsiteY35" fmla="*/ 268625 h 505330"/>
              <a:gd name="connsiteX36" fmla="*/ 1534551 w 5487431"/>
              <a:gd name="connsiteY36" fmla="*/ 223054 h 505330"/>
              <a:gd name="connsiteX37" fmla="*/ 1593825 w 5487431"/>
              <a:gd name="connsiteY37" fmla="*/ 178895 h 505330"/>
              <a:gd name="connsiteX38" fmla="*/ 1664992 w 5487431"/>
              <a:gd name="connsiteY38" fmla="*/ 245180 h 505330"/>
              <a:gd name="connsiteX39" fmla="*/ 1734731 w 5487431"/>
              <a:gd name="connsiteY39" fmla="*/ 224466 h 505330"/>
              <a:gd name="connsiteX40" fmla="*/ 1600771 w 5487431"/>
              <a:gd name="connsiteY40" fmla="*/ 142174 h 505330"/>
              <a:gd name="connsiteX41" fmla="*/ 1946803 w 5487431"/>
              <a:gd name="connsiteY41" fmla="*/ 463149 h 505330"/>
              <a:gd name="connsiteX42" fmla="*/ 1863078 w 5487431"/>
              <a:gd name="connsiteY42" fmla="*/ 321634 h 505330"/>
              <a:gd name="connsiteX43" fmla="*/ 1946803 w 5487431"/>
              <a:gd name="connsiteY43" fmla="*/ 180119 h 505330"/>
              <a:gd name="connsiteX44" fmla="*/ 2030529 w 5487431"/>
              <a:gd name="connsiteY44" fmla="*/ 321634 h 505330"/>
              <a:gd name="connsiteX45" fmla="*/ 1946803 w 5487431"/>
              <a:gd name="connsiteY45" fmla="*/ 463149 h 505330"/>
              <a:gd name="connsiteX46" fmla="*/ 1946803 w 5487431"/>
              <a:gd name="connsiteY46" fmla="*/ 142174 h 505330"/>
              <a:gd name="connsiteX47" fmla="*/ 1776594 w 5487431"/>
              <a:gd name="connsiteY47" fmla="*/ 321634 h 505330"/>
              <a:gd name="connsiteX48" fmla="*/ 1946803 w 5487431"/>
              <a:gd name="connsiteY48" fmla="*/ 501094 h 505330"/>
              <a:gd name="connsiteX49" fmla="*/ 2117013 w 5487431"/>
              <a:gd name="connsiteY49" fmla="*/ 321634 h 505330"/>
              <a:gd name="connsiteX50" fmla="*/ 1946803 w 5487431"/>
              <a:gd name="connsiteY50" fmla="*/ 142174 h 505330"/>
              <a:gd name="connsiteX51" fmla="*/ 2348590 w 5487431"/>
              <a:gd name="connsiteY51" fmla="*/ 142174 h 505330"/>
              <a:gd name="connsiteX52" fmla="*/ 2252306 w 5487431"/>
              <a:gd name="connsiteY52" fmla="*/ 192547 h 505330"/>
              <a:gd name="connsiteX53" fmla="*/ 2248119 w 5487431"/>
              <a:gd name="connsiteY53" fmla="*/ 192547 h 505330"/>
              <a:gd name="connsiteX54" fmla="*/ 2248119 w 5487431"/>
              <a:gd name="connsiteY54" fmla="*/ 149048 h 505330"/>
              <a:gd name="connsiteX55" fmla="*/ 2165821 w 5487431"/>
              <a:gd name="connsiteY55" fmla="*/ 149048 h 505330"/>
              <a:gd name="connsiteX56" fmla="*/ 2165821 w 5487431"/>
              <a:gd name="connsiteY56" fmla="*/ 494221 h 505330"/>
              <a:gd name="connsiteX57" fmla="*/ 2248119 w 5487431"/>
              <a:gd name="connsiteY57" fmla="*/ 494221 h 505330"/>
              <a:gd name="connsiteX58" fmla="*/ 2248119 w 5487431"/>
              <a:gd name="connsiteY58" fmla="*/ 271261 h 505330"/>
              <a:gd name="connsiteX59" fmla="*/ 2317193 w 5487431"/>
              <a:gd name="connsiteY59" fmla="*/ 190476 h 505330"/>
              <a:gd name="connsiteX60" fmla="*/ 2376466 w 5487431"/>
              <a:gd name="connsiteY60" fmla="*/ 258173 h 505330"/>
              <a:gd name="connsiteX61" fmla="*/ 2376466 w 5487431"/>
              <a:gd name="connsiteY61" fmla="*/ 494221 h 505330"/>
              <a:gd name="connsiteX62" fmla="*/ 2458764 w 5487431"/>
              <a:gd name="connsiteY62" fmla="*/ 494221 h 505330"/>
              <a:gd name="connsiteX63" fmla="*/ 2458764 w 5487431"/>
              <a:gd name="connsiteY63" fmla="*/ 257420 h 505330"/>
              <a:gd name="connsiteX64" fmla="*/ 2348590 w 5487431"/>
              <a:gd name="connsiteY64" fmla="*/ 142174 h 505330"/>
              <a:gd name="connsiteX65" fmla="*/ 3571359 w 5487431"/>
              <a:gd name="connsiteY65" fmla="*/ 463149 h 505330"/>
              <a:gd name="connsiteX66" fmla="*/ 3487634 w 5487431"/>
              <a:gd name="connsiteY66" fmla="*/ 321634 h 505330"/>
              <a:gd name="connsiteX67" fmla="*/ 3571359 w 5487431"/>
              <a:gd name="connsiteY67" fmla="*/ 180119 h 505330"/>
              <a:gd name="connsiteX68" fmla="*/ 3655085 w 5487431"/>
              <a:gd name="connsiteY68" fmla="*/ 321634 h 505330"/>
              <a:gd name="connsiteX69" fmla="*/ 3571359 w 5487431"/>
              <a:gd name="connsiteY69" fmla="*/ 463149 h 505330"/>
              <a:gd name="connsiteX70" fmla="*/ 3571359 w 5487431"/>
              <a:gd name="connsiteY70" fmla="*/ 142174 h 505330"/>
              <a:gd name="connsiteX71" fmla="*/ 3401150 w 5487431"/>
              <a:gd name="connsiteY71" fmla="*/ 321634 h 505330"/>
              <a:gd name="connsiteX72" fmla="*/ 3571359 w 5487431"/>
              <a:gd name="connsiteY72" fmla="*/ 501094 h 505330"/>
              <a:gd name="connsiteX73" fmla="*/ 3741569 w 5487431"/>
              <a:gd name="connsiteY73" fmla="*/ 321634 h 505330"/>
              <a:gd name="connsiteX74" fmla="*/ 3571359 w 5487431"/>
              <a:gd name="connsiteY74" fmla="*/ 142174 h 505330"/>
              <a:gd name="connsiteX75" fmla="*/ 4332308 w 5487431"/>
              <a:gd name="connsiteY75" fmla="*/ 142174 h 505330"/>
              <a:gd name="connsiteX76" fmla="*/ 4236024 w 5487431"/>
              <a:gd name="connsiteY76" fmla="*/ 192547 h 505330"/>
              <a:gd name="connsiteX77" fmla="*/ 4231838 w 5487431"/>
              <a:gd name="connsiteY77" fmla="*/ 192547 h 505330"/>
              <a:gd name="connsiteX78" fmla="*/ 4231838 w 5487431"/>
              <a:gd name="connsiteY78" fmla="*/ 149048 h 505330"/>
              <a:gd name="connsiteX79" fmla="*/ 4149539 w 5487431"/>
              <a:gd name="connsiteY79" fmla="*/ 149048 h 505330"/>
              <a:gd name="connsiteX80" fmla="*/ 4149539 w 5487431"/>
              <a:gd name="connsiteY80" fmla="*/ 494221 h 505330"/>
              <a:gd name="connsiteX81" fmla="*/ 4231838 w 5487431"/>
              <a:gd name="connsiteY81" fmla="*/ 494221 h 505330"/>
              <a:gd name="connsiteX82" fmla="*/ 4231838 w 5487431"/>
              <a:gd name="connsiteY82" fmla="*/ 271261 h 505330"/>
              <a:gd name="connsiteX83" fmla="*/ 4300911 w 5487431"/>
              <a:gd name="connsiteY83" fmla="*/ 190476 h 505330"/>
              <a:gd name="connsiteX84" fmla="*/ 4360185 w 5487431"/>
              <a:gd name="connsiteY84" fmla="*/ 258173 h 505330"/>
              <a:gd name="connsiteX85" fmla="*/ 4360185 w 5487431"/>
              <a:gd name="connsiteY85" fmla="*/ 494221 h 505330"/>
              <a:gd name="connsiteX86" fmla="*/ 4442483 w 5487431"/>
              <a:gd name="connsiteY86" fmla="*/ 494221 h 505330"/>
              <a:gd name="connsiteX87" fmla="*/ 4442483 w 5487431"/>
              <a:gd name="connsiteY87" fmla="*/ 257420 h 505330"/>
              <a:gd name="connsiteX88" fmla="*/ 4332308 w 5487431"/>
              <a:gd name="connsiteY88" fmla="*/ 142174 h 505330"/>
              <a:gd name="connsiteX89" fmla="*/ 4629533 w 5487431"/>
              <a:gd name="connsiteY89" fmla="*/ 142174 h 505330"/>
              <a:gd name="connsiteX90" fmla="*/ 4496334 w 5487431"/>
              <a:gd name="connsiteY90" fmla="*/ 241602 h 505330"/>
              <a:gd name="connsiteX91" fmla="*/ 4580725 w 5487431"/>
              <a:gd name="connsiteY91" fmla="*/ 341030 h 505330"/>
              <a:gd name="connsiteX92" fmla="*/ 4650464 w 5487431"/>
              <a:gd name="connsiteY92" fmla="*/ 358260 h 505330"/>
              <a:gd name="connsiteX93" fmla="*/ 4704220 w 5487431"/>
              <a:gd name="connsiteY93" fmla="*/ 409387 h 505330"/>
              <a:gd name="connsiteX94" fmla="*/ 4635146 w 5487431"/>
              <a:gd name="connsiteY94" fmla="*/ 464656 h 505330"/>
              <a:gd name="connsiteX95" fmla="*/ 4555607 w 5487431"/>
              <a:gd name="connsiteY95" fmla="*/ 384624 h 505330"/>
              <a:gd name="connsiteX96" fmla="*/ 4481682 w 5487431"/>
              <a:gd name="connsiteY96" fmla="*/ 405338 h 505330"/>
              <a:gd name="connsiteX97" fmla="*/ 4626108 w 5487431"/>
              <a:gd name="connsiteY97" fmla="*/ 501282 h 505330"/>
              <a:gd name="connsiteX98" fmla="*/ 4771200 w 5487431"/>
              <a:gd name="connsiteY98" fmla="*/ 388767 h 505330"/>
              <a:gd name="connsiteX99" fmla="*/ 4678436 w 5487431"/>
              <a:gd name="connsiteY99" fmla="*/ 285196 h 505330"/>
              <a:gd name="connsiteX100" fmla="*/ 4611456 w 5487431"/>
              <a:gd name="connsiteY100" fmla="*/ 268625 h 505330"/>
              <a:gd name="connsiteX101" fmla="*/ 4563314 w 5487431"/>
              <a:gd name="connsiteY101" fmla="*/ 223054 h 505330"/>
              <a:gd name="connsiteX102" fmla="*/ 4622588 w 5487431"/>
              <a:gd name="connsiteY102" fmla="*/ 178895 h 505330"/>
              <a:gd name="connsiteX103" fmla="*/ 4693754 w 5487431"/>
              <a:gd name="connsiteY103" fmla="*/ 245180 h 505330"/>
              <a:gd name="connsiteX104" fmla="*/ 4763493 w 5487431"/>
              <a:gd name="connsiteY104" fmla="*/ 224466 h 505330"/>
              <a:gd name="connsiteX105" fmla="*/ 4629533 w 5487431"/>
              <a:gd name="connsiteY105" fmla="*/ 142174 h 505330"/>
              <a:gd name="connsiteX106" fmla="*/ 4975471 w 5487431"/>
              <a:gd name="connsiteY106" fmla="*/ 463149 h 505330"/>
              <a:gd name="connsiteX107" fmla="*/ 4891745 w 5487431"/>
              <a:gd name="connsiteY107" fmla="*/ 321634 h 505330"/>
              <a:gd name="connsiteX108" fmla="*/ 4975471 w 5487431"/>
              <a:gd name="connsiteY108" fmla="*/ 180119 h 505330"/>
              <a:gd name="connsiteX109" fmla="*/ 5059196 w 5487431"/>
              <a:gd name="connsiteY109" fmla="*/ 321634 h 505330"/>
              <a:gd name="connsiteX110" fmla="*/ 4975471 w 5487431"/>
              <a:gd name="connsiteY110" fmla="*/ 463149 h 505330"/>
              <a:gd name="connsiteX111" fmla="*/ 4975471 w 5487431"/>
              <a:gd name="connsiteY111" fmla="*/ 142174 h 505330"/>
              <a:gd name="connsiteX112" fmla="*/ 4805261 w 5487431"/>
              <a:gd name="connsiteY112" fmla="*/ 321634 h 505330"/>
              <a:gd name="connsiteX113" fmla="*/ 4975471 w 5487431"/>
              <a:gd name="connsiteY113" fmla="*/ 501094 h 505330"/>
              <a:gd name="connsiteX114" fmla="*/ 5145680 w 5487431"/>
              <a:gd name="connsiteY114" fmla="*/ 321634 h 505330"/>
              <a:gd name="connsiteX115" fmla="*/ 4975471 w 5487431"/>
              <a:gd name="connsiteY115" fmla="*/ 142174 h 505330"/>
              <a:gd name="connsiteX116" fmla="*/ 5377257 w 5487431"/>
              <a:gd name="connsiteY116" fmla="*/ 142174 h 505330"/>
              <a:gd name="connsiteX117" fmla="*/ 5280973 w 5487431"/>
              <a:gd name="connsiteY117" fmla="*/ 192547 h 505330"/>
              <a:gd name="connsiteX118" fmla="*/ 5276787 w 5487431"/>
              <a:gd name="connsiteY118" fmla="*/ 192547 h 505330"/>
              <a:gd name="connsiteX119" fmla="*/ 5276787 w 5487431"/>
              <a:gd name="connsiteY119" fmla="*/ 149048 h 505330"/>
              <a:gd name="connsiteX120" fmla="*/ 5194488 w 5487431"/>
              <a:gd name="connsiteY120" fmla="*/ 149048 h 505330"/>
              <a:gd name="connsiteX121" fmla="*/ 5194488 w 5487431"/>
              <a:gd name="connsiteY121" fmla="*/ 494221 h 505330"/>
              <a:gd name="connsiteX122" fmla="*/ 5276787 w 5487431"/>
              <a:gd name="connsiteY122" fmla="*/ 494221 h 505330"/>
              <a:gd name="connsiteX123" fmla="*/ 5276787 w 5487431"/>
              <a:gd name="connsiteY123" fmla="*/ 271261 h 505330"/>
              <a:gd name="connsiteX124" fmla="*/ 5345860 w 5487431"/>
              <a:gd name="connsiteY124" fmla="*/ 190476 h 505330"/>
              <a:gd name="connsiteX125" fmla="*/ 5405134 w 5487431"/>
              <a:gd name="connsiteY125" fmla="*/ 258173 h 505330"/>
              <a:gd name="connsiteX126" fmla="*/ 5405134 w 5487431"/>
              <a:gd name="connsiteY126" fmla="*/ 494221 h 505330"/>
              <a:gd name="connsiteX127" fmla="*/ 5487432 w 5487431"/>
              <a:gd name="connsiteY127" fmla="*/ 494221 h 505330"/>
              <a:gd name="connsiteX128" fmla="*/ 5487432 w 5487431"/>
              <a:gd name="connsiteY128" fmla="*/ 257420 h 505330"/>
              <a:gd name="connsiteX129" fmla="*/ 5377257 w 5487431"/>
              <a:gd name="connsiteY129" fmla="*/ 142174 h 505330"/>
              <a:gd name="connsiteX130" fmla="*/ 323674 w 5487431"/>
              <a:gd name="connsiteY130" fmla="*/ 11016 h 505330"/>
              <a:gd name="connsiteX131" fmla="*/ 237190 w 5487431"/>
              <a:gd name="connsiteY131" fmla="*/ 11016 h 505330"/>
              <a:gd name="connsiteX132" fmla="*/ 237190 w 5487431"/>
              <a:gd name="connsiteY132" fmla="*/ 367864 h 505330"/>
              <a:gd name="connsiteX133" fmla="*/ 161837 w 5487431"/>
              <a:gd name="connsiteY133" fmla="*/ 460325 h 505330"/>
              <a:gd name="connsiteX134" fmla="*/ 86484 w 5487431"/>
              <a:gd name="connsiteY134" fmla="*/ 360897 h 505330"/>
              <a:gd name="connsiteX135" fmla="*/ 86484 w 5487431"/>
              <a:gd name="connsiteY135" fmla="*/ 294612 h 505330"/>
              <a:gd name="connsiteX136" fmla="*/ 0 w 5487431"/>
              <a:gd name="connsiteY136" fmla="*/ 315985 h 505330"/>
              <a:gd name="connsiteX137" fmla="*/ 0 w 5487431"/>
              <a:gd name="connsiteY137" fmla="*/ 345644 h 505330"/>
              <a:gd name="connsiteX138" fmla="*/ 161837 w 5487431"/>
              <a:gd name="connsiteY138" fmla="*/ 505143 h 505330"/>
              <a:gd name="connsiteX139" fmla="*/ 323674 w 5487431"/>
              <a:gd name="connsiteY139" fmla="*/ 345644 h 505330"/>
              <a:gd name="connsiteX140" fmla="*/ 323674 w 5487431"/>
              <a:gd name="connsiteY140" fmla="*/ 11016 h 505330"/>
              <a:gd name="connsiteX141" fmla="*/ 844008 w 5487431"/>
              <a:gd name="connsiteY141" fmla="*/ 11016 h 505330"/>
              <a:gd name="connsiteX142" fmla="*/ 761710 w 5487431"/>
              <a:gd name="connsiteY142" fmla="*/ 11016 h 505330"/>
              <a:gd name="connsiteX143" fmla="*/ 761710 w 5487431"/>
              <a:gd name="connsiteY143" fmla="*/ 494221 h 505330"/>
              <a:gd name="connsiteX144" fmla="*/ 844008 w 5487431"/>
              <a:gd name="connsiteY144" fmla="*/ 494221 h 505330"/>
              <a:gd name="connsiteX145" fmla="*/ 844008 w 5487431"/>
              <a:gd name="connsiteY145" fmla="*/ 271261 h 505330"/>
              <a:gd name="connsiteX146" fmla="*/ 913081 w 5487431"/>
              <a:gd name="connsiteY146" fmla="*/ 190476 h 505330"/>
              <a:gd name="connsiteX147" fmla="*/ 972355 w 5487431"/>
              <a:gd name="connsiteY147" fmla="*/ 258173 h 505330"/>
              <a:gd name="connsiteX148" fmla="*/ 972355 w 5487431"/>
              <a:gd name="connsiteY148" fmla="*/ 494221 h 505330"/>
              <a:gd name="connsiteX149" fmla="*/ 1054653 w 5487431"/>
              <a:gd name="connsiteY149" fmla="*/ 494221 h 505330"/>
              <a:gd name="connsiteX150" fmla="*/ 1054653 w 5487431"/>
              <a:gd name="connsiteY150" fmla="*/ 257420 h 505330"/>
              <a:gd name="connsiteX151" fmla="*/ 944478 w 5487431"/>
              <a:gd name="connsiteY151" fmla="*/ 142174 h 505330"/>
              <a:gd name="connsiteX152" fmla="*/ 848194 w 5487431"/>
              <a:gd name="connsiteY152" fmla="*/ 192547 h 505330"/>
              <a:gd name="connsiteX153" fmla="*/ 844008 w 5487431"/>
              <a:gd name="connsiteY153" fmla="*/ 192547 h 505330"/>
              <a:gd name="connsiteX154" fmla="*/ 844008 w 5487431"/>
              <a:gd name="connsiteY154" fmla="*/ 11016 h 505330"/>
              <a:gd name="connsiteX155" fmla="*/ 3352342 w 5487431"/>
              <a:gd name="connsiteY155" fmla="*/ 11016 h 505330"/>
              <a:gd name="connsiteX156" fmla="*/ 3265857 w 5487431"/>
              <a:gd name="connsiteY156" fmla="*/ 11016 h 505330"/>
              <a:gd name="connsiteX157" fmla="*/ 3265857 w 5487431"/>
              <a:gd name="connsiteY157" fmla="*/ 367864 h 505330"/>
              <a:gd name="connsiteX158" fmla="*/ 3190504 w 5487431"/>
              <a:gd name="connsiteY158" fmla="*/ 460325 h 505330"/>
              <a:gd name="connsiteX159" fmla="*/ 3115152 w 5487431"/>
              <a:gd name="connsiteY159" fmla="*/ 360897 h 505330"/>
              <a:gd name="connsiteX160" fmla="*/ 3115152 w 5487431"/>
              <a:gd name="connsiteY160" fmla="*/ 294612 h 505330"/>
              <a:gd name="connsiteX161" fmla="*/ 3028667 w 5487431"/>
              <a:gd name="connsiteY161" fmla="*/ 315985 h 505330"/>
              <a:gd name="connsiteX162" fmla="*/ 3028667 w 5487431"/>
              <a:gd name="connsiteY162" fmla="*/ 345644 h 505330"/>
              <a:gd name="connsiteX163" fmla="*/ 3190504 w 5487431"/>
              <a:gd name="connsiteY163" fmla="*/ 505143 h 505330"/>
              <a:gd name="connsiteX164" fmla="*/ 3352342 w 5487431"/>
              <a:gd name="connsiteY164" fmla="*/ 345644 h 505330"/>
              <a:gd name="connsiteX165" fmla="*/ 3352342 w 5487431"/>
              <a:gd name="connsiteY165" fmla="*/ 11016 h 505330"/>
              <a:gd name="connsiteX166" fmla="*/ 3872675 w 5487431"/>
              <a:gd name="connsiteY166" fmla="*/ 11016 h 505330"/>
              <a:gd name="connsiteX167" fmla="*/ 3790377 w 5487431"/>
              <a:gd name="connsiteY167" fmla="*/ 11016 h 505330"/>
              <a:gd name="connsiteX168" fmla="*/ 3790377 w 5487431"/>
              <a:gd name="connsiteY168" fmla="*/ 494221 h 505330"/>
              <a:gd name="connsiteX169" fmla="*/ 3872675 w 5487431"/>
              <a:gd name="connsiteY169" fmla="*/ 494221 h 505330"/>
              <a:gd name="connsiteX170" fmla="*/ 3872675 w 5487431"/>
              <a:gd name="connsiteY170" fmla="*/ 271261 h 505330"/>
              <a:gd name="connsiteX171" fmla="*/ 3941749 w 5487431"/>
              <a:gd name="connsiteY171" fmla="*/ 190476 h 505330"/>
              <a:gd name="connsiteX172" fmla="*/ 4001022 w 5487431"/>
              <a:gd name="connsiteY172" fmla="*/ 258173 h 505330"/>
              <a:gd name="connsiteX173" fmla="*/ 4001022 w 5487431"/>
              <a:gd name="connsiteY173" fmla="*/ 494221 h 505330"/>
              <a:gd name="connsiteX174" fmla="*/ 4083320 w 5487431"/>
              <a:gd name="connsiteY174" fmla="*/ 494221 h 505330"/>
              <a:gd name="connsiteX175" fmla="*/ 4083320 w 5487431"/>
              <a:gd name="connsiteY175" fmla="*/ 257420 h 505330"/>
              <a:gd name="connsiteX176" fmla="*/ 3973146 w 5487431"/>
              <a:gd name="connsiteY176" fmla="*/ 142174 h 505330"/>
              <a:gd name="connsiteX177" fmla="*/ 3876861 w 5487431"/>
              <a:gd name="connsiteY177" fmla="*/ 192547 h 505330"/>
              <a:gd name="connsiteX178" fmla="*/ 3872675 w 5487431"/>
              <a:gd name="connsiteY178" fmla="*/ 192547 h 505330"/>
              <a:gd name="connsiteX179" fmla="*/ 3872675 w 5487431"/>
              <a:gd name="connsiteY179" fmla="*/ 11016 h 505330"/>
              <a:gd name="connsiteX180" fmla="*/ 2730110 w 5487431"/>
              <a:gd name="connsiteY180" fmla="*/ 454864 h 505330"/>
              <a:gd name="connsiteX181" fmla="*/ 2622029 w 5487431"/>
              <a:gd name="connsiteY181" fmla="*/ 343761 h 505330"/>
              <a:gd name="connsiteX182" fmla="*/ 2664557 w 5487431"/>
              <a:gd name="connsiteY182" fmla="*/ 256102 h 505330"/>
              <a:gd name="connsiteX183" fmla="*/ 2822208 w 5487431"/>
              <a:gd name="connsiteY183" fmla="*/ 426617 h 505330"/>
              <a:gd name="connsiteX184" fmla="*/ 2730110 w 5487431"/>
              <a:gd name="connsiteY184" fmla="*/ 454864 h 505330"/>
              <a:gd name="connsiteX185" fmla="*/ 2883575 w 5487431"/>
              <a:gd name="connsiteY185" fmla="*/ 369936 h 505330"/>
              <a:gd name="connsiteX186" fmla="*/ 2746856 w 5487431"/>
              <a:gd name="connsiteY186" fmla="*/ 220794 h 505330"/>
              <a:gd name="connsiteX187" fmla="*/ 2814502 w 5487431"/>
              <a:gd name="connsiteY187" fmla="*/ 207706 h 505330"/>
              <a:gd name="connsiteX188" fmla="*/ 2905838 w 5487431"/>
              <a:gd name="connsiteY188" fmla="*/ 296118 h 505330"/>
              <a:gd name="connsiteX189" fmla="*/ 2883575 w 5487431"/>
              <a:gd name="connsiteY189" fmla="*/ 369936 h 505330"/>
              <a:gd name="connsiteX190" fmla="*/ 2728017 w 5487431"/>
              <a:gd name="connsiteY190" fmla="*/ 200833 h 505330"/>
              <a:gd name="connsiteX191" fmla="*/ 2698047 w 5487431"/>
              <a:gd name="connsiteY191" fmla="*/ 167690 h 505330"/>
              <a:gd name="connsiteX192" fmla="*/ 2663891 w 5487431"/>
              <a:gd name="connsiteY192" fmla="*/ 99334 h 505330"/>
              <a:gd name="connsiteX193" fmla="*/ 2730110 w 5487431"/>
              <a:gd name="connsiteY193" fmla="*/ 36532 h 505330"/>
              <a:gd name="connsiteX194" fmla="*/ 2795664 w 5487431"/>
              <a:gd name="connsiteY194" fmla="*/ 102817 h 505330"/>
              <a:gd name="connsiteX195" fmla="*/ 2728017 w 5487431"/>
              <a:gd name="connsiteY195" fmla="*/ 200833 h 505330"/>
              <a:gd name="connsiteX196" fmla="*/ 2732204 w 5487431"/>
              <a:gd name="connsiteY196" fmla="*/ 0 h 505330"/>
              <a:gd name="connsiteX197" fmla="*/ 2588539 w 5487431"/>
              <a:gd name="connsiteY197" fmla="*/ 119389 h 505330"/>
              <a:gd name="connsiteX198" fmla="*/ 2644387 w 5487431"/>
              <a:gd name="connsiteY198" fmla="*/ 234635 h 505330"/>
              <a:gd name="connsiteX199" fmla="*/ 2645053 w 5487431"/>
              <a:gd name="connsiteY199" fmla="*/ 236047 h 505330"/>
              <a:gd name="connsiteX200" fmla="*/ 2545344 w 5487431"/>
              <a:gd name="connsiteY200" fmla="*/ 374832 h 505330"/>
              <a:gd name="connsiteX201" fmla="*/ 2685584 w 5487431"/>
              <a:gd name="connsiteY201" fmla="*/ 505331 h 505330"/>
              <a:gd name="connsiteX202" fmla="*/ 2843235 w 5487431"/>
              <a:gd name="connsiteY202" fmla="*/ 449403 h 505330"/>
              <a:gd name="connsiteX203" fmla="*/ 2885097 w 5487431"/>
              <a:gd name="connsiteY203" fmla="*/ 494315 h 505330"/>
              <a:gd name="connsiteX204" fmla="*/ 2994606 w 5487431"/>
              <a:gd name="connsiteY204" fmla="*/ 494315 h 505330"/>
              <a:gd name="connsiteX205" fmla="*/ 2994606 w 5487431"/>
              <a:gd name="connsiteY205" fmla="*/ 490831 h 505330"/>
              <a:gd name="connsiteX206" fmla="*/ 2905363 w 5487431"/>
              <a:gd name="connsiteY206" fmla="*/ 393474 h 505330"/>
              <a:gd name="connsiteX207" fmla="*/ 2964637 w 5487431"/>
              <a:gd name="connsiteY207" fmla="*/ 258833 h 505330"/>
              <a:gd name="connsiteX208" fmla="*/ 2873300 w 5487431"/>
              <a:gd name="connsiteY208" fmla="*/ 171174 h 505330"/>
              <a:gd name="connsiteX209" fmla="*/ 2789574 w 5487431"/>
              <a:gd name="connsiteY209" fmla="*/ 187745 h 505330"/>
              <a:gd name="connsiteX210" fmla="*/ 2788147 w 5487431"/>
              <a:gd name="connsiteY210" fmla="*/ 185015 h 505330"/>
              <a:gd name="connsiteX211" fmla="*/ 2863500 w 5487431"/>
              <a:gd name="connsiteY211" fmla="*/ 93873 h 505330"/>
              <a:gd name="connsiteX212" fmla="*/ 2732204 w 5487431"/>
              <a:gd name="connsiteY212" fmla="*/ 0 h 5053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Lst>
            <a:rect l="l" t="t" r="r" b="b"/>
            <a:pathLst>
              <a:path w="5487431" h="505330">
                <a:moveTo>
                  <a:pt x="542692" y="463149"/>
                </a:moveTo>
                <a:cubicBezTo>
                  <a:pt x="488937" y="463149"/>
                  <a:pt x="458967" y="412776"/>
                  <a:pt x="458967" y="321634"/>
                </a:cubicBezTo>
                <a:cubicBezTo>
                  <a:pt x="458967" y="229080"/>
                  <a:pt x="488937" y="180119"/>
                  <a:pt x="542692" y="180119"/>
                </a:cubicBezTo>
                <a:cubicBezTo>
                  <a:pt x="596448" y="180119"/>
                  <a:pt x="626417" y="229833"/>
                  <a:pt x="626417" y="321634"/>
                </a:cubicBezTo>
                <a:cubicBezTo>
                  <a:pt x="626322" y="414189"/>
                  <a:pt x="596352" y="463149"/>
                  <a:pt x="542692" y="463149"/>
                </a:cubicBezTo>
                <a:moveTo>
                  <a:pt x="542692" y="142174"/>
                </a:moveTo>
                <a:cubicBezTo>
                  <a:pt x="433183" y="142174"/>
                  <a:pt x="372482" y="222959"/>
                  <a:pt x="372482" y="321634"/>
                </a:cubicBezTo>
                <a:cubicBezTo>
                  <a:pt x="372482" y="420309"/>
                  <a:pt x="433183" y="501094"/>
                  <a:pt x="542692" y="501094"/>
                </a:cubicBezTo>
                <a:cubicBezTo>
                  <a:pt x="652201" y="501094"/>
                  <a:pt x="712902" y="420309"/>
                  <a:pt x="712902" y="321634"/>
                </a:cubicBezTo>
                <a:cubicBezTo>
                  <a:pt x="712902" y="222959"/>
                  <a:pt x="652201" y="142174"/>
                  <a:pt x="542692" y="142174"/>
                </a:cubicBezTo>
                <a:moveTo>
                  <a:pt x="1303641" y="142174"/>
                </a:moveTo>
                <a:cubicBezTo>
                  <a:pt x="1251979" y="142174"/>
                  <a:pt x="1223436" y="164301"/>
                  <a:pt x="1207357" y="192547"/>
                </a:cubicBezTo>
                <a:lnTo>
                  <a:pt x="1203170" y="192547"/>
                </a:lnTo>
                <a:lnTo>
                  <a:pt x="1203170" y="149048"/>
                </a:lnTo>
                <a:lnTo>
                  <a:pt x="1120872" y="149048"/>
                </a:lnTo>
                <a:lnTo>
                  <a:pt x="1120872" y="494221"/>
                </a:lnTo>
                <a:lnTo>
                  <a:pt x="1203170" y="494221"/>
                </a:lnTo>
                <a:lnTo>
                  <a:pt x="1203170" y="271261"/>
                </a:lnTo>
                <a:cubicBezTo>
                  <a:pt x="1203170" y="220229"/>
                  <a:pt x="1229715" y="190476"/>
                  <a:pt x="1272244" y="190476"/>
                </a:cubicBezTo>
                <a:cubicBezTo>
                  <a:pt x="1313440" y="190476"/>
                  <a:pt x="1331518" y="217404"/>
                  <a:pt x="1331518" y="258173"/>
                </a:cubicBezTo>
                <a:lnTo>
                  <a:pt x="1331518" y="494221"/>
                </a:lnTo>
                <a:lnTo>
                  <a:pt x="1413816" y="494221"/>
                </a:lnTo>
                <a:lnTo>
                  <a:pt x="1413816" y="257420"/>
                </a:lnTo>
                <a:cubicBezTo>
                  <a:pt x="1413911" y="186333"/>
                  <a:pt x="1376234" y="142174"/>
                  <a:pt x="1303641" y="142174"/>
                </a:cubicBezTo>
                <a:moveTo>
                  <a:pt x="1600771" y="142174"/>
                </a:moveTo>
                <a:cubicBezTo>
                  <a:pt x="1524752" y="142174"/>
                  <a:pt x="1467571" y="173905"/>
                  <a:pt x="1467571" y="241602"/>
                </a:cubicBezTo>
                <a:cubicBezTo>
                  <a:pt x="1467571" y="298943"/>
                  <a:pt x="1507341" y="330014"/>
                  <a:pt x="1551962" y="341030"/>
                </a:cubicBezTo>
                <a:lnTo>
                  <a:pt x="1621702" y="358260"/>
                </a:lnTo>
                <a:cubicBezTo>
                  <a:pt x="1658712" y="367205"/>
                  <a:pt x="1675457" y="380387"/>
                  <a:pt x="1675457" y="409387"/>
                </a:cubicBezTo>
                <a:cubicBezTo>
                  <a:pt x="1675457" y="444601"/>
                  <a:pt x="1650340" y="464656"/>
                  <a:pt x="1606384" y="464656"/>
                </a:cubicBezTo>
                <a:cubicBezTo>
                  <a:pt x="1558908" y="464656"/>
                  <a:pt x="1534551" y="441870"/>
                  <a:pt x="1526845" y="384624"/>
                </a:cubicBezTo>
                <a:lnTo>
                  <a:pt x="1452919" y="405338"/>
                </a:lnTo>
                <a:cubicBezTo>
                  <a:pt x="1457106" y="464750"/>
                  <a:pt x="1512954" y="501282"/>
                  <a:pt x="1597345" y="501282"/>
                </a:cubicBezTo>
                <a:cubicBezTo>
                  <a:pt x="1691536" y="501282"/>
                  <a:pt x="1742438" y="457782"/>
                  <a:pt x="1742438" y="388767"/>
                </a:cubicBezTo>
                <a:cubicBezTo>
                  <a:pt x="1742438" y="323894"/>
                  <a:pt x="1697055" y="296965"/>
                  <a:pt x="1649674" y="285196"/>
                </a:cubicBezTo>
                <a:lnTo>
                  <a:pt x="1582693" y="268625"/>
                </a:lnTo>
                <a:cubicBezTo>
                  <a:pt x="1549203" y="260339"/>
                  <a:pt x="1534551" y="245180"/>
                  <a:pt x="1534551" y="223054"/>
                </a:cubicBezTo>
                <a:cubicBezTo>
                  <a:pt x="1534551" y="195466"/>
                  <a:pt x="1558242" y="178895"/>
                  <a:pt x="1593825" y="178895"/>
                </a:cubicBezTo>
                <a:cubicBezTo>
                  <a:pt x="1635688" y="178895"/>
                  <a:pt x="1661471" y="201680"/>
                  <a:pt x="1664992" y="245180"/>
                </a:cubicBezTo>
                <a:lnTo>
                  <a:pt x="1734731" y="224466"/>
                </a:lnTo>
                <a:cubicBezTo>
                  <a:pt x="1726358" y="175976"/>
                  <a:pt x="1678216" y="142174"/>
                  <a:pt x="1600771" y="142174"/>
                </a:cubicBezTo>
                <a:moveTo>
                  <a:pt x="1946803" y="463149"/>
                </a:moveTo>
                <a:cubicBezTo>
                  <a:pt x="1893048" y="463149"/>
                  <a:pt x="1863078" y="412776"/>
                  <a:pt x="1863078" y="321634"/>
                </a:cubicBezTo>
                <a:cubicBezTo>
                  <a:pt x="1863078" y="229080"/>
                  <a:pt x="1893048" y="180119"/>
                  <a:pt x="1946803" y="180119"/>
                </a:cubicBezTo>
                <a:cubicBezTo>
                  <a:pt x="2000559" y="180119"/>
                  <a:pt x="2030529" y="229833"/>
                  <a:pt x="2030529" y="321634"/>
                </a:cubicBezTo>
                <a:cubicBezTo>
                  <a:pt x="2030529" y="414189"/>
                  <a:pt x="2000464" y="463149"/>
                  <a:pt x="1946803" y="463149"/>
                </a:cubicBezTo>
                <a:moveTo>
                  <a:pt x="1946803" y="142174"/>
                </a:moveTo>
                <a:cubicBezTo>
                  <a:pt x="1837294" y="142174"/>
                  <a:pt x="1776594" y="222959"/>
                  <a:pt x="1776594" y="321634"/>
                </a:cubicBezTo>
                <a:cubicBezTo>
                  <a:pt x="1776594" y="420309"/>
                  <a:pt x="1837294" y="501094"/>
                  <a:pt x="1946803" y="501094"/>
                </a:cubicBezTo>
                <a:cubicBezTo>
                  <a:pt x="2056312" y="501094"/>
                  <a:pt x="2117013" y="420309"/>
                  <a:pt x="2117013" y="321634"/>
                </a:cubicBezTo>
                <a:cubicBezTo>
                  <a:pt x="2117013" y="222959"/>
                  <a:pt x="2056312" y="142174"/>
                  <a:pt x="1946803" y="142174"/>
                </a:cubicBezTo>
                <a:moveTo>
                  <a:pt x="2348590" y="142174"/>
                </a:moveTo>
                <a:cubicBezTo>
                  <a:pt x="2296927" y="142174"/>
                  <a:pt x="2268385" y="164301"/>
                  <a:pt x="2252306" y="192547"/>
                </a:cubicBezTo>
                <a:lnTo>
                  <a:pt x="2248119" y="192547"/>
                </a:lnTo>
                <a:lnTo>
                  <a:pt x="2248119" y="149048"/>
                </a:lnTo>
                <a:lnTo>
                  <a:pt x="2165821" y="149048"/>
                </a:lnTo>
                <a:lnTo>
                  <a:pt x="2165821" y="494221"/>
                </a:lnTo>
                <a:lnTo>
                  <a:pt x="2248119" y="494221"/>
                </a:lnTo>
                <a:lnTo>
                  <a:pt x="2248119" y="271261"/>
                </a:lnTo>
                <a:cubicBezTo>
                  <a:pt x="2248119" y="220229"/>
                  <a:pt x="2274664" y="190476"/>
                  <a:pt x="2317193" y="190476"/>
                </a:cubicBezTo>
                <a:cubicBezTo>
                  <a:pt x="2358389" y="190476"/>
                  <a:pt x="2376466" y="217404"/>
                  <a:pt x="2376466" y="258173"/>
                </a:cubicBezTo>
                <a:lnTo>
                  <a:pt x="2376466" y="494221"/>
                </a:lnTo>
                <a:lnTo>
                  <a:pt x="2458764" y="494221"/>
                </a:lnTo>
                <a:lnTo>
                  <a:pt x="2458764" y="257420"/>
                </a:lnTo>
                <a:cubicBezTo>
                  <a:pt x="2458764" y="186333"/>
                  <a:pt x="2421088" y="142174"/>
                  <a:pt x="2348590" y="142174"/>
                </a:cubicBezTo>
                <a:moveTo>
                  <a:pt x="3571359" y="463149"/>
                </a:moveTo>
                <a:cubicBezTo>
                  <a:pt x="3517604" y="463149"/>
                  <a:pt x="3487634" y="412776"/>
                  <a:pt x="3487634" y="321634"/>
                </a:cubicBezTo>
                <a:cubicBezTo>
                  <a:pt x="3487634" y="229080"/>
                  <a:pt x="3517604" y="180119"/>
                  <a:pt x="3571359" y="180119"/>
                </a:cubicBezTo>
                <a:cubicBezTo>
                  <a:pt x="3625115" y="180119"/>
                  <a:pt x="3655085" y="229833"/>
                  <a:pt x="3655085" y="321634"/>
                </a:cubicBezTo>
                <a:cubicBezTo>
                  <a:pt x="3655085" y="414189"/>
                  <a:pt x="3625020" y="463149"/>
                  <a:pt x="3571359" y="463149"/>
                </a:cubicBezTo>
                <a:moveTo>
                  <a:pt x="3571359" y="142174"/>
                </a:moveTo>
                <a:cubicBezTo>
                  <a:pt x="3461850" y="142174"/>
                  <a:pt x="3401150" y="222959"/>
                  <a:pt x="3401150" y="321634"/>
                </a:cubicBezTo>
                <a:cubicBezTo>
                  <a:pt x="3401150" y="420309"/>
                  <a:pt x="3461850" y="501094"/>
                  <a:pt x="3571359" y="501094"/>
                </a:cubicBezTo>
                <a:cubicBezTo>
                  <a:pt x="3680868" y="501094"/>
                  <a:pt x="3741569" y="420309"/>
                  <a:pt x="3741569" y="321634"/>
                </a:cubicBezTo>
                <a:cubicBezTo>
                  <a:pt x="3741569" y="222959"/>
                  <a:pt x="3680868" y="142174"/>
                  <a:pt x="3571359" y="142174"/>
                </a:cubicBezTo>
                <a:moveTo>
                  <a:pt x="4332308" y="142174"/>
                </a:moveTo>
                <a:cubicBezTo>
                  <a:pt x="4280646" y="142174"/>
                  <a:pt x="4252103" y="164301"/>
                  <a:pt x="4236024" y="192547"/>
                </a:cubicBezTo>
                <a:lnTo>
                  <a:pt x="4231838" y="192547"/>
                </a:lnTo>
                <a:lnTo>
                  <a:pt x="4231838" y="149048"/>
                </a:lnTo>
                <a:lnTo>
                  <a:pt x="4149539" y="149048"/>
                </a:lnTo>
                <a:lnTo>
                  <a:pt x="4149539" y="494221"/>
                </a:lnTo>
                <a:lnTo>
                  <a:pt x="4231838" y="494221"/>
                </a:lnTo>
                <a:lnTo>
                  <a:pt x="4231838" y="271261"/>
                </a:lnTo>
                <a:cubicBezTo>
                  <a:pt x="4231838" y="220229"/>
                  <a:pt x="4258383" y="190476"/>
                  <a:pt x="4300911" y="190476"/>
                </a:cubicBezTo>
                <a:cubicBezTo>
                  <a:pt x="4342108" y="190476"/>
                  <a:pt x="4360185" y="217404"/>
                  <a:pt x="4360185" y="258173"/>
                </a:cubicBezTo>
                <a:lnTo>
                  <a:pt x="4360185" y="494221"/>
                </a:lnTo>
                <a:lnTo>
                  <a:pt x="4442483" y="494221"/>
                </a:lnTo>
                <a:lnTo>
                  <a:pt x="4442483" y="257420"/>
                </a:lnTo>
                <a:cubicBezTo>
                  <a:pt x="4442578" y="186333"/>
                  <a:pt x="4404902" y="142174"/>
                  <a:pt x="4332308" y="142174"/>
                </a:cubicBezTo>
                <a:moveTo>
                  <a:pt x="4629533" y="142174"/>
                </a:moveTo>
                <a:cubicBezTo>
                  <a:pt x="4553514" y="142174"/>
                  <a:pt x="4496334" y="173905"/>
                  <a:pt x="4496334" y="241602"/>
                </a:cubicBezTo>
                <a:cubicBezTo>
                  <a:pt x="4496334" y="298943"/>
                  <a:pt x="4536103" y="330014"/>
                  <a:pt x="4580725" y="341030"/>
                </a:cubicBezTo>
                <a:lnTo>
                  <a:pt x="4650464" y="358260"/>
                </a:lnTo>
                <a:cubicBezTo>
                  <a:pt x="4687475" y="367205"/>
                  <a:pt x="4704220" y="380387"/>
                  <a:pt x="4704220" y="409387"/>
                </a:cubicBezTo>
                <a:cubicBezTo>
                  <a:pt x="4704220" y="444601"/>
                  <a:pt x="4679102" y="464656"/>
                  <a:pt x="4635146" y="464656"/>
                </a:cubicBezTo>
                <a:cubicBezTo>
                  <a:pt x="4587670" y="464656"/>
                  <a:pt x="4563314" y="441870"/>
                  <a:pt x="4555607" y="384624"/>
                </a:cubicBezTo>
                <a:lnTo>
                  <a:pt x="4481682" y="405338"/>
                </a:lnTo>
                <a:cubicBezTo>
                  <a:pt x="4485868" y="464750"/>
                  <a:pt x="4541716" y="501282"/>
                  <a:pt x="4626108" y="501282"/>
                </a:cubicBezTo>
                <a:cubicBezTo>
                  <a:pt x="4720299" y="501282"/>
                  <a:pt x="4771200" y="457782"/>
                  <a:pt x="4771200" y="388767"/>
                </a:cubicBezTo>
                <a:cubicBezTo>
                  <a:pt x="4771200" y="323894"/>
                  <a:pt x="4725817" y="296965"/>
                  <a:pt x="4678436" y="285196"/>
                </a:cubicBezTo>
                <a:lnTo>
                  <a:pt x="4611456" y="268625"/>
                </a:lnTo>
                <a:cubicBezTo>
                  <a:pt x="4577966" y="260339"/>
                  <a:pt x="4563314" y="245180"/>
                  <a:pt x="4563314" y="223054"/>
                </a:cubicBezTo>
                <a:cubicBezTo>
                  <a:pt x="4563314" y="195466"/>
                  <a:pt x="4587004" y="178895"/>
                  <a:pt x="4622588" y="178895"/>
                </a:cubicBezTo>
                <a:cubicBezTo>
                  <a:pt x="4664450" y="178895"/>
                  <a:pt x="4690234" y="201680"/>
                  <a:pt x="4693754" y="245180"/>
                </a:cubicBezTo>
                <a:lnTo>
                  <a:pt x="4763493" y="224466"/>
                </a:lnTo>
                <a:cubicBezTo>
                  <a:pt x="4755026" y="175976"/>
                  <a:pt x="4706884" y="142174"/>
                  <a:pt x="4629533" y="142174"/>
                </a:cubicBezTo>
                <a:moveTo>
                  <a:pt x="4975471" y="463149"/>
                </a:moveTo>
                <a:cubicBezTo>
                  <a:pt x="4921715" y="463149"/>
                  <a:pt x="4891745" y="412776"/>
                  <a:pt x="4891745" y="321634"/>
                </a:cubicBezTo>
                <a:cubicBezTo>
                  <a:pt x="4891745" y="229080"/>
                  <a:pt x="4921715" y="180119"/>
                  <a:pt x="4975471" y="180119"/>
                </a:cubicBezTo>
                <a:cubicBezTo>
                  <a:pt x="5029226" y="180119"/>
                  <a:pt x="5059196" y="229833"/>
                  <a:pt x="5059196" y="321634"/>
                </a:cubicBezTo>
                <a:cubicBezTo>
                  <a:pt x="5059196" y="414189"/>
                  <a:pt x="5029131" y="463149"/>
                  <a:pt x="4975471" y="463149"/>
                </a:cubicBezTo>
                <a:moveTo>
                  <a:pt x="4975471" y="142174"/>
                </a:moveTo>
                <a:cubicBezTo>
                  <a:pt x="4865962" y="142174"/>
                  <a:pt x="4805261" y="222959"/>
                  <a:pt x="4805261" y="321634"/>
                </a:cubicBezTo>
                <a:cubicBezTo>
                  <a:pt x="4805261" y="420309"/>
                  <a:pt x="4865962" y="501094"/>
                  <a:pt x="4975471" y="501094"/>
                </a:cubicBezTo>
                <a:cubicBezTo>
                  <a:pt x="5084980" y="501094"/>
                  <a:pt x="5145680" y="420309"/>
                  <a:pt x="5145680" y="321634"/>
                </a:cubicBezTo>
                <a:cubicBezTo>
                  <a:pt x="5145680" y="222959"/>
                  <a:pt x="5084980" y="142174"/>
                  <a:pt x="4975471" y="142174"/>
                </a:cubicBezTo>
                <a:moveTo>
                  <a:pt x="5377257" y="142174"/>
                </a:moveTo>
                <a:cubicBezTo>
                  <a:pt x="5325595" y="142174"/>
                  <a:pt x="5297052" y="164301"/>
                  <a:pt x="5280973" y="192547"/>
                </a:cubicBezTo>
                <a:lnTo>
                  <a:pt x="5276787" y="192547"/>
                </a:lnTo>
                <a:lnTo>
                  <a:pt x="5276787" y="149048"/>
                </a:lnTo>
                <a:lnTo>
                  <a:pt x="5194488" y="149048"/>
                </a:lnTo>
                <a:lnTo>
                  <a:pt x="5194488" y="494221"/>
                </a:lnTo>
                <a:lnTo>
                  <a:pt x="5276787" y="494221"/>
                </a:lnTo>
                <a:lnTo>
                  <a:pt x="5276787" y="271261"/>
                </a:lnTo>
                <a:cubicBezTo>
                  <a:pt x="5276787" y="220229"/>
                  <a:pt x="5303331" y="190476"/>
                  <a:pt x="5345860" y="190476"/>
                </a:cubicBezTo>
                <a:cubicBezTo>
                  <a:pt x="5387057" y="190476"/>
                  <a:pt x="5405134" y="217404"/>
                  <a:pt x="5405134" y="258173"/>
                </a:cubicBezTo>
                <a:lnTo>
                  <a:pt x="5405134" y="494221"/>
                </a:lnTo>
                <a:lnTo>
                  <a:pt x="5487432" y="494221"/>
                </a:lnTo>
                <a:lnTo>
                  <a:pt x="5487432" y="257420"/>
                </a:lnTo>
                <a:cubicBezTo>
                  <a:pt x="5487432" y="186333"/>
                  <a:pt x="5449755" y="142174"/>
                  <a:pt x="5377257" y="142174"/>
                </a:cubicBezTo>
                <a:moveTo>
                  <a:pt x="323674" y="11016"/>
                </a:moveTo>
                <a:lnTo>
                  <a:pt x="237190" y="11016"/>
                </a:lnTo>
                <a:lnTo>
                  <a:pt x="237190" y="367864"/>
                </a:lnTo>
                <a:cubicBezTo>
                  <a:pt x="237190" y="425864"/>
                  <a:pt x="214831" y="460325"/>
                  <a:pt x="161837" y="460325"/>
                </a:cubicBezTo>
                <a:cubicBezTo>
                  <a:pt x="109509" y="460325"/>
                  <a:pt x="86484" y="423698"/>
                  <a:pt x="86484" y="360897"/>
                </a:cubicBezTo>
                <a:lnTo>
                  <a:pt x="86484" y="294612"/>
                </a:lnTo>
                <a:lnTo>
                  <a:pt x="0" y="315985"/>
                </a:lnTo>
                <a:lnTo>
                  <a:pt x="0" y="345644"/>
                </a:lnTo>
                <a:cubicBezTo>
                  <a:pt x="0" y="436033"/>
                  <a:pt x="45383" y="505143"/>
                  <a:pt x="161837" y="505143"/>
                </a:cubicBezTo>
                <a:cubicBezTo>
                  <a:pt x="278291" y="505143"/>
                  <a:pt x="323674" y="436127"/>
                  <a:pt x="323674" y="345644"/>
                </a:cubicBezTo>
                <a:lnTo>
                  <a:pt x="323674" y="11016"/>
                </a:lnTo>
                <a:moveTo>
                  <a:pt x="844008" y="11016"/>
                </a:moveTo>
                <a:lnTo>
                  <a:pt x="761710" y="11016"/>
                </a:lnTo>
                <a:lnTo>
                  <a:pt x="761710" y="494221"/>
                </a:lnTo>
                <a:lnTo>
                  <a:pt x="844008" y="494221"/>
                </a:lnTo>
                <a:lnTo>
                  <a:pt x="844008" y="271261"/>
                </a:lnTo>
                <a:cubicBezTo>
                  <a:pt x="844008" y="220229"/>
                  <a:pt x="870553" y="190476"/>
                  <a:pt x="913081" y="190476"/>
                </a:cubicBezTo>
                <a:cubicBezTo>
                  <a:pt x="954278" y="190476"/>
                  <a:pt x="972355" y="217404"/>
                  <a:pt x="972355" y="258173"/>
                </a:cubicBezTo>
                <a:lnTo>
                  <a:pt x="972355" y="494221"/>
                </a:lnTo>
                <a:lnTo>
                  <a:pt x="1054653" y="494221"/>
                </a:lnTo>
                <a:lnTo>
                  <a:pt x="1054653" y="257420"/>
                </a:lnTo>
                <a:cubicBezTo>
                  <a:pt x="1054653" y="186333"/>
                  <a:pt x="1016977" y="142174"/>
                  <a:pt x="944478" y="142174"/>
                </a:cubicBezTo>
                <a:cubicBezTo>
                  <a:pt x="892816" y="142174"/>
                  <a:pt x="864273" y="164301"/>
                  <a:pt x="848194" y="192547"/>
                </a:cubicBezTo>
                <a:lnTo>
                  <a:pt x="844008" y="192547"/>
                </a:lnTo>
                <a:lnTo>
                  <a:pt x="844008" y="11016"/>
                </a:lnTo>
                <a:moveTo>
                  <a:pt x="3352342" y="11016"/>
                </a:moveTo>
                <a:lnTo>
                  <a:pt x="3265857" y="11016"/>
                </a:lnTo>
                <a:lnTo>
                  <a:pt x="3265857" y="367864"/>
                </a:lnTo>
                <a:cubicBezTo>
                  <a:pt x="3265857" y="425864"/>
                  <a:pt x="3243499" y="460325"/>
                  <a:pt x="3190504" y="460325"/>
                </a:cubicBezTo>
                <a:cubicBezTo>
                  <a:pt x="3138176" y="460325"/>
                  <a:pt x="3115152" y="423698"/>
                  <a:pt x="3115152" y="360897"/>
                </a:cubicBezTo>
                <a:lnTo>
                  <a:pt x="3115152" y="294612"/>
                </a:lnTo>
                <a:lnTo>
                  <a:pt x="3028667" y="315985"/>
                </a:lnTo>
                <a:lnTo>
                  <a:pt x="3028667" y="345644"/>
                </a:lnTo>
                <a:cubicBezTo>
                  <a:pt x="3028667" y="436033"/>
                  <a:pt x="3074050" y="505143"/>
                  <a:pt x="3190504" y="505143"/>
                </a:cubicBezTo>
                <a:cubicBezTo>
                  <a:pt x="3306959" y="505143"/>
                  <a:pt x="3352342" y="436127"/>
                  <a:pt x="3352342" y="345644"/>
                </a:cubicBezTo>
                <a:lnTo>
                  <a:pt x="3352342" y="11016"/>
                </a:lnTo>
                <a:moveTo>
                  <a:pt x="3872675" y="11016"/>
                </a:moveTo>
                <a:lnTo>
                  <a:pt x="3790377" y="11016"/>
                </a:lnTo>
                <a:lnTo>
                  <a:pt x="3790377" y="494221"/>
                </a:lnTo>
                <a:lnTo>
                  <a:pt x="3872675" y="494221"/>
                </a:lnTo>
                <a:lnTo>
                  <a:pt x="3872675" y="271261"/>
                </a:lnTo>
                <a:cubicBezTo>
                  <a:pt x="3872675" y="220229"/>
                  <a:pt x="3899220" y="190476"/>
                  <a:pt x="3941749" y="190476"/>
                </a:cubicBezTo>
                <a:cubicBezTo>
                  <a:pt x="3982945" y="190476"/>
                  <a:pt x="4001022" y="217404"/>
                  <a:pt x="4001022" y="258173"/>
                </a:cubicBezTo>
                <a:lnTo>
                  <a:pt x="4001022" y="494221"/>
                </a:lnTo>
                <a:lnTo>
                  <a:pt x="4083320" y="494221"/>
                </a:lnTo>
                <a:lnTo>
                  <a:pt x="4083320" y="257420"/>
                </a:lnTo>
                <a:cubicBezTo>
                  <a:pt x="4083320" y="186333"/>
                  <a:pt x="4045644" y="142174"/>
                  <a:pt x="3973146" y="142174"/>
                </a:cubicBezTo>
                <a:cubicBezTo>
                  <a:pt x="3921483" y="142174"/>
                  <a:pt x="3892941" y="164301"/>
                  <a:pt x="3876861" y="192547"/>
                </a:cubicBezTo>
                <a:lnTo>
                  <a:pt x="3872675" y="192547"/>
                </a:lnTo>
                <a:lnTo>
                  <a:pt x="3872675" y="11016"/>
                </a:lnTo>
                <a:moveTo>
                  <a:pt x="2730110" y="454864"/>
                </a:moveTo>
                <a:cubicBezTo>
                  <a:pt x="2663130" y="454864"/>
                  <a:pt x="2622029" y="401007"/>
                  <a:pt x="2622029" y="343761"/>
                </a:cubicBezTo>
                <a:cubicBezTo>
                  <a:pt x="2622029" y="307887"/>
                  <a:pt x="2638108" y="274745"/>
                  <a:pt x="2664557" y="256102"/>
                </a:cubicBezTo>
                <a:lnTo>
                  <a:pt x="2822208" y="426617"/>
                </a:lnTo>
                <a:cubicBezTo>
                  <a:pt x="2792904" y="443848"/>
                  <a:pt x="2760080" y="454864"/>
                  <a:pt x="2730110" y="454864"/>
                </a:cubicBezTo>
                <a:moveTo>
                  <a:pt x="2883575" y="369936"/>
                </a:moveTo>
                <a:lnTo>
                  <a:pt x="2746856" y="220794"/>
                </a:lnTo>
                <a:cubicBezTo>
                  <a:pt x="2771307" y="211096"/>
                  <a:pt x="2794998" y="207706"/>
                  <a:pt x="2814502" y="207706"/>
                </a:cubicBezTo>
                <a:cubicBezTo>
                  <a:pt x="2871016" y="207706"/>
                  <a:pt x="2905838" y="240190"/>
                  <a:pt x="2905838" y="296118"/>
                </a:cubicBezTo>
                <a:cubicBezTo>
                  <a:pt x="2905934" y="320975"/>
                  <a:pt x="2898893" y="346491"/>
                  <a:pt x="2883575" y="369936"/>
                </a:cubicBezTo>
                <a:moveTo>
                  <a:pt x="2728017" y="200833"/>
                </a:moveTo>
                <a:lnTo>
                  <a:pt x="2698047" y="167690"/>
                </a:lnTo>
                <a:cubicBezTo>
                  <a:pt x="2671503" y="138691"/>
                  <a:pt x="2663891" y="120707"/>
                  <a:pt x="2663891" y="99334"/>
                </a:cubicBezTo>
                <a:cubicBezTo>
                  <a:pt x="2663891" y="59318"/>
                  <a:pt x="2689675" y="36532"/>
                  <a:pt x="2730110" y="36532"/>
                </a:cubicBezTo>
                <a:cubicBezTo>
                  <a:pt x="2771307" y="36532"/>
                  <a:pt x="2795664" y="59977"/>
                  <a:pt x="2795664" y="102817"/>
                </a:cubicBezTo>
                <a:cubicBezTo>
                  <a:pt x="2795664" y="142174"/>
                  <a:pt x="2776159" y="179460"/>
                  <a:pt x="2728017" y="200833"/>
                </a:cubicBezTo>
                <a:moveTo>
                  <a:pt x="2732204" y="0"/>
                </a:moveTo>
                <a:cubicBezTo>
                  <a:pt x="2635920" y="0"/>
                  <a:pt x="2588539" y="53198"/>
                  <a:pt x="2588539" y="119389"/>
                </a:cubicBezTo>
                <a:cubicBezTo>
                  <a:pt x="2588539" y="155262"/>
                  <a:pt x="2603857" y="191229"/>
                  <a:pt x="2644387" y="234635"/>
                </a:cubicBezTo>
                <a:lnTo>
                  <a:pt x="2645053" y="236047"/>
                </a:lnTo>
                <a:cubicBezTo>
                  <a:pt x="2576741" y="268531"/>
                  <a:pt x="2545344" y="320975"/>
                  <a:pt x="2545344" y="374832"/>
                </a:cubicBezTo>
                <a:cubicBezTo>
                  <a:pt x="2545344" y="445919"/>
                  <a:pt x="2600432" y="505331"/>
                  <a:pt x="2685584" y="505331"/>
                </a:cubicBezTo>
                <a:cubicBezTo>
                  <a:pt x="2734392" y="505331"/>
                  <a:pt x="2791573" y="485276"/>
                  <a:pt x="2843235" y="449403"/>
                </a:cubicBezTo>
                <a:lnTo>
                  <a:pt x="2885097" y="494315"/>
                </a:lnTo>
                <a:lnTo>
                  <a:pt x="2994606" y="494315"/>
                </a:lnTo>
                <a:lnTo>
                  <a:pt x="2994606" y="490831"/>
                </a:lnTo>
                <a:lnTo>
                  <a:pt x="2905363" y="393474"/>
                </a:lnTo>
                <a:cubicBezTo>
                  <a:pt x="2943039" y="349316"/>
                  <a:pt x="2964637" y="301014"/>
                  <a:pt x="2964637" y="258833"/>
                </a:cubicBezTo>
                <a:cubicBezTo>
                  <a:pt x="2964637" y="206388"/>
                  <a:pt x="2929053" y="171174"/>
                  <a:pt x="2873300" y="171174"/>
                </a:cubicBezTo>
                <a:cubicBezTo>
                  <a:pt x="2843996" y="171174"/>
                  <a:pt x="2811172" y="179460"/>
                  <a:pt x="2789574" y="187745"/>
                </a:cubicBezTo>
                <a:lnTo>
                  <a:pt x="2788147" y="185015"/>
                </a:lnTo>
                <a:cubicBezTo>
                  <a:pt x="2841142" y="156674"/>
                  <a:pt x="2863500" y="130499"/>
                  <a:pt x="2863500" y="93873"/>
                </a:cubicBezTo>
                <a:cubicBezTo>
                  <a:pt x="2863310" y="41428"/>
                  <a:pt x="2815929" y="0"/>
                  <a:pt x="2732204" y="0"/>
                </a:cubicBezTo>
              </a:path>
            </a:pathLst>
          </a:custGeom>
          <a:solidFill>
            <a:schemeClr val="bg1"/>
          </a:solidFill>
          <a:ln w="9509" cap="flat">
            <a:noFill/>
            <a:prstDash val="solid"/>
            <a:miter/>
          </a:ln>
        </p:spPr>
        <p:txBody>
          <a:bodyPr rtlCol="0" anchor="ctr"/>
          <a:lstStyle/>
          <a:p>
            <a:endParaRPr lang="en-GB"/>
          </a:p>
        </p:txBody>
      </p:sp>
      <p:sp>
        <p:nvSpPr>
          <p:cNvPr id="3" name="Footer Placeholder 4">
            <a:extLst>
              <a:ext uri="{FF2B5EF4-FFF2-40B4-BE49-F238E27FC236}">
                <a16:creationId xmlns:a16="http://schemas.microsoft.com/office/drawing/2014/main" id="{0AB8E24E-E435-1D31-7801-FC2E55A29FFB}"/>
              </a:ext>
            </a:extLst>
          </p:cNvPr>
          <p:cNvSpPr>
            <a:spLocks noGrp="1"/>
          </p:cNvSpPr>
          <p:nvPr>
            <p:ph type="ftr" sz="quarter" idx="3"/>
          </p:nvPr>
        </p:nvSpPr>
        <p:spPr>
          <a:xfrm>
            <a:off x="288259" y="5868000"/>
            <a:ext cx="1161051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bg1"/>
                </a:solidFill>
                <a:latin typeface="+mn-lt"/>
              </a:defRPr>
            </a:lvl1pPr>
          </a:lstStyle>
          <a:p>
            <a:pPr>
              <a:spcBef>
                <a:spcPts val="0"/>
              </a:spcBef>
              <a:spcAft>
                <a:spcPts val="300"/>
              </a:spcAft>
            </a:pPr>
            <a:r>
              <a:rPr lang="en-US"/>
              <a:t>Slide legal disclaimer goes here if required
Slide footer goes here if required. Turn off globally using the Header/Footer function (under the Insert menu).</a:t>
            </a:r>
            <a:endParaRPr lang="en-US" dirty="0"/>
          </a:p>
        </p:txBody>
      </p:sp>
      <p:pic>
        <p:nvPicPr>
          <p:cNvPr id="10" name="Graphic 9">
            <a:extLst>
              <a:ext uri="{FF2B5EF4-FFF2-40B4-BE49-F238E27FC236}">
                <a16:creationId xmlns:a16="http://schemas.microsoft.com/office/drawing/2014/main" id="{E9D4DE3A-C36D-9881-4613-8229E5B3BE56}"/>
              </a:ext>
            </a:extLst>
          </p:cNvPr>
          <p:cNvPicPr>
            <a:picLocks noChangeAspect="1"/>
          </p:cNvPicPr>
          <p:nvPr userDrawn="1"/>
        </p:nvPicPr>
        <p:blipFill>
          <a:blip>
            <a:lum bright="100000"/>
            <a:extLst>
              <a:ext uri="{96DAC541-7B7A-43D3-8B79-37D633B846F1}">
                <asvg:svgBlip xmlns:asvg="http://schemas.microsoft.com/office/drawing/2016/SVG/main" r:embed="rId2"/>
              </a:ext>
            </a:extLst>
          </a:blip>
          <a:stretch>
            <a:fillRect/>
          </a:stretch>
        </p:blipFill>
        <p:spPr>
          <a:xfrm>
            <a:off x="10900476" y="6347868"/>
            <a:ext cx="1017714" cy="246221"/>
          </a:xfrm>
          <a:prstGeom prst="rect">
            <a:avLst/>
          </a:prstGeom>
        </p:spPr>
      </p:pic>
    </p:spTree>
    <p:extLst>
      <p:ext uri="{BB962C8B-B14F-4D97-AF65-F5344CB8AC3E}">
        <p14:creationId xmlns:p14="http://schemas.microsoft.com/office/powerpoint/2010/main" val="26550194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Accessible Version]">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A97A17AB-0114-CDE0-D80E-3AAA53BE4837}"/>
              </a:ext>
            </a:extLst>
          </p:cNvPr>
          <p:cNvSpPr>
            <a:spLocks noGrp="1"/>
          </p:cNvSpPr>
          <p:nvPr>
            <p:ph type="ctrTitle" hasCustomPrompt="1"/>
          </p:nvPr>
        </p:nvSpPr>
        <p:spPr>
          <a:xfrm>
            <a:off x="284805" y="261082"/>
            <a:ext cx="8676633" cy="3930563"/>
          </a:xfrm>
        </p:spPr>
        <p:txBody>
          <a:bodyPr anchor="t">
            <a:normAutofit/>
          </a:bodyPr>
          <a:lstStyle>
            <a:lvl1pPr algn="l">
              <a:lnSpc>
                <a:spcPct val="80000"/>
              </a:lnSpc>
              <a:defRPr sz="8000" b="0" i="0" spc="0" baseline="0">
                <a:solidFill>
                  <a:schemeClr val="accent1"/>
                </a:solidFill>
                <a:latin typeface="+mj-lt"/>
              </a:defRPr>
            </a:lvl1pPr>
          </a:lstStyle>
          <a:p>
            <a:r>
              <a:rPr lang="en-GB" dirty="0"/>
              <a:t>Longer titles will shrink automatically</a:t>
            </a:r>
          </a:p>
        </p:txBody>
      </p:sp>
      <p:sp>
        <p:nvSpPr>
          <p:cNvPr id="6" name="Subtitle 2">
            <a:extLst>
              <a:ext uri="{FF2B5EF4-FFF2-40B4-BE49-F238E27FC236}">
                <a16:creationId xmlns:a16="http://schemas.microsoft.com/office/drawing/2014/main" id="{CA32A6B3-A100-17C8-83CF-514F06C3D029}"/>
              </a:ext>
            </a:extLst>
          </p:cNvPr>
          <p:cNvSpPr>
            <a:spLocks noGrp="1"/>
          </p:cNvSpPr>
          <p:nvPr>
            <p:ph type="subTitle" idx="1" hasCustomPrompt="1"/>
          </p:nvPr>
        </p:nvSpPr>
        <p:spPr>
          <a:xfrm>
            <a:off x="284805" y="4889500"/>
            <a:ext cx="4536000" cy="865834"/>
          </a:xfrm>
        </p:spPr>
        <p:txBody>
          <a:bodyPr anchor="b"/>
          <a:lstStyle>
            <a:lvl1pPr marL="0" indent="0" algn="l">
              <a:lnSpc>
                <a:spcPct val="100000"/>
              </a:lnSpc>
              <a:spcBef>
                <a:spcPts val="0"/>
              </a:spcBef>
              <a:spcAft>
                <a:spcPts val="0"/>
              </a:spcAft>
              <a:buNone/>
              <a:defRPr sz="14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Supporting details. Delete if not required.</a:t>
            </a:r>
          </a:p>
        </p:txBody>
      </p:sp>
      <p:sp>
        <p:nvSpPr>
          <p:cNvPr id="4" name="Graphic 2">
            <a:extLst>
              <a:ext uri="{FF2B5EF4-FFF2-40B4-BE49-F238E27FC236}">
                <a16:creationId xmlns:a16="http://schemas.microsoft.com/office/drawing/2014/main" id="{0C91DE01-8580-80A7-12D8-EA90EF5CA36F}"/>
              </a:ext>
            </a:extLst>
          </p:cNvPr>
          <p:cNvSpPr>
            <a:spLocks noChangeAspect="1"/>
          </p:cNvSpPr>
          <p:nvPr userDrawn="1"/>
        </p:nvSpPr>
        <p:spPr>
          <a:xfrm>
            <a:off x="290513" y="6377853"/>
            <a:ext cx="2034000" cy="187309"/>
          </a:xfrm>
          <a:custGeom>
            <a:avLst/>
            <a:gdLst>
              <a:gd name="connsiteX0" fmla="*/ 542692 w 5487431"/>
              <a:gd name="connsiteY0" fmla="*/ 463149 h 505330"/>
              <a:gd name="connsiteX1" fmla="*/ 458967 w 5487431"/>
              <a:gd name="connsiteY1" fmla="*/ 321634 h 505330"/>
              <a:gd name="connsiteX2" fmla="*/ 542692 w 5487431"/>
              <a:gd name="connsiteY2" fmla="*/ 180119 h 505330"/>
              <a:gd name="connsiteX3" fmla="*/ 626417 w 5487431"/>
              <a:gd name="connsiteY3" fmla="*/ 321634 h 505330"/>
              <a:gd name="connsiteX4" fmla="*/ 542692 w 5487431"/>
              <a:gd name="connsiteY4" fmla="*/ 463149 h 505330"/>
              <a:gd name="connsiteX5" fmla="*/ 542692 w 5487431"/>
              <a:gd name="connsiteY5" fmla="*/ 142174 h 505330"/>
              <a:gd name="connsiteX6" fmla="*/ 372482 w 5487431"/>
              <a:gd name="connsiteY6" fmla="*/ 321634 h 505330"/>
              <a:gd name="connsiteX7" fmla="*/ 542692 w 5487431"/>
              <a:gd name="connsiteY7" fmla="*/ 501094 h 505330"/>
              <a:gd name="connsiteX8" fmla="*/ 712902 w 5487431"/>
              <a:gd name="connsiteY8" fmla="*/ 321634 h 505330"/>
              <a:gd name="connsiteX9" fmla="*/ 542692 w 5487431"/>
              <a:gd name="connsiteY9" fmla="*/ 142174 h 505330"/>
              <a:gd name="connsiteX10" fmla="*/ 1303641 w 5487431"/>
              <a:gd name="connsiteY10" fmla="*/ 142174 h 505330"/>
              <a:gd name="connsiteX11" fmla="*/ 1207357 w 5487431"/>
              <a:gd name="connsiteY11" fmla="*/ 192547 h 505330"/>
              <a:gd name="connsiteX12" fmla="*/ 1203170 w 5487431"/>
              <a:gd name="connsiteY12" fmla="*/ 192547 h 505330"/>
              <a:gd name="connsiteX13" fmla="*/ 1203170 w 5487431"/>
              <a:gd name="connsiteY13" fmla="*/ 149048 h 505330"/>
              <a:gd name="connsiteX14" fmla="*/ 1120872 w 5487431"/>
              <a:gd name="connsiteY14" fmla="*/ 149048 h 505330"/>
              <a:gd name="connsiteX15" fmla="*/ 1120872 w 5487431"/>
              <a:gd name="connsiteY15" fmla="*/ 494221 h 505330"/>
              <a:gd name="connsiteX16" fmla="*/ 1203170 w 5487431"/>
              <a:gd name="connsiteY16" fmla="*/ 494221 h 505330"/>
              <a:gd name="connsiteX17" fmla="*/ 1203170 w 5487431"/>
              <a:gd name="connsiteY17" fmla="*/ 271261 h 505330"/>
              <a:gd name="connsiteX18" fmla="*/ 1272244 w 5487431"/>
              <a:gd name="connsiteY18" fmla="*/ 190476 h 505330"/>
              <a:gd name="connsiteX19" fmla="*/ 1331518 w 5487431"/>
              <a:gd name="connsiteY19" fmla="*/ 258173 h 505330"/>
              <a:gd name="connsiteX20" fmla="*/ 1331518 w 5487431"/>
              <a:gd name="connsiteY20" fmla="*/ 494221 h 505330"/>
              <a:gd name="connsiteX21" fmla="*/ 1413816 w 5487431"/>
              <a:gd name="connsiteY21" fmla="*/ 494221 h 505330"/>
              <a:gd name="connsiteX22" fmla="*/ 1413816 w 5487431"/>
              <a:gd name="connsiteY22" fmla="*/ 257420 h 505330"/>
              <a:gd name="connsiteX23" fmla="*/ 1303641 w 5487431"/>
              <a:gd name="connsiteY23" fmla="*/ 142174 h 505330"/>
              <a:gd name="connsiteX24" fmla="*/ 1600771 w 5487431"/>
              <a:gd name="connsiteY24" fmla="*/ 142174 h 505330"/>
              <a:gd name="connsiteX25" fmla="*/ 1467571 w 5487431"/>
              <a:gd name="connsiteY25" fmla="*/ 241602 h 505330"/>
              <a:gd name="connsiteX26" fmla="*/ 1551962 w 5487431"/>
              <a:gd name="connsiteY26" fmla="*/ 341030 h 505330"/>
              <a:gd name="connsiteX27" fmla="*/ 1621702 w 5487431"/>
              <a:gd name="connsiteY27" fmla="*/ 358260 h 505330"/>
              <a:gd name="connsiteX28" fmla="*/ 1675457 w 5487431"/>
              <a:gd name="connsiteY28" fmla="*/ 409387 h 505330"/>
              <a:gd name="connsiteX29" fmla="*/ 1606384 w 5487431"/>
              <a:gd name="connsiteY29" fmla="*/ 464656 h 505330"/>
              <a:gd name="connsiteX30" fmla="*/ 1526845 w 5487431"/>
              <a:gd name="connsiteY30" fmla="*/ 384624 h 505330"/>
              <a:gd name="connsiteX31" fmla="*/ 1452919 w 5487431"/>
              <a:gd name="connsiteY31" fmla="*/ 405338 h 505330"/>
              <a:gd name="connsiteX32" fmla="*/ 1597345 w 5487431"/>
              <a:gd name="connsiteY32" fmla="*/ 501282 h 505330"/>
              <a:gd name="connsiteX33" fmla="*/ 1742438 w 5487431"/>
              <a:gd name="connsiteY33" fmla="*/ 388767 h 505330"/>
              <a:gd name="connsiteX34" fmla="*/ 1649674 w 5487431"/>
              <a:gd name="connsiteY34" fmla="*/ 285196 h 505330"/>
              <a:gd name="connsiteX35" fmla="*/ 1582693 w 5487431"/>
              <a:gd name="connsiteY35" fmla="*/ 268625 h 505330"/>
              <a:gd name="connsiteX36" fmla="*/ 1534551 w 5487431"/>
              <a:gd name="connsiteY36" fmla="*/ 223054 h 505330"/>
              <a:gd name="connsiteX37" fmla="*/ 1593825 w 5487431"/>
              <a:gd name="connsiteY37" fmla="*/ 178895 h 505330"/>
              <a:gd name="connsiteX38" fmla="*/ 1664992 w 5487431"/>
              <a:gd name="connsiteY38" fmla="*/ 245180 h 505330"/>
              <a:gd name="connsiteX39" fmla="*/ 1734731 w 5487431"/>
              <a:gd name="connsiteY39" fmla="*/ 224466 h 505330"/>
              <a:gd name="connsiteX40" fmla="*/ 1600771 w 5487431"/>
              <a:gd name="connsiteY40" fmla="*/ 142174 h 505330"/>
              <a:gd name="connsiteX41" fmla="*/ 1946803 w 5487431"/>
              <a:gd name="connsiteY41" fmla="*/ 463149 h 505330"/>
              <a:gd name="connsiteX42" fmla="*/ 1863078 w 5487431"/>
              <a:gd name="connsiteY42" fmla="*/ 321634 h 505330"/>
              <a:gd name="connsiteX43" fmla="*/ 1946803 w 5487431"/>
              <a:gd name="connsiteY43" fmla="*/ 180119 h 505330"/>
              <a:gd name="connsiteX44" fmla="*/ 2030529 w 5487431"/>
              <a:gd name="connsiteY44" fmla="*/ 321634 h 505330"/>
              <a:gd name="connsiteX45" fmla="*/ 1946803 w 5487431"/>
              <a:gd name="connsiteY45" fmla="*/ 463149 h 505330"/>
              <a:gd name="connsiteX46" fmla="*/ 1946803 w 5487431"/>
              <a:gd name="connsiteY46" fmla="*/ 142174 h 505330"/>
              <a:gd name="connsiteX47" fmla="*/ 1776594 w 5487431"/>
              <a:gd name="connsiteY47" fmla="*/ 321634 h 505330"/>
              <a:gd name="connsiteX48" fmla="*/ 1946803 w 5487431"/>
              <a:gd name="connsiteY48" fmla="*/ 501094 h 505330"/>
              <a:gd name="connsiteX49" fmla="*/ 2117013 w 5487431"/>
              <a:gd name="connsiteY49" fmla="*/ 321634 h 505330"/>
              <a:gd name="connsiteX50" fmla="*/ 1946803 w 5487431"/>
              <a:gd name="connsiteY50" fmla="*/ 142174 h 505330"/>
              <a:gd name="connsiteX51" fmla="*/ 2348590 w 5487431"/>
              <a:gd name="connsiteY51" fmla="*/ 142174 h 505330"/>
              <a:gd name="connsiteX52" fmla="*/ 2252306 w 5487431"/>
              <a:gd name="connsiteY52" fmla="*/ 192547 h 505330"/>
              <a:gd name="connsiteX53" fmla="*/ 2248119 w 5487431"/>
              <a:gd name="connsiteY53" fmla="*/ 192547 h 505330"/>
              <a:gd name="connsiteX54" fmla="*/ 2248119 w 5487431"/>
              <a:gd name="connsiteY54" fmla="*/ 149048 h 505330"/>
              <a:gd name="connsiteX55" fmla="*/ 2165821 w 5487431"/>
              <a:gd name="connsiteY55" fmla="*/ 149048 h 505330"/>
              <a:gd name="connsiteX56" fmla="*/ 2165821 w 5487431"/>
              <a:gd name="connsiteY56" fmla="*/ 494221 h 505330"/>
              <a:gd name="connsiteX57" fmla="*/ 2248119 w 5487431"/>
              <a:gd name="connsiteY57" fmla="*/ 494221 h 505330"/>
              <a:gd name="connsiteX58" fmla="*/ 2248119 w 5487431"/>
              <a:gd name="connsiteY58" fmla="*/ 271261 h 505330"/>
              <a:gd name="connsiteX59" fmla="*/ 2317193 w 5487431"/>
              <a:gd name="connsiteY59" fmla="*/ 190476 h 505330"/>
              <a:gd name="connsiteX60" fmla="*/ 2376466 w 5487431"/>
              <a:gd name="connsiteY60" fmla="*/ 258173 h 505330"/>
              <a:gd name="connsiteX61" fmla="*/ 2376466 w 5487431"/>
              <a:gd name="connsiteY61" fmla="*/ 494221 h 505330"/>
              <a:gd name="connsiteX62" fmla="*/ 2458764 w 5487431"/>
              <a:gd name="connsiteY62" fmla="*/ 494221 h 505330"/>
              <a:gd name="connsiteX63" fmla="*/ 2458764 w 5487431"/>
              <a:gd name="connsiteY63" fmla="*/ 257420 h 505330"/>
              <a:gd name="connsiteX64" fmla="*/ 2348590 w 5487431"/>
              <a:gd name="connsiteY64" fmla="*/ 142174 h 505330"/>
              <a:gd name="connsiteX65" fmla="*/ 3571359 w 5487431"/>
              <a:gd name="connsiteY65" fmla="*/ 463149 h 505330"/>
              <a:gd name="connsiteX66" fmla="*/ 3487634 w 5487431"/>
              <a:gd name="connsiteY66" fmla="*/ 321634 h 505330"/>
              <a:gd name="connsiteX67" fmla="*/ 3571359 w 5487431"/>
              <a:gd name="connsiteY67" fmla="*/ 180119 h 505330"/>
              <a:gd name="connsiteX68" fmla="*/ 3655085 w 5487431"/>
              <a:gd name="connsiteY68" fmla="*/ 321634 h 505330"/>
              <a:gd name="connsiteX69" fmla="*/ 3571359 w 5487431"/>
              <a:gd name="connsiteY69" fmla="*/ 463149 h 505330"/>
              <a:gd name="connsiteX70" fmla="*/ 3571359 w 5487431"/>
              <a:gd name="connsiteY70" fmla="*/ 142174 h 505330"/>
              <a:gd name="connsiteX71" fmla="*/ 3401150 w 5487431"/>
              <a:gd name="connsiteY71" fmla="*/ 321634 h 505330"/>
              <a:gd name="connsiteX72" fmla="*/ 3571359 w 5487431"/>
              <a:gd name="connsiteY72" fmla="*/ 501094 h 505330"/>
              <a:gd name="connsiteX73" fmla="*/ 3741569 w 5487431"/>
              <a:gd name="connsiteY73" fmla="*/ 321634 h 505330"/>
              <a:gd name="connsiteX74" fmla="*/ 3571359 w 5487431"/>
              <a:gd name="connsiteY74" fmla="*/ 142174 h 505330"/>
              <a:gd name="connsiteX75" fmla="*/ 4332308 w 5487431"/>
              <a:gd name="connsiteY75" fmla="*/ 142174 h 505330"/>
              <a:gd name="connsiteX76" fmla="*/ 4236024 w 5487431"/>
              <a:gd name="connsiteY76" fmla="*/ 192547 h 505330"/>
              <a:gd name="connsiteX77" fmla="*/ 4231838 w 5487431"/>
              <a:gd name="connsiteY77" fmla="*/ 192547 h 505330"/>
              <a:gd name="connsiteX78" fmla="*/ 4231838 w 5487431"/>
              <a:gd name="connsiteY78" fmla="*/ 149048 h 505330"/>
              <a:gd name="connsiteX79" fmla="*/ 4149539 w 5487431"/>
              <a:gd name="connsiteY79" fmla="*/ 149048 h 505330"/>
              <a:gd name="connsiteX80" fmla="*/ 4149539 w 5487431"/>
              <a:gd name="connsiteY80" fmla="*/ 494221 h 505330"/>
              <a:gd name="connsiteX81" fmla="*/ 4231838 w 5487431"/>
              <a:gd name="connsiteY81" fmla="*/ 494221 h 505330"/>
              <a:gd name="connsiteX82" fmla="*/ 4231838 w 5487431"/>
              <a:gd name="connsiteY82" fmla="*/ 271261 h 505330"/>
              <a:gd name="connsiteX83" fmla="*/ 4300911 w 5487431"/>
              <a:gd name="connsiteY83" fmla="*/ 190476 h 505330"/>
              <a:gd name="connsiteX84" fmla="*/ 4360185 w 5487431"/>
              <a:gd name="connsiteY84" fmla="*/ 258173 h 505330"/>
              <a:gd name="connsiteX85" fmla="*/ 4360185 w 5487431"/>
              <a:gd name="connsiteY85" fmla="*/ 494221 h 505330"/>
              <a:gd name="connsiteX86" fmla="*/ 4442483 w 5487431"/>
              <a:gd name="connsiteY86" fmla="*/ 494221 h 505330"/>
              <a:gd name="connsiteX87" fmla="*/ 4442483 w 5487431"/>
              <a:gd name="connsiteY87" fmla="*/ 257420 h 505330"/>
              <a:gd name="connsiteX88" fmla="*/ 4332308 w 5487431"/>
              <a:gd name="connsiteY88" fmla="*/ 142174 h 505330"/>
              <a:gd name="connsiteX89" fmla="*/ 4629533 w 5487431"/>
              <a:gd name="connsiteY89" fmla="*/ 142174 h 505330"/>
              <a:gd name="connsiteX90" fmla="*/ 4496334 w 5487431"/>
              <a:gd name="connsiteY90" fmla="*/ 241602 h 505330"/>
              <a:gd name="connsiteX91" fmla="*/ 4580725 w 5487431"/>
              <a:gd name="connsiteY91" fmla="*/ 341030 h 505330"/>
              <a:gd name="connsiteX92" fmla="*/ 4650464 w 5487431"/>
              <a:gd name="connsiteY92" fmla="*/ 358260 h 505330"/>
              <a:gd name="connsiteX93" fmla="*/ 4704220 w 5487431"/>
              <a:gd name="connsiteY93" fmla="*/ 409387 h 505330"/>
              <a:gd name="connsiteX94" fmla="*/ 4635146 w 5487431"/>
              <a:gd name="connsiteY94" fmla="*/ 464656 h 505330"/>
              <a:gd name="connsiteX95" fmla="*/ 4555607 w 5487431"/>
              <a:gd name="connsiteY95" fmla="*/ 384624 h 505330"/>
              <a:gd name="connsiteX96" fmla="*/ 4481682 w 5487431"/>
              <a:gd name="connsiteY96" fmla="*/ 405338 h 505330"/>
              <a:gd name="connsiteX97" fmla="*/ 4626108 w 5487431"/>
              <a:gd name="connsiteY97" fmla="*/ 501282 h 505330"/>
              <a:gd name="connsiteX98" fmla="*/ 4771200 w 5487431"/>
              <a:gd name="connsiteY98" fmla="*/ 388767 h 505330"/>
              <a:gd name="connsiteX99" fmla="*/ 4678436 w 5487431"/>
              <a:gd name="connsiteY99" fmla="*/ 285196 h 505330"/>
              <a:gd name="connsiteX100" fmla="*/ 4611456 w 5487431"/>
              <a:gd name="connsiteY100" fmla="*/ 268625 h 505330"/>
              <a:gd name="connsiteX101" fmla="*/ 4563314 w 5487431"/>
              <a:gd name="connsiteY101" fmla="*/ 223054 h 505330"/>
              <a:gd name="connsiteX102" fmla="*/ 4622588 w 5487431"/>
              <a:gd name="connsiteY102" fmla="*/ 178895 h 505330"/>
              <a:gd name="connsiteX103" fmla="*/ 4693754 w 5487431"/>
              <a:gd name="connsiteY103" fmla="*/ 245180 h 505330"/>
              <a:gd name="connsiteX104" fmla="*/ 4763493 w 5487431"/>
              <a:gd name="connsiteY104" fmla="*/ 224466 h 505330"/>
              <a:gd name="connsiteX105" fmla="*/ 4629533 w 5487431"/>
              <a:gd name="connsiteY105" fmla="*/ 142174 h 505330"/>
              <a:gd name="connsiteX106" fmla="*/ 4975471 w 5487431"/>
              <a:gd name="connsiteY106" fmla="*/ 463149 h 505330"/>
              <a:gd name="connsiteX107" fmla="*/ 4891745 w 5487431"/>
              <a:gd name="connsiteY107" fmla="*/ 321634 h 505330"/>
              <a:gd name="connsiteX108" fmla="*/ 4975471 w 5487431"/>
              <a:gd name="connsiteY108" fmla="*/ 180119 h 505330"/>
              <a:gd name="connsiteX109" fmla="*/ 5059196 w 5487431"/>
              <a:gd name="connsiteY109" fmla="*/ 321634 h 505330"/>
              <a:gd name="connsiteX110" fmla="*/ 4975471 w 5487431"/>
              <a:gd name="connsiteY110" fmla="*/ 463149 h 505330"/>
              <a:gd name="connsiteX111" fmla="*/ 4975471 w 5487431"/>
              <a:gd name="connsiteY111" fmla="*/ 142174 h 505330"/>
              <a:gd name="connsiteX112" fmla="*/ 4805261 w 5487431"/>
              <a:gd name="connsiteY112" fmla="*/ 321634 h 505330"/>
              <a:gd name="connsiteX113" fmla="*/ 4975471 w 5487431"/>
              <a:gd name="connsiteY113" fmla="*/ 501094 h 505330"/>
              <a:gd name="connsiteX114" fmla="*/ 5145680 w 5487431"/>
              <a:gd name="connsiteY114" fmla="*/ 321634 h 505330"/>
              <a:gd name="connsiteX115" fmla="*/ 4975471 w 5487431"/>
              <a:gd name="connsiteY115" fmla="*/ 142174 h 505330"/>
              <a:gd name="connsiteX116" fmla="*/ 5377257 w 5487431"/>
              <a:gd name="connsiteY116" fmla="*/ 142174 h 505330"/>
              <a:gd name="connsiteX117" fmla="*/ 5280973 w 5487431"/>
              <a:gd name="connsiteY117" fmla="*/ 192547 h 505330"/>
              <a:gd name="connsiteX118" fmla="*/ 5276787 w 5487431"/>
              <a:gd name="connsiteY118" fmla="*/ 192547 h 505330"/>
              <a:gd name="connsiteX119" fmla="*/ 5276787 w 5487431"/>
              <a:gd name="connsiteY119" fmla="*/ 149048 h 505330"/>
              <a:gd name="connsiteX120" fmla="*/ 5194488 w 5487431"/>
              <a:gd name="connsiteY120" fmla="*/ 149048 h 505330"/>
              <a:gd name="connsiteX121" fmla="*/ 5194488 w 5487431"/>
              <a:gd name="connsiteY121" fmla="*/ 494221 h 505330"/>
              <a:gd name="connsiteX122" fmla="*/ 5276787 w 5487431"/>
              <a:gd name="connsiteY122" fmla="*/ 494221 h 505330"/>
              <a:gd name="connsiteX123" fmla="*/ 5276787 w 5487431"/>
              <a:gd name="connsiteY123" fmla="*/ 271261 h 505330"/>
              <a:gd name="connsiteX124" fmla="*/ 5345860 w 5487431"/>
              <a:gd name="connsiteY124" fmla="*/ 190476 h 505330"/>
              <a:gd name="connsiteX125" fmla="*/ 5405134 w 5487431"/>
              <a:gd name="connsiteY125" fmla="*/ 258173 h 505330"/>
              <a:gd name="connsiteX126" fmla="*/ 5405134 w 5487431"/>
              <a:gd name="connsiteY126" fmla="*/ 494221 h 505330"/>
              <a:gd name="connsiteX127" fmla="*/ 5487432 w 5487431"/>
              <a:gd name="connsiteY127" fmla="*/ 494221 h 505330"/>
              <a:gd name="connsiteX128" fmla="*/ 5487432 w 5487431"/>
              <a:gd name="connsiteY128" fmla="*/ 257420 h 505330"/>
              <a:gd name="connsiteX129" fmla="*/ 5377257 w 5487431"/>
              <a:gd name="connsiteY129" fmla="*/ 142174 h 505330"/>
              <a:gd name="connsiteX130" fmla="*/ 323674 w 5487431"/>
              <a:gd name="connsiteY130" fmla="*/ 11016 h 505330"/>
              <a:gd name="connsiteX131" fmla="*/ 237190 w 5487431"/>
              <a:gd name="connsiteY131" fmla="*/ 11016 h 505330"/>
              <a:gd name="connsiteX132" fmla="*/ 237190 w 5487431"/>
              <a:gd name="connsiteY132" fmla="*/ 367864 h 505330"/>
              <a:gd name="connsiteX133" fmla="*/ 161837 w 5487431"/>
              <a:gd name="connsiteY133" fmla="*/ 460325 h 505330"/>
              <a:gd name="connsiteX134" fmla="*/ 86484 w 5487431"/>
              <a:gd name="connsiteY134" fmla="*/ 360897 h 505330"/>
              <a:gd name="connsiteX135" fmla="*/ 86484 w 5487431"/>
              <a:gd name="connsiteY135" fmla="*/ 294612 h 505330"/>
              <a:gd name="connsiteX136" fmla="*/ 0 w 5487431"/>
              <a:gd name="connsiteY136" fmla="*/ 315985 h 505330"/>
              <a:gd name="connsiteX137" fmla="*/ 0 w 5487431"/>
              <a:gd name="connsiteY137" fmla="*/ 345644 h 505330"/>
              <a:gd name="connsiteX138" fmla="*/ 161837 w 5487431"/>
              <a:gd name="connsiteY138" fmla="*/ 505143 h 505330"/>
              <a:gd name="connsiteX139" fmla="*/ 323674 w 5487431"/>
              <a:gd name="connsiteY139" fmla="*/ 345644 h 505330"/>
              <a:gd name="connsiteX140" fmla="*/ 323674 w 5487431"/>
              <a:gd name="connsiteY140" fmla="*/ 11016 h 505330"/>
              <a:gd name="connsiteX141" fmla="*/ 844008 w 5487431"/>
              <a:gd name="connsiteY141" fmla="*/ 11016 h 505330"/>
              <a:gd name="connsiteX142" fmla="*/ 761710 w 5487431"/>
              <a:gd name="connsiteY142" fmla="*/ 11016 h 505330"/>
              <a:gd name="connsiteX143" fmla="*/ 761710 w 5487431"/>
              <a:gd name="connsiteY143" fmla="*/ 494221 h 505330"/>
              <a:gd name="connsiteX144" fmla="*/ 844008 w 5487431"/>
              <a:gd name="connsiteY144" fmla="*/ 494221 h 505330"/>
              <a:gd name="connsiteX145" fmla="*/ 844008 w 5487431"/>
              <a:gd name="connsiteY145" fmla="*/ 271261 h 505330"/>
              <a:gd name="connsiteX146" fmla="*/ 913081 w 5487431"/>
              <a:gd name="connsiteY146" fmla="*/ 190476 h 505330"/>
              <a:gd name="connsiteX147" fmla="*/ 972355 w 5487431"/>
              <a:gd name="connsiteY147" fmla="*/ 258173 h 505330"/>
              <a:gd name="connsiteX148" fmla="*/ 972355 w 5487431"/>
              <a:gd name="connsiteY148" fmla="*/ 494221 h 505330"/>
              <a:gd name="connsiteX149" fmla="*/ 1054653 w 5487431"/>
              <a:gd name="connsiteY149" fmla="*/ 494221 h 505330"/>
              <a:gd name="connsiteX150" fmla="*/ 1054653 w 5487431"/>
              <a:gd name="connsiteY150" fmla="*/ 257420 h 505330"/>
              <a:gd name="connsiteX151" fmla="*/ 944478 w 5487431"/>
              <a:gd name="connsiteY151" fmla="*/ 142174 h 505330"/>
              <a:gd name="connsiteX152" fmla="*/ 848194 w 5487431"/>
              <a:gd name="connsiteY152" fmla="*/ 192547 h 505330"/>
              <a:gd name="connsiteX153" fmla="*/ 844008 w 5487431"/>
              <a:gd name="connsiteY153" fmla="*/ 192547 h 505330"/>
              <a:gd name="connsiteX154" fmla="*/ 844008 w 5487431"/>
              <a:gd name="connsiteY154" fmla="*/ 11016 h 505330"/>
              <a:gd name="connsiteX155" fmla="*/ 3352342 w 5487431"/>
              <a:gd name="connsiteY155" fmla="*/ 11016 h 505330"/>
              <a:gd name="connsiteX156" fmla="*/ 3265857 w 5487431"/>
              <a:gd name="connsiteY156" fmla="*/ 11016 h 505330"/>
              <a:gd name="connsiteX157" fmla="*/ 3265857 w 5487431"/>
              <a:gd name="connsiteY157" fmla="*/ 367864 h 505330"/>
              <a:gd name="connsiteX158" fmla="*/ 3190504 w 5487431"/>
              <a:gd name="connsiteY158" fmla="*/ 460325 h 505330"/>
              <a:gd name="connsiteX159" fmla="*/ 3115152 w 5487431"/>
              <a:gd name="connsiteY159" fmla="*/ 360897 h 505330"/>
              <a:gd name="connsiteX160" fmla="*/ 3115152 w 5487431"/>
              <a:gd name="connsiteY160" fmla="*/ 294612 h 505330"/>
              <a:gd name="connsiteX161" fmla="*/ 3028667 w 5487431"/>
              <a:gd name="connsiteY161" fmla="*/ 315985 h 505330"/>
              <a:gd name="connsiteX162" fmla="*/ 3028667 w 5487431"/>
              <a:gd name="connsiteY162" fmla="*/ 345644 h 505330"/>
              <a:gd name="connsiteX163" fmla="*/ 3190504 w 5487431"/>
              <a:gd name="connsiteY163" fmla="*/ 505143 h 505330"/>
              <a:gd name="connsiteX164" fmla="*/ 3352342 w 5487431"/>
              <a:gd name="connsiteY164" fmla="*/ 345644 h 505330"/>
              <a:gd name="connsiteX165" fmla="*/ 3352342 w 5487431"/>
              <a:gd name="connsiteY165" fmla="*/ 11016 h 505330"/>
              <a:gd name="connsiteX166" fmla="*/ 3872675 w 5487431"/>
              <a:gd name="connsiteY166" fmla="*/ 11016 h 505330"/>
              <a:gd name="connsiteX167" fmla="*/ 3790377 w 5487431"/>
              <a:gd name="connsiteY167" fmla="*/ 11016 h 505330"/>
              <a:gd name="connsiteX168" fmla="*/ 3790377 w 5487431"/>
              <a:gd name="connsiteY168" fmla="*/ 494221 h 505330"/>
              <a:gd name="connsiteX169" fmla="*/ 3872675 w 5487431"/>
              <a:gd name="connsiteY169" fmla="*/ 494221 h 505330"/>
              <a:gd name="connsiteX170" fmla="*/ 3872675 w 5487431"/>
              <a:gd name="connsiteY170" fmla="*/ 271261 h 505330"/>
              <a:gd name="connsiteX171" fmla="*/ 3941749 w 5487431"/>
              <a:gd name="connsiteY171" fmla="*/ 190476 h 505330"/>
              <a:gd name="connsiteX172" fmla="*/ 4001022 w 5487431"/>
              <a:gd name="connsiteY172" fmla="*/ 258173 h 505330"/>
              <a:gd name="connsiteX173" fmla="*/ 4001022 w 5487431"/>
              <a:gd name="connsiteY173" fmla="*/ 494221 h 505330"/>
              <a:gd name="connsiteX174" fmla="*/ 4083320 w 5487431"/>
              <a:gd name="connsiteY174" fmla="*/ 494221 h 505330"/>
              <a:gd name="connsiteX175" fmla="*/ 4083320 w 5487431"/>
              <a:gd name="connsiteY175" fmla="*/ 257420 h 505330"/>
              <a:gd name="connsiteX176" fmla="*/ 3973146 w 5487431"/>
              <a:gd name="connsiteY176" fmla="*/ 142174 h 505330"/>
              <a:gd name="connsiteX177" fmla="*/ 3876861 w 5487431"/>
              <a:gd name="connsiteY177" fmla="*/ 192547 h 505330"/>
              <a:gd name="connsiteX178" fmla="*/ 3872675 w 5487431"/>
              <a:gd name="connsiteY178" fmla="*/ 192547 h 505330"/>
              <a:gd name="connsiteX179" fmla="*/ 3872675 w 5487431"/>
              <a:gd name="connsiteY179" fmla="*/ 11016 h 505330"/>
              <a:gd name="connsiteX180" fmla="*/ 2730110 w 5487431"/>
              <a:gd name="connsiteY180" fmla="*/ 454864 h 505330"/>
              <a:gd name="connsiteX181" fmla="*/ 2622029 w 5487431"/>
              <a:gd name="connsiteY181" fmla="*/ 343761 h 505330"/>
              <a:gd name="connsiteX182" fmla="*/ 2664557 w 5487431"/>
              <a:gd name="connsiteY182" fmla="*/ 256102 h 505330"/>
              <a:gd name="connsiteX183" fmla="*/ 2822208 w 5487431"/>
              <a:gd name="connsiteY183" fmla="*/ 426617 h 505330"/>
              <a:gd name="connsiteX184" fmla="*/ 2730110 w 5487431"/>
              <a:gd name="connsiteY184" fmla="*/ 454864 h 505330"/>
              <a:gd name="connsiteX185" fmla="*/ 2883575 w 5487431"/>
              <a:gd name="connsiteY185" fmla="*/ 369936 h 505330"/>
              <a:gd name="connsiteX186" fmla="*/ 2746856 w 5487431"/>
              <a:gd name="connsiteY186" fmla="*/ 220794 h 505330"/>
              <a:gd name="connsiteX187" fmla="*/ 2814502 w 5487431"/>
              <a:gd name="connsiteY187" fmla="*/ 207706 h 505330"/>
              <a:gd name="connsiteX188" fmla="*/ 2905838 w 5487431"/>
              <a:gd name="connsiteY188" fmla="*/ 296118 h 505330"/>
              <a:gd name="connsiteX189" fmla="*/ 2883575 w 5487431"/>
              <a:gd name="connsiteY189" fmla="*/ 369936 h 505330"/>
              <a:gd name="connsiteX190" fmla="*/ 2728017 w 5487431"/>
              <a:gd name="connsiteY190" fmla="*/ 200833 h 505330"/>
              <a:gd name="connsiteX191" fmla="*/ 2698047 w 5487431"/>
              <a:gd name="connsiteY191" fmla="*/ 167690 h 505330"/>
              <a:gd name="connsiteX192" fmla="*/ 2663891 w 5487431"/>
              <a:gd name="connsiteY192" fmla="*/ 99334 h 505330"/>
              <a:gd name="connsiteX193" fmla="*/ 2730110 w 5487431"/>
              <a:gd name="connsiteY193" fmla="*/ 36532 h 505330"/>
              <a:gd name="connsiteX194" fmla="*/ 2795664 w 5487431"/>
              <a:gd name="connsiteY194" fmla="*/ 102817 h 505330"/>
              <a:gd name="connsiteX195" fmla="*/ 2728017 w 5487431"/>
              <a:gd name="connsiteY195" fmla="*/ 200833 h 505330"/>
              <a:gd name="connsiteX196" fmla="*/ 2732204 w 5487431"/>
              <a:gd name="connsiteY196" fmla="*/ 0 h 505330"/>
              <a:gd name="connsiteX197" fmla="*/ 2588539 w 5487431"/>
              <a:gd name="connsiteY197" fmla="*/ 119389 h 505330"/>
              <a:gd name="connsiteX198" fmla="*/ 2644387 w 5487431"/>
              <a:gd name="connsiteY198" fmla="*/ 234635 h 505330"/>
              <a:gd name="connsiteX199" fmla="*/ 2645053 w 5487431"/>
              <a:gd name="connsiteY199" fmla="*/ 236047 h 505330"/>
              <a:gd name="connsiteX200" fmla="*/ 2545344 w 5487431"/>
              <a:gd name="connsiteY200" fmla="*/ 374832 h 505330"/>
              <a:gd name="connsiteX201" fmla="*/ 2685584 w 5487431"/>
              <a:gd name="connsiteY201" fmla="*/ 505331 h 505330"/>
              <a:gd name="connsiteX202" fmla="*/ 2843235 w 5487431"/>
              <a:gd name="connsiteY202" fmla="*/ 449403 h 505330"/>
              <a:gd name="connsiteX203" fmla="*/ 2885097 w 5487431"/>
              <a:gd name="connsiteY203" fmla="*/ 494315 h 505330"/>
              <a:gd name="connsiteX204" fmla="*/ 2994606 w 5487431"/>
              <a:gd name="connsiteY204" fmla="*/ 494315 h 505330"/>
              <a:gd name="connsiteX205" fmla="*/ 2994606 w 5487431"/>
              <a:gd name="connsiteY205" fmla="*/ 490831 h 505330"/>
              <a:gd name="connsiteX206" fmla="*/ 2905363 w 5487431"/>
              <a:gd name="connsiteY206" fmla="*/ 393474 h 505330"/>
              <a:gd name="connsiteX207" fmla="*/ 2964637 w 5487431"/>
              <a:gd name="connsiteY207" fmla="*/ 258833 h 505330"/>
              <a:gd name="connsiteX208" fmla="*/ 2873300 w 5487431"/>
              <a:gd name="connsiteY208" fmla="*/ 171174 h 505330"/>
              <a:gd name="connsiteX209" fmla="*/ 2789574 w 5487431"/>
              <a:gd name="connsiteY209" fmla="*/ 187745 h 505330"/>
              <a:gd name="connsiteX210" fmla="*/ 2788147 w 5487431"/>
              <a:gd name="connsiteY210" fmla="*/ 185015 h 505330"/>
              <a:gd name="connsiteX211" fmla="*/ 2863500 w 5487431"/>
              <a:gd name="connsiteY211" fmla="*/ 93873 h 505330"/>
              <a:gd name="connsiteX212" fmla="*/ 2732204 w 5487431"/>
              <a:gd name="connsiteY212" fmla="*/ 0 h 5053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Lst>
            <a:rect l="l" t="t" r="r" b="b"/>
            <a:pathLst>
              <a:path w="5487431" h="505330">
                <a:moveTo>
                  <a:pt x="542692" y="463149"/>
                </a:moveTo>
                <a:cubicBezTo>
                  <a:pt x="488937" y="463149"/>
                  <a:pt x="458967" y="412776"/>
                  <a:pt x="458967" y="321634"/>
                </a:cubicBezTo>
                <a:cubicBezTo>
                  <a:pt x="458967" y="229080"/>
                  <a:pt x="488937" y="180119"/>
                  <a:pt x="542692" y="180119"/>
                </a:cubicBezTo>
                <a:cubicBezTo>
                  <a:pt x="596448" y="180119"/>
                  <a:pt x="626417" y="229833"/>
                  <a:pt x="626417" y="321634"/>
                </a:cubicBezTo>
                <a:cubicBezTo>
                  <a:pt x="626322" y="414189"/>
                  <a:pt x="596352" y="463149"/>
                  <a:pt x="542692" y="463149"/>
                </a:cubicBezTo>
                <a:moveTo>
                  <a:pt x="542692" y="142174"/>
                </a:moveTo>
                <a:cubicBezTo>
                  <a:pt x="433183" y="142174"/>
                  <a:pt x="372482" y="222959"/>
                  <a:pt x="372482" y="321634"/>
                </a:cubicBezTo>
                <a:cubicBezTo>
                  <a:pt x="372482" y="420309"/>
                  <a:pt x="433183" y="501094"/>
                  <a:pt x="542692" y="501094"/>
                </a:cubicBezTo>
                <a:cubicBezTo>
                  <a:pt x="652201" y="501094"/>
                  <a:pt x="712902" y="420309"/>
                  <a:pt x="712902" y="321634"/>
                </a:cubicBezTo>
                <a:cubicBezTo>
                  <a:pt x="712902" y="222959"/>
                  <a:pt x="652201" y="142174"/>
                  <a:pt x="542692" y="142174"/>
                </a:cubicBezTo>
                <a:moveTo>
                  <a:pt x="1303641" y="142174"/>
                </a:moveTo>
                <a:cubicBezTo>
                  <a:pt x="1251979" y="142174"/>
                  <a:pt x="1223436" y="164301"/>
                  <a:pt x="1207357" y="192547"/>
                </a:cubicBezTo>
                <a:lnTo>
                  <a:pt x="1203170" y="192547"/>
                </a:lnTo>
                <a:lnTo>
                  <a:pt x="1203170" y="149048"/>
                </a:lnTo>
                <a:lnTo>
                  <a:pt x="1120872" y="149048"/>
                </a:lnTo>
                <a:lnTo>
                  <a:pt x="1120872" y="494221"/>
                </a:lnTo>
                <a:lnTo>
                  <a:pt x="1203170" y="494221"/>
                </a:lnTo>
                <a:lnTo>
                  <a:pt x="1203170" y="271261"/>
                </a:lnTo>
                <a:cubicBezTo>
                  <a:pt x="1203170" y="220229"/>
                  <a:pt x="1229715" y="190476"/>
                  <a:pt x="1272244" y="190476"/>
                </a:cubicBezTo>
                <a:cubicBezTo>
                  <a:pt x="1313440" y="190476"/>
                  <a:pt x="1331518" y="217404"/>
                  <a:pt x="1331518" y="258173"/>
                </a:cubicBezTo>
                <a:lnTo>
                  <a:pt x="1331518" y="494221"/>
                </a:lnTo>
                <a:lnTo>
                  <a:pt x="1413816" y="494221"/>
                </a:lnTo>
                <a:lnTo>
                  <a:pt x="1413816" y="257420"/>
                </a:lnTo>
                <a:cubicBezTo>
                  <a:pt x="1413911" y="186333"/>
                  <a:pt x="1376234" y="142174"/>
                  <a:pt x="1303641" y="142174"/>
                </a:cubicBezTo>
                <a:moveTo>
                  <a:pt x="1600771" y="142174"/>
                </a:moveTo>
                <a:cubicBezTo>
                  <a:pt x="1524752" y="142174"/>
                  <a:pt x="1467571" y="173905"/>
                  <a:pt x="1467571" y="241602"/>
                </a:cubicBezTo>
                <a:cubicBezTo>
                  <a:pt x="1467571" y="298943"/>
                  <a:pt x="1507341" y="330014"/>
                  <a:pt x="1551962" y="341030"/>
                </a:cubicBezTo>
                <a:lnTo>
                  <a:pt x="1621702" y="358260"/>
                </a:lnTo>
                <a:cubicBezTo>
                  <a:pt x="1658712" y="367205"/>
                  <a:pt x="1675457" y="380387"/>
                  <a:pt x="1675457" y="409387"/>
                </a:cubicBezTo>
                <a:cubicBezTo>
                  <a:pt x="1675457" y="444601"/>
                  <a:pt x="1650340" y="464656"/>
                  <a:pt x="1606384" y="464656"/>
                </a:cubicBezTo>
                <a:cubicBezTo>
                  <a:pt x="1558908" y="464656"/>
                  <a:pt x="1534551" y="441870"/>
                  <a:pt x="1526845" y="384624"/>
                </a:cubicBezTo>
                <a:lnTo>
                  <a:pt x="1452919" y="405338"/>
                </a:lnTo>
                <a:cubicBezTo>
                  <a:pt x="1457106" y="464750"/>
                  <a:pt x="1512954" y="501282"/>
                  <a:pt x="1597345" y="501282"/>
                </a:cubicBezTo>
                <a:cubicBezTo>
                  <a:pt x="1691536" y="501282"/>
                  <a:pt x="1742438" y="457782"/>
                  <a:pt x="1742438" y="388767"/>
                </a:cubicBezTo>
                <a:cubicBezTo>
                  <a:pt x="1742438" y="323894"/>
                  <a:pt x="1697055" y="296965"/>
                  <a:pt x="1649674" y="285196"/>
                </a:cubicBezTo>
                <a:lnTo>
                  <a:pt x="1582693" y="268625"/>
                </a:lnTo>
                <a:cubicBezTo>
                  <a:pt x="1549203" y="260339"/>
                  <a:pt x="1534551" y="245180"/>
                  <a:pt x="1534551" y="223054"/>
                </a:cubicBezTo>
                <a:cubicBezTo>
                  <a:pt x="1534551" y="195466"/>
                  <a:pt x="1558242" y="178895"/>
                  <a:pt x="1593825" y="178895"/>
                </a:cubicBezTo>
                <a:cubicBezTo>
                  <a:pt x="1635688" y="178895"/>
                  <a:pt x="1661471" y="201680"/>
                  <a:pt x="1664992" y="245180"/>
                </a:cubicBezTo>
                <a:lnTo>
                  <a:pt x="1734731" y="224466"/>
                </a:lnTo>
                <a:cubicBezTo>
                  <a:pt x="1726358" y="175976"/>
                  <a:pt x="1678216" y="142174"/>
                  <a:pt x="1600771" y="142174"/>
                </a:cubicBezTo>
                <a:moveTo>
                  <a:pt x="1946803" y="463149"/>
                </a:moveTo>
                <a:cubicBezTo>
                  <a:pt x="1893048" y="463149"/>
                  <a:pt x="1863078" y="412776"/>
                  <a:pt x="1863078" y="321634"/>
                </a:cubicBezTo>
                <a:cubicBezTo>
                  <a:pt x="1863078" y="229080"/>
                  <a:pt x="1893048" y="180119"/>
                  <a:pt x="1946803" y="180119"/>
                </a:cubicBezTo>
                <a:cubicBezTo>
                  <a:pt x="2000559" y="180119"/>
                  <a:pt x="2030529" y="229833"/>
                  <a:pt x="2030529" y="321634"/>
                </a:cubicBezTo>
                <a:cubicBezTo>
                  <a:pt x="2030529" y="414189"/>
                  <a:pt x="2000464" y="463149"/>
                  <a:pt x="1946803" y="463149"/>
                </a:cubicBezTo>
                <a:moveTo>
                  <a:pt x="1946803" y="142174"/>
                </a:moveTo>
                <a:cubicBezTo>
                  <a:pt x="1837294" y="142174"/>
                  <a:pt x="1776594" y="222959"/>
                  <a:pt x="1776594" y="321634"/>
                </a:cubicBezTo>
                <a:cubicBezTo>
                  <a:pt x="1776594" y="420309"/>
                  <a:pt x="1837294" y="501094"/>
                  <a:pt x="1946803" y="501094"/>
                </a:cubicBezTo>
                <a:cubicBezTo>
                  <a:pt x="2056312" y="501094"/>
                  <a:pt x="2117013" y="420309"/>
                  <a:pt x="2117013" y="321634"/>
                </a:cubicBezTo>
                <a:cubicBezTo>
                  <a:pt x="2117013" y="222959"/>
                  <a:pt x="2056312" y="142174"/>
                  <a:pt x="1946803" y="142174"/>
                </a:cubicBezTo>
                <a:moveTo>
                  <a:pt x="2348590" y="142174"/>
                </a:moveTo>
                <a:cubicBezTo>
                  <a:pt x="2296927" y="142174"/>
                  <a:pt x="2268385" y="164301"/>
                  <a:pt x="2252306" y="192547"/>
                </a:cubicBezTo>
                <a:lnTo>
                  <a:pt x="2248119" y="192547"/>
                </a:lnTo>
                <a:lnTo>
                  <a:pt x="2248119" y="149048"/>
                </a:lnTo>
                <a:lnTo>
                  <a:pt x="2165821" y="149048"/>
                </a:lnTo>
                <a:lnTo>
                  <a:pt x="2165821" y="494221"/>
                </a:lnTo>
                <a:lnTo>
                  <a:pt x="2248119" y="494221"/>
                </a:lnTo>
                <a:lnTo>
                  <a:pt x="2248119" y="271261"/>
                </a:lnTo>
                <a:cubicBezTo>
                  <a:pt x="2248119" y="220229"/>
                  <a:pt x="2274664" y="190476"/>
                  <a:pt x="2317193" y="190476"/>
                </a:cubicBezTo>
                <a:cubicBezTo>
                  <a:pt x="2358389" y="190476"/>
                  <a:pt x="2376466" y="217404"/>
                  <a:pt x="2376466" y="258173"/>
                </a:cubicBezTo>
                <a:lnTo>
                  <a:pt x="2376466" y="494221"/>
                </a:lnTo>
                <a:lnTo>
                  <a:pt x="2458764" y="494221"/>
                </a:lnTo>
                <a:lnTo>
                  <a:pt x="2458764" y="257420"/>
                </a:lnTo>
                <a:cubicBezTo>
                  <a:pt x="2458764" y="186333"/>
                  <a:pt x="2421088" y="142174"/>
                  <a:pt x="2348590" y="142174"/>
                </a:cubicBezTo>
                <a:moveTo>
                  <a:pt x="3571359" y="463149"/>
                </a:moveTo>
                <a:cubicBezTo>
                  <a:pt x="3517604" y="463149"/>
                  <a:pt x="3487634" y="412776"/>
                  <a:pt x="3487634" y="321634"/>
                </a:cubicBezTo>
                <a:cubicBezTo>
                  <a:pt x="3487634" y="229080"/>
                  <a:pt x="3517604" y="180119"/>
                  <a:pt x="3571359" y="180119"/>
                </a:cubicBezTo>
                <a:cubicBezTo>
                  <a:pt x="3625115" y="180119"/>
                  <a:pt x="3655085" y="229833"/>
                  <a:pt x="3655085" y="321634"/>
                </a:cubicBezTo>
                <a:cubicBezTo>
                  <a:pt x="3655085" y="414189"/>
                  <a:pt x="3625020" y="463149"/>
                  <a:pt x="3571359" y="463149"/>
                </a:cubicBezTo>
                <a:moveTo>
                  <a:pt x="3571359" y="142174"/>
                </a:moveTo>
                <a:cubicBezTo>
                  <a:pt x="3461850" y="142174"/>
                  <a:pt x="3401150" y="222959"/>
                  <a:pt x="3401150" y="321634"/>
                </a:cubicBezTo>
                <a:cubicBezTo>
                  <a:pt x="3401150" y="420309"/>
                  <a:pt x="3461850" y="501094"/>
                  <a:pt x="3571359" y="501094"/>
                </a:cubicBezTo>
                <a:cubicBezTo>
                  <a:pt x="3680868" y="501094"/>
                  <a:pt x="3741569" y="420309"/>
                  <a:pt x="3741569" y="321634"/>
                </a:cubicBezTo>
                <a:cubicBezTo>
                  <a:pt x="3741569" y="222959"/>
                  <a:pt x="3680868" y="142174"/>
                  <a:pt x="3571359" y="142174"/>
                </a:cubicBezTo>
                <a:moveTo>
                  <a:pt x="4332308" y="142174"/>
                </a:moveTo>
                <a:cubicBezTo>
                  <a:pt x="4280646" y="142174"/>
                  <a:pt x="4252103" y="164301"/>
                  <a:pt x="4236024" y="192547"/>
                </a:cubicBezTo>
                <a:lnTo>
                  <a:pt x="4231838" y="192547"/>
                </a:lnTo>
                <a:lnTo>
                  <a:pt x="4231838" y="149048"/>
                </a:lnTo>
                <a:lnTo>
                  <a:pt x="4149539" y="149048"/>
                </a:lnTo>
                <a:lnTo>
                  <a:pt x="4149539" y="494221"/>
                </a:lnTo>
                <a:lnTo>
                  <a:pt x="4231838" y="494221"/>
                </a:lnTo>
                <a:lnTo>
                  <a:pt x="4231838" y="271261"/>
                </a:lnTo>
                <a:cubicBezTo>
                  <a:pt x="4231838" y="220229"/>
                  <a:pt x="4258383" y="190476"/>
                  <a:pt x="4300911" y="190476"/>
                </a:cubicBezTo>
                <a:cubicBezTo>
                  <a:pt x="4342108" y="190476"/>
                  <a:pt x="4360185" y="217404"/>
                  <a:pt x="4360185" y="258173"/>
                </a:cubicBezTo>
                <a:lnTo>
                  <a:pt x="4360185" y="494221"/>
                </a:lnTo>
                <a:lnTo>
                  <a:pt x="4442483" y="494221"/>
                </a:lnTo>
                <a:lnTo>
                  <a:pt x="4442483" y="257420"/>
                </a:lnTo>
                <a:cubicBezTo>
                  <a:pt x="4442578" y="186333"/>
                  <a:pt x="4404902" y="142174"/>
                  <a:pt x="4332308" y="142174"/>
                </a:cubicBezTo>
                <a:moveTo>
                  <a:pt x="4629533" y="142174"/>
                </a:moveTo>
                <a:cubicBezTo>
                  <a:pt x="4553514" y="142174"/>
                  <a:pt x="4496334" y="173905"/>
                  <a:pt x="4496334" y="241602"/>
                </a:cubicBezTo>
                <a:cubicBezTo>
                  <a:pt x="4496334" y="298943"/>
                  <a:pt x="4536103" y="330014"/>
                  <a:pt x="4580725" y="341030"/>
                </a:cubicBezTo>
                <a:lnTo>
                  <a:pt x="4650464" y="358260"/>
                </a:lnTo>
                <a:cubicBezTo>
                  <a:pt x="4687475" y="367205"/>
                  <a:pt x="4704220" y="380387"/>
                  <a:pt x="4704220" y="409387"/>
                </a:cubicBezTo>
                <a:cubicBezTo>
                  <a:pt x="4704220" y="444601"/>
                  <a:pt x="4679102" y="464656"/>
                  <a:pt x="4635146" y="464656"/>
                </a:cubicBezTo>
                <a:cubicBezTo>
                  <a:pt x="4587670" y="464656"/>
                  <a:pt x="4563314" y="441870"/>
                  <a:pt x="4555607" y="384624"/>
                </a:cubicBezTo>
                <a:lnTo>
                  <a:pt x="4481682" y="405338"/>
                </a:lnTo>
                <a:cubicBezTo>
                  <a:pt x="4485868" y="464750"/>
                  <a:pt x="4541716" y="501282"/>
                  <a:pt x="4626108" y="501282"/>
                </a:cubicBezTo>
                <a:cubicBezTo>
                  <a:pt x="4720299" y="501282"/>
                  <a:pt x="4771200" y="457782"/>
                  <a:pt x="4771200" y="388767"/>
                </a:cubicBezTo>
                <a:cubicBezTo>
                  <a:pt x="4771200" y="323894"/>
                  <a:pt x="4725817" y="296965"/>
                  <a:pt x="4678436" y="285196"/>
                </a:cubicBezTo>
                <a:lnTo>
                  <a:pt x="4611456" y="268625"/>
                </a:lnTo>
                <a:cubicBezTo>
                  <a:pt x="4577966" y="260339"/>
                  <a:pt x="4563314" y="245180"/>
                  <a:pt x="4563314" y="223054"/>
                </a:cubicBezTo>
                <a:cubicBezTo>
                  <a:pt x="4563314" y="195466"/>
                  <a:pt x="4587004" y="178895"/>
                  <a:pt x="4622588" y="178895"/>
                </a:cubicBezTo>
                <a:cubicBezTo>
                  <a:pt x="4664450" y="178895"/>
                  <a:pt x="4690234" y="201680"/>
                  <a:pt x="4693754" y="245180"/>
                </a:cubicBezTo>
                <a:lnTo>
                  <a:pt x="4763493" y="224466"/>
                </a:lnTo>
                <a:cubicBezTo>
                  <a:pt x="4755026" y="175976"/>
                  <a:pt x="4706884" y="142174"/>
                  <a:pt x="4629533" y="142174"/>
                </a:cubicBezTo>
                <a:moveTo>
                  <a:pt x="4975471" y="463149"/>
                </a:moveTo>
                <a:cubicBezTo>
                  <a:pt x="4921715" y="463149"/>
                  <a:pt x="4891745" y="412776"/>
                  <a:pt x="4891745" y="321634"/>
                </a:cubicBezTo>
                <a:cubicBezTo>
                  <a:pt x="4891745" y="229080"/>
                  <a:pt x="4921715" y="180119"/>
                  <a:pt x="4975471" y="180119"/>
                </a:cubicBezTo>
                <a:cubicBezTo>
                  <a:pt x="5029226" y="180119"/>
                  <a:pt x="5059196" y="229833"/>
                  <a:pt x="5059196" y="321634"/>
                </a:cubicBezTo>
                <a:cubicBezTo>
                  <a:pt x="5059196" y="414189"/>
                  <a:pt x="5029131" y="463149"/>
                  <a:pt x="4975471" y="463149"/>
                </a:cubicBezTo>
                <a:moveTo>
                  <a:pt x="4975471" y="142174"/>
                </a:moveTo>
                <a:cubicBezTo>
                  <a:pt x="4865962" y="142174"/>
                  <a:pt x="4805261" y="222959"/>
                  <a:pt x="4805261" y="321634"/>
                </a:cubicBezTo>
                <a:cubicBezTo>
                  <a:pt x="4805261" y="420309"/>
                  <a:pt x="4865962" y="501094"/>
                  <a:pt x="4975471" y="501094"/>
                </a:cubicBezTo>
                <a:cubicBezTo>
                  <a:pt x="5084980" y="501094"/>
                  <a:pt x="5145680" y="420309"/>
                  <a:pt x="5145680" y="321634"/>
                </a:cubicBezTo>
                <a:cubicBezTo>
                  <a:pt x="5145680" y="222959"/>
                  <a:pt x="5084980" y="142174"/>
                  <a:pt x="4975471" y="142174"/>
                </a:cubicBezTo>
                <a:moveTo>
                  <a:pt x="5377257" y="142174"/>
                </a:moveTo>
                <a:cubicBezTo>
                  <a:pt x="5325595" y="142174"/>
                  <a:pt x="5297052" y="164301"/>
                  <a:pt x="5280973" y="192547"/>
                </a:cubicBezTo>
                <a:lnTo>
                  <a:pt x="5276787" y="192547"/>
                </a:lnTo>
                <a:lnTo>
                  <a:pt x="5276787" y="149048"/>
                </a:lnTo>
                <a:lnTo>
                  <a:pt x="5194488" y="149048"/>
                </a:lnTo>
                <a:lnTo>
                  <a:pt x="5194488" y="494221"/>
                </a:lnTo>
                <a:lnTo>
                  <a:pt x="5276787" y="494221"/>
                </a:lnTo>
                <a:lnTo>
                  <a:pt x="5276787" y="271261"/>
                </a:lnTo>
                <a:cubicBezTo>
                  <a:pt x="5276787" y="220229"/>
                  <a:pt x="5303331" y="190476"/>
                  <a:pt x="5345860" y="190476"/>
                </a:cubicBezTo>
                <a:cubicBezTo>
                  <a:pt x="5387057" y="190476"/>
                  <a:pt x="5405134" y="217404"/>
                  <a:pt x="5405134" y="258173"/>
                </a:cubicBezTo>
                <a:lnTo>
                  <a:pt x="5405134" y="494221"/>
                </a:lnTo>
                <a:lnTo>
                  <a:pt x="5487432" y="494221"/>
                </a:lnTo>
                <a:lnTo>
                  <a:pt x="5487432" y="257420"/>
                </a:lnTo>
                <a:cubicBezTo>
                  <a:pt x="5487432" y="186333"/>
                  <a:pt x="5449755" y="142174"/>
                  <a:pt x="5377257" y="142174"/>
                </a:cubicBezTo>
                <a:moveTo>
                  <a:pt x="323674" y="11016"/>
                </a:moveTo>
                <a:lnTo>
                  <a:pt x="237190" y="11016"/>
                </a:lnTo>
                <a:lnTo>
                  <a:pt x="237190" y="367864"/>
                </a:lnTo>
                <a:cubicBezTo>
                  <a:pt x="237190" y="425864"/>
                  <a:pt x="214831" y="460325"/>
                  <a:pt x="161837" y="460325"/>
                </a:cubicBezTo>
                <a:cubicBezTo>
                  <a:pt x="109509" y="460325"/>
                  <a:pt x="86484" y="423698"/>
                  <a:pt x="86484" y="360897"/>
                </a:cubicBezTo>
                <a:lnTo>
                  <a:pt x="86484" y="294612"/>
                </a:lnTo>
                <a:lnTo>
                  <a:pt x="0" y="315985"/>
                </a:lnTo>
                <a:lnTo>
                  <a:pt x="0" y="345644"/>
                </a:lnTo>
                <a:cubicBezTo>
                  <a:pt x="0" y="436033"/>
                  <a:pt x="45383" y="505143"/>
                  <a:pt x="161837" y="505143"/>
                </a:cubicBezTo>
                <a:cubicBezTo>
                  <a:pt x="278291" y="505143"/>
                  <a:pt x="323674" y="436127"/>
                  <a:pt x="323674" y="345644"/>
                </a:cubicBezTo>
                <a:lnTo>
                  <a:pt x="323674" y="11016"/>
                </a:lnTo>
                <a:moveTo>
                  <a:pt x="844008" y="11016"/>
                </a:moveTo>
                <a:lnTo>
                  <a:pt x="761710" y="11016"/>
                </a:lnTo>
                <a:lnTo>
                  <a:pt x="761710" y="494221"/>
                </a:lnTo>
                <a:lnTo>
                  <a:pt x="844008" y="494221"/>
                </a:lnTo>
                <a:lnTo>
                  <a:pt x="844008" y="271261"/>
                </a:lnTo>
                <a:cubicBezTo>
                  <a:pt x="844008" y="220229"/>
                  <a:pt x="870553" y="190476"/>
                  <a:pt x="913081" y="190476"/>
                </a:cubicBezTo>
                <a:cubicBezTo>
                  <a:pt x="954278" y="190476"/>
                  <a:pt x="972355" y="217404"/>
                  <a:pt x="972355" y="258173"/>
                </a:cubicBezTo>
                <a:lnTo>
                  <a:pt x="972355" y="494221"/>
                </a:lnTo>
                <a:lnTo>
                  <a:pt x="1054653" y="494221"/>
                </a:lnTo>
                <a:lnTo>
                  <a:pt x="1054653" y="257420"/>
                </a:lnTo>
                <a:cubicBezTo>
                  <a:pt x="1054653" y="186333"/>
                  <a:pt x="1016977" y="142174"/>
                  <a:pt x="944478" y="142174"/>
                </a:cubicBezTo>
                <a:cubicBezTo>
                  <a:pt x="892816" y="142174"/>
                  <a:pt x="864273" y="164301"/>
                  <a:pt x="848194" y="192547"/>
                </a:cubicBezTo>
                <a:lnTo>
                  <a:pt x="844008" y="192547"/>
                </a:lnTo>
                <a:lnTo>
                  <a:pt x="844008" y="11016"/>
                </a:lnTo>
                <a:moveTo>
                  <a:pt x="3352342" y="11016"/>
                </a:moveTo>
                <a:lnTo>
                  <a:pt x="3265857" y="11016"/>
                </a:lnTo>
                <a:lnTo>
                  <a:pt x="3265857" y="367864"/>
                </a:lnTo>
                <a:cubicBezTo>
                  <a:pt x="3265857" y="425864"/>
                  <a:pt x="3243499" y="460325"/>
                  <a:pt x="3190504" y="460325"/>
                </a:cubicBezTo>
                <a:cubicBezTo>
                  <a:pt x="3138176" y="460325"/>
                  <a:pt x="3115152" y="423698"/>
                  <a:pt x="3115152" y="360897"/>
                </a:cubicBezTo>
                <a:lnTo>
                  <a:pt x="3115152" y="294612"/>
                </a:lnTo>
                <a:lnTo>
                  <a:pt x="3028667" y="315985"/>
                </a:lnTo>
                <a:lnTo>
                  <a:pt x="3028667" y="345644"/>
                </a:lnTo>
                <a:cubicBezTo>
                  <a:pt x="3028667" y="436033"/>
                  <a:pt x="3074050" y="505143"/>
                  <a:pt x="3190504" y="505143"/>
                </a:cubicBezTo>
                <a:cubicBezTo>
                  <a:pt x="3306959" y="505143"/>
                  <a:pt x="3352342" y="436127"/>
                  <a:pt x="3352342" y="345644"/>
                </a:cubicBezTo>
                <a:lnTo>
                  <a:pt x="3352342" y="11016"/>
                </a:lnTo>
                <a:moveTo>
                  <a:pt x="3872675" y="11016"/>
                </a:moveTo>
                <a:lnTo>
                  <a:pt x="3790377" y="11016"/>
                </a:lnTo>
                <a:lnTo>
                  <a:pt x="3790377" y="494221"/>
                </a:lnTo>
                <a:lnTo>
                  <a:pt x="3872675" y="494221"/>
                </a:lnTo>
                <a:lnTo>
                  <a:pt x="3872675" y="271261"/>
                </a:lnTo>
                <a:cubicBezTo>
                  <a:pt x="3872675" y="220229"/>
                  <a:pt x="3899220" y="190476"/>
                  <a:pt x="3941749" y="190476"/>
                </a:cubicBezTo>
                <a:cubicBezTo>
                  <a:pt x="3982945" y="190476"/>
                  <a:pt x="4001022" y="217404"/>
                  <a:pt x="4001022" y="258173"/>
                </a:cubicBezTo>
                <a:lnTo>
                  <a:pt x="4001022" y="494221"/>
                </a:lnTo>
                <a:lnTo>
                  <a:pt x="4083320" y="494221"/>
                </a:lnTo>
                <a:lnTo>
                  <a:pt x="4083320" y="257420"/>
                </a:lnTo>
                <a:cubicBezTo>
                  <a:pt x="4083320" y="186333"/>
                  <a:pt x="4045644" y="142174"/>
                  <a:pt x="3973146" y="142174"/>
                </a:cubicBezTo>
                <a:cubicBezTo>
                  <a:pt x="3921483" y="142174"/>
                  <a:pt x="3892941" y="164301"/>
                  <a:pt x="3876861" y="192547"/>
                </a:cubicBezTo>
                <a:lnTo>
                  <a:pt x="3872675" y="192547"/>
                </a:lnTo>
                <a:lnTo>
                  <a:pt x="3872675" y="11016"/>
                </a:lnTo>
                <a:moveTo>
                  <a:pt x="2730110" y="454864"/>
                </a:moveTo>
                <a:cubicBezTo>
                  <a:pt x="2663130" y="454864"/>
                  <a:pt x="2622029" y="401007"/>
                  <a:pt x="2622029" y="343761"/>
                </a:cubicBezTo>
                <a:cubicBezTo>
                  <a:pt x="2622029" y="307887"/>
                  <a:pt x="2638108" y="274745"/>
                  <a:pt x="2664557" y="256102"/>
                </a:cubicBezTo>
                <a:lnTo>
                  <a:pt x="2822208" y="426617"/>
                </a:lnTo>
                <a:cubicBezTo>
                  <a:pt x="2792904" y="443848"/>
                  <a:pt x="2760080" y="454864"/>
                  <a:pt x="2730110" y="454864"/>
                </a:cubicBezTo>
                <a:moveTo>
                  <a:pt x="2883575" y="369936"/>
                </a:moveTo>
                <a:lnTo>
                  <a:pt x="2746856" y="220794"/>
                </a:lnTo>
                <a:cubicBezTo>
                  <a:pt x="2771307" y="211096"/>
                  <a:pt x="2794998" y="207706"/>
                  <a:pt x="2814502" y="207706"/>
                </a:cubicBezTo>
                <a:cubicBezTo>
                  <a:pt x="2871016" y="207706"/>
                  <a:pt x="2905838" y="240190"/>
                  <a:pt x="2905838" y="296118"/>
                </a:cubicBezTo>
                <a:cubicBezTo>
                  <a:pt x="2905934" y="320975"/>
                  <a:pt x="2898893" y="346491"/>
                  <a:pt x="2883575" y="369936"/>
                </a:cubicBezTo>
                <a:moveTo>
                  <a:pt x="2728017" y="200833"/>
                </a:moveTo>
                <a:lnTo>
                  <a:pt x="2698047" y="167690"/>
                </a:lnTo>
                <a:cubicBezTo>
                  <a:pt x="2671503" y="138691"/>
                  <a:pt x="2663891" y="120707"/>
                  <a:pt x="2663891" y="99334"/>
                </a:cubicBezTo>
                <a:cubicBezTo>
                  <a:pt x="2663891" y="59318"/>
                  <a:pt x="2689675" y="36532"/>
                  <a:pt x="2730110" y="36532"/>
                </a:cubicBezTo>
                <a:cubicBezTo>
                  <a:pt x="2771307" y="36532"/>
                  <a:pt x="2795664" y="59977"/>
                  <a:pt x="2795664" y="102817"/>
                </a:cubicBezTo>
                <a:cubicBezTo>
                  <a:pt x="2795664" y="142174"/>
                  <a:pt x="2776159" y="179460"/>
                  <a:pt x="2728017" y="200833"/>
                </a:cubicBezTo>
                <a:moveTo>
                  <a:pt x="2732204" y="0"/>
                </a:moveTo>
                <a:cubicBezTo>
                  <a:pt x="2635920" y="0"/>
                  <a:pt x="2588539" y="53198"/>
                  <a:pt x="2588539" y="119389"/>
                </a:cubicBezTo>
                <a:cubicBezTo>
                  <a:pt x="2588539" y="155262"/>
                  <a:pt x="2603857" y="191229"/>
                  <a:pt x="2644387" y="234635"/>
                </a:cubicBezTo>
                <a:lnTo>
                  <a:pt x="2645053" y="236047"/>
                </a:lnTo>
                <a:cubicBezTo>
                  <a:pt x="2576741" y="268531"/>
                  <a:pt x="2545344" y="320975"/>
                  <a:pt x="2545344" y="374832"/>
                </a:cubicBezTo>
                <a:cubicBezTo>
                  <a:pt x="2545344" y="445919"/>
                  <a:pt x="2600432" y="505331"/>
                  <a:pt x="2685584" y="505331"/>
                </a:cubicBezTo>
                <a:cubicBezTo>
                  <a:pt x="2734392" y="505331"/>
                  <a:pt x="2791573" y="485276"/>
                  <a:pt x="2843235" y="449403"/>
                </a:cubicBezTo>
                <a:lnTo>
                  <a:pt x="2885097" y="494315"/>
                </a:lnTo>
                <a:lnTo>
                  <a:pt x="2994606" y="494315"/>
                </a:lnTo>
                <a:lnTo>
                  <a:pt x="2994606" y="490831"/>
                </a:lnTo>
                <a:lnTo>
                  <a:pt x="2905363" y="393474"/>
                </a:lnTo>
                <a:cubicBezTo>
                  <a:pt x="2943039" y="349316"/>
                  <a:pt x="2964637" y="301014"/>
                  <a:pt x="2964637" y="258833"/>
                </a:cubicBezTo>
                <a:cubicBezTo>
                  <a:pt x="2964637" y="206388"/>
                  <a:pt x="2929053" y="171174"/>
                  <a:pt x="2873300" y="171174"/>
                </a:cubicBezTo>
                <a:cubicBezTo>
                  <a:pt x="2843996" y="171174"/>
                  <a:pt x="2811172" y="179460"/>
                  <a:pt x="2789574" y="187745"/>
                </a:cubicBezTo>
                <a:lnTo>
                  <a:pt x="2788147" y="185015"/>
                </a:lnTo>
                <a:cubicBezTo>
                  <a:pt x="2841142" y="156674"/>
                  <a:pt x="2863500" y="130499"/>
                  <a:pt x="2863500" y="93873"/>
                </a:cubicBezTo>
                <a:cubicBezTo>
                  <a:pt x="2863310" y="41428"/>
                  <a:pt x="2815929" y="0"/>
                  <a:pt x="2732204" y="0"/>
                </a:cubicBezTo>
              </a:path>
            </a:pathLst>
          </a:custGeom>
          <a:solidFill>
            <a:schemeClr val="accent1"/>
          </a:solidFill>
          <a:ln w="9509" cap="flat">
            <a:noFill/>
            <a:prstDash val="solid"/>
            <a:miter/>
          </a:ln>
        </p:spPr>
        <p:txBody>
          <a:bodyPr rtlCol="0" anchor="ctr"/>
          <a:lstStyle/>
          <a:p>
            <a:endParaRPr lang="en-GB"/>
          </a:p>
        </p:txBody>
      </p:sp>
      <p:sp>
        <p:nvSpPr>
          <p:cNvPr id="2" name="Footer Placeholder 4">
            <a:extLst>
              <a:ext uri="{FF2B5EF4-FFF2-40B4-BE49-F238E27FC236}">
                <a16:creationId xmlns:a16="http://schemas.microsoft.com/office/drawing/2014/main" id="{3576F35B-873D-7A43-23A2-6F342CC816B8}"/>
              </a:ext>
            </a:extLst>
          </p:cNvPr>
          <p:cNvSpPr>
            <a:spLocks noGrp="1"/>
          </p:cNvSpPr>
          <p:nvPr>
            <p:ph type="ftr" sz="quarter" idx="3"/>
          </p:nvPr>
        </p:nvSpPr>
        <p:spPr>
          <a:xfrm>
            <a:off x="288259" y="5868000"/>
            <a:ext cx="1161051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dirty="0"/>
              <a:t>Slide legal disclaimer goes here if required
Slide footer goes here if required. Turn off globally using the Header/Footer function (under the Insert menu).</a:t>
            </a:r>
          </a:p>
        </p:txBody>
      </p:sp>
      <p:pic>
        <p:nvPicPr>
          <p:cNvPr id="3" name="Graphic 2">
            <a:extLst>
              <a:ext uri="{FF2B5EF4-FFF2-40B4-BE49-F238E27FC236}">
                <a16:creationId xmlns:a16="http://schemas.microsoft.com/office/drawing/2014/main" id="{3E533CC4-44DA-8799-D31E-C61339C4A0C4}"/>
              </a:ext>
            </a:extLst>
          </p:cNvPr>
          <p:cNvPicPr>
            <a:picLocks noChangeAspect="1"/>
          </p:cNvPicPr>
          <p:nvPr userDrawn="1"/>
        </p:nvPicPr>
        <p:blipFill>
          <a:blip>
            <a:lum/>
            <a:extLst>
              <a:ext uri="{96DAC541-7B7A-43D3-8B79-37D633B846F1}">
                <asvg:svgBlip xmlns:asvg="http://schemas.microsoft.com/office/drawing/2016/SVG/main" r:embed="rId2"/>
              </a:ext>
            </a:extLst>
          </a:blip>
          <a:stretch>
            <a:fillRect/>
          </a:stretch>
        </p:blipFill>
        <p:spPr>
          <a:xfrm>
            <a:off x="10900476" y="6347868"/>
            <a:ext cx="1017714" cy="246221"/>
          </a:xfrm>
          <a:prstGeom prst="rect">
            <a:avLst/>
          </a:prstGeom>
        </p:spPr>
      </p:pic>
    </p:spTree>
    <p:extLst>
      <p:ext uri="{BB962C8B-B14F-4D97-AF65-F5344CB8AC3E}">
        <p14:creationId xmlns:p14="http://schemas.microsoft.com/office/powerpoint/2010/main" val="30382135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 Long titles ">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1F71E3-AC39-2207-0CC4-1E2486610795}"/>
              </a:ext>
            </a:extLst>
          </p:cNvPr>
          <p:cNvSpPr>
            <a:spLocks noGrp="1"/>
          </p:cNvSpPr>
          <p:nvPr>
            <p:ph type="ctrTitle" hasCustomPrompt="1"/>
          </p:nvPr>
        </p:nvSpPr>
        <p:spPr>
          <a:xfrm>
            <a:off x="285980" y="266955"/>
            <a:ext cx="5734050" cy="3482172"/>
          </a:xfrm>
        </p:spPr>
        <p:txBody>
          <a:bodyPr wrap="square" anchor="t">
            <a:normAutofit/>
          </a:bodyPr>
          <a:lstStyle>
            <a:lvl1pPr algn="l">
              <a:lnSpc>
                <a:spcPct val="80000"/>
              </a:lnSpc>
              <a:defRPr sz="7000" b="0" i="0" spc="0" baseline="0">
                <a:solidFill>
                  <a:schemeClr val="bg1"/>
                </a:solidFill>
                <a:latin typeface="+mj-lt"/>
              </a:defRPr>
            </a:lvl1pPr>
          </a:lstStyle>
          <a:p>
            <a:r>
              <a:rPr lang="en-GB" dirty="0"/>
              <a:t>Longer titles will shrink automatically</a:t>
            </a:r>
            <a:br>
              <a:rPr lang="en-GB" dirty="0"/>
            </a:br>
            <a:endParaRPr lang="en-GB" dirty="0"/>
          </a:p>
        </p:txBody>
      </p:sp>
      <p:sp>
        <p:nvSpPr>
          <p:cNvPr id="9" name="Subtitle 2">
            <a:extLst>
              <a:ext uri="{FF2B5EF4-FFF2-40B4-BE49-F238E27FC236}">
                <a16:creationId xmlns:a16="http://schemas.microsoft.com/office/drawing/2014/main" id="{52CA5BFA-B5A6-B786-4C05-6FD9C9E49AB2}"/>
              </a:ext>
            </a:extLst>
          </p:cNvPr>
          <p:cNvSpPr>
            <a:spLocks noGrp="1"/>
          </p:cNvSpPr>
          <p:nvPr>
            <p:ph type="subTitle" idx="1" hasCustomPrompt="1"/>
          </p:nvPr>
        </p:nvSpPr>
        <p:spPr>
          <a:xfrm>
            <a:off x="284806" y="4889500"/>
            <a:ext cx="5738042" cy="865834"/>
          </a:xfrm>
        </p:spPr>
        <p:txBody>
          <a:bodyPr anchor="b"/>
          <a:lstStyle>
            <a:lvl1pPr marL="0" indent="0" algn="l">
              <a:lnSpc>
                <a:spcPct val="100000"/>
              </a:lnSpc>
              <a:spcBef>
                <a:spcPts val="0"/>
              </a:spcBef>
              <a:spcAft>
                <a:spcPts val="0"/>
              </a:spcAft>
              <a:buNone/>
              <a:defRPr sz="1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Supporting details. Delete if not required.</a:t>
            </a:r>
          </a:p>
        </p:txBody>
      </p:sp>
      <p:sp>
        <p:nvSpPr>
          <p:cNvPr id="11" name="Picture Placeholder 3">
            <a:extLst>
              <a:ext uri="{FF2B5EF4-FFF2-40B4-BE49-F238E27FC236}">
                <a16:creationId xmlns:a16="http://schemas.microsoft.com/office/drawing/2014/main" id="{E1BD3F77-9A53-CD01-DCF8-3C90891AE6D0}"/>
              </a:ext>
            </a:extLst>
          </p:cNvPr>
          <p:cNvSpPr>
            <a:spLocks noGrp="1"/>
          </p:cNvSpPr>
          <p:nvPr>
            <p:ph type="pic" sz="quarter" idx="11" hasCustomPrompt="1"/>
          </p:nvPr>
        </p:nvSpPr>
        <p:spPr>
          <a:xfrm>
            <a:off x="6562381" y="0"/>
            <a:ext cx="5629619" cy="6858000"/>
          </a:xfrm>
          <a:solidFill>
            <a:srgbClr val="F6F3F2"/>
          </a:solidFill>
        </p:spPr>
        <p:txBody>
          <a:bodyPr/>
          <a:lstStyle>
            <a:lvl1pPr>
              <a:defRPr lang="en-US" dirty="0"/>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 Double click the image to adjust crop and scale.</a:t>
            </a:r>
          </a:p>
        </p:txBody>
      </p:sp>
      <p:sp>
        <p:nvSpPr>
          <p:cNvPr id="4" name="Graphic 2">
            <a:extLst>
              <a:ext uri="{FF2B5EF4-FFF2-40B4-BE49-F238E27FC236}">
                <a16:creationId xmlns:a16="http://schemas.microsoft.com/office/drawing/2014/main" id="{1457E6FC-210A-4A04-1640-ED8A61457C29}"/>
              </a:ext>
            </a:extLst>
          </p:cNvPr>
          <p:cNvSpPr>
            <a:spLocks noChangeAspect="1"/>
          </p:cNvSpPr>
          <p:nvPr userDrawn="1"/>
        </p:nvSpPr>
        <p:spPr>
          <a:xfrm>
            <a:off x="290513" y="6377853"/>
            <a:ext cx="2034000" cy="187309"/>
          </a:xfrm>
          <a:custGeom>
            <a:avLst/>
            <a:gdLst>
              <a:gd name="connsiteX0" fmla="*/ 542692 w 5487431"/>
              <a:gd name="connsiteY0" fmla="*/ 463149 h 505330"/>
              <a:gd name="connsiteX1" fmla="*/ 458967 w 5487431"/>
              <a:gd name="connsiteY1" fmla="*/ 321634 h 505330"/>
              <a:gd name="connsiteX2" fmla="*/ 542692 w 5487431"/>
              <a:gd name="connsiteY2" fmla="*/ 180119 h 505330"/>
              <a:gd name="connsiteX3" fmla="*/ 626417 w 5487431"/>
              <a:gd name="connsiteY3" fmla="*/ 321634 h 505330"/>
              <a:gd name="connsiteX4" fmla="*/ 542692 w 5487431"/>
              <a:gd name="connsiteY4" fmla="*/ 463149 h 505330"/>
              <a:gd name="connsiteX5" fmla="*/ 542692 w 5487431"/>
              <a:gd name="connsiteY5" fmla="*/ 142174 h 505330"/>
              <a:gd name="connsiteX6" fmla="*/ 372482 w 5487431"/>
              <a:gd name="connsiteY6" fmla="*/ 321634 h 505330"/>
              <a:gd name="connsiteX7" fmla="*/ 542692 w 5487431"/>
              <a:gd name="connsiteY7" fmla="*/ 501094 h 505330"/>
              <a:gd name="connsiteX8" fmla="*/ 712902 w 5487431"/>
              <a:gd name="connsiteY8" fmla="*/ 321634 h 505330"/>
              <a:gd name="connsiteX9" fmla="*/ 542692 w 5487431"/>
              <a:gd name="connsiteY9" fmla="*/ 142174 h 505330"/>
              <a:gd name="connsiteX10" fmla="*/ 1303641 w 5487431"/>
              <a:gd name="connsiteY10" fmla="*/ 142174 h 505330"/>
              <a:gd name="connsiteX11" fmla="*/ 1207357 w 5487431"/>
              <a:gd name="connsiteY11" fmla="*/ 192547 h 505330"/>
              <a:gd name="connsiteX12" fmla="*/ 1203170 w 5487431"/>
              <a:gd name="connsiteY12" fmla="*/ 192547 h 505330"/>
              <a:gd name="connsiteX13" fmla="*/ 1203170 w 5487431"/>
              <a:gd name="connsiteY13" fmla="*/ 149048 h 505330"/>
              <a:gd name="connsiteX14" fmla="*/ 1120872 w 5487431"/>
              <a:gd name="connsiteY14" fmla="*/ 149048 h 505330"/>
              <a:gd name="connsiteX15" fmla="*/ 1120872 w 5487431"/>
              <a:gd name="connsiteY15" fmla="*/ 494221 h 505330"/>
              <a:gd name="connsiteX16" fmla="*/ 1203170 w 5487431"/>
              <a:gd name="connsiteY16" fmla="*/ 494221 h 505330"/>
              <a:gd name="connsiteX17" fmla="*/ 1203170 w 5487431"/>
              <a:gd name="connsiteY17" fmla="*/ 271261 h 505330"/>
              <a:gd name="connsiteX18" fmla="*/ 1272244 w 5487431"/>
              <a:gd name="connsiteY18" fmla="*/ 190476 h 505330"/>
              <a:gd name="connsiteX19" fmla="*/ 1331518 w 5487431"/>
              <a:gd name="connsiteY19" fmla="*/ 258173 h 505330"/>
              <a:gd name="connsiteX20" fmla="*/ 1331518 w 5487431"/>
              <a:gd name="connsiteY20" fmla="*/ 494221 h 505330"/>
              <a:gd name="connsiteX21" fmla="*/ 1413816 w 5487431"/>
              <a:gd name="connsiteY21" fmla="*/ 494221 h 505330"/>
              <a:gd name="connsiteX22" fmla="*/ 1413816 w 5487431"/>
              <a:gd name="connsiteY22" fmla="*/ 257420 h 505330"/>
              <a:gd name="connsiteX23" fmla="*/ 1303641 w 5487431"/>
              <a:gd name="connsiteY23" fmla="*/ 142174 h 505330"/>
              <a:gd name="connsiteX24" fmla="*/ 1600771 w 5487431"/>
              <a:gd name="connsiteY24" fmla="*/ 142174 h 505330"/>
              <a:gd name="connsiteX25" fmla="*/ 1467571 w 5487431"/>
              <a:gd name="connsiteY25" fmla="*/ 241602 h 505330"/>
              <a:gd name="connsiteX26" fmla="*/ 1551962 w 5487431"/>
              <a:gd name="connsiteY26" fmla="*/ 341030 h 505330"/>
              <a:gd name="connsiteX27" fmla="*/ 1621702 w 5487431"/>
              <a:gd name="connsiteY27" fmla="*/ 358260 h 505330"/>
              <a:gd name="connsiteX28" fmla="*/ 1675457 w 5487431"/>
              <a:gd name="connsiteY28" fmla="*/ 409387 h 505330"/>
              <a:gd name="connsiteX29" fmla="*/ 1606384 w 5487431"/>
              <a:gd name="connsiteY29" fmla="*/ 464656 h 505330"/>
              <a:gd name="connsiteX30" fmla="*/ 1526845 w 5487431"/>
              <a:gd name="connsiteY30" fmla="*/ 384624 h 505330"/>
              <a:gd name="connsiteX31" fmla="*/ 1452919 w 5487431"/>
              <a:gd name="connsiteY31" fmla="*/ 405338 h 505330"/>
              <a:gd name="connsiteX32" fmla="*/ 1597345 w 5487431"/>
              <a:gd name="connsiteY32" fmla="*/ 501282 h 505330"/>
              <a:gd name="connsiteX33" fmla="*/ 1742438 w 5487431"/>
              <a:gd name="connsiteY33" fmla="*/ 388767 h 505330"/>
              <a:gd name="connsiteX34" fmla="*/ 1649674 w 5487431"/>
              <a:gd name="connsiteY34" fmla="*/ 285196 h 505330"/>
              <a:gd name="connsiteX35" fmla="*/ 1582693 w 5487431"/>
              <a:gd name="connsiteY35" fmla="*/ 268625 h 505330"/>
              <a:gd name="connsiteX36" fmla="*/ 1534551 w 5487431"/>
              <a:gd name="connsiteY36" fmla="*/ 223054 h 505330"/>
              <a:gd name="connsiteX37" fmla="*/ 1593825 w 5487431"/>
              <a:gd name="connsiteY37" fmla="*/ 178895 h 505330"/>
              <a:gd name="connsiteX38" fmla="*/ 1664992 w 5487431"/>
              <a:gd name="connsiteY38" fmla="*/ 245180 h 505330"/>
              <a:gd name="connsiteX39" fmla="*/ 1734731 w 5487431"/>
              <a:gd name="connsiteY39" fmla="*/ 224466 h 505330"/>
              <a:gd name="connsiteX40" fmla="*/ 1600771 w 5487431"/>
              <a:gd name="connsiteY40" fmla="*/ 142174 h 505330"/>
              <a:gd name="connsiteX41" fmla="*/ 1946803 w 5487431"/>
              <a:gd name="connsiteY41" fmla="*/ 463149 h 505330"/>
              <a:gd name="connsiteX42" fmla="*/ 1863078 w 5487431"/>
              <a:gd name="connsiteY42" fmla="*/ 321634 h 505330"/>
              <a:gd name="connsiteX43" fmla="*/ 1946803 w 5487431"/>
              <a:gd name="connsiteY43" fmla="*/ 180119 h 505330"/>
              <a:gd name="connsiteX44" fmla="*/ 2030529 w 5487431"/>
              <a:gd name="connsiteY44" fmla="*/ 321634 h 505330"/>
              <a:gd name="connsiteX45" fmla="*/ 1946803 w 5487431"/>
              <a:gd name="connsiteY45" fmla="*/ 463149 h 505330"/>
              <a:gd name="connsiteX46" fmla="*/ 1946803 w 5487431"/>
              <a:gd name="connsiteY46" fmla="*/ 142174 h 505330"/>
              <a:gd name="connsiteX47" fmla="*/ 1776594 w 5487431"/>
              <a:gd name="connsiteY47" fmla="*/ 321634 h 505330"/>
              <a:gd name="connsiteX48" fmla="*/ 1946803 w 5487431"/>
              <a:gd name="connsiteY48" fmla="*/ 501094 h 505330"/>
              <a:gd name="connsiteX49" fmla="*/ 2117013 w 5487431"/>
              <a:gd name="connsiteY49" fmla="*/ 321634 h 505330"/>
              <a:gd name="connsiteX50" fmla="*/ 1946803 w 5487431"/>
              <a:gd name="connsiteY50" fmla="*/ 142174 h 505330"/>
              <a:gd name="connsiteX51" fmla="*/ 2348590 w 5487431"/>
              <a:gd name="connsiteY51" fmla="*/ 142174 h 505330"/>
              <a:gd name="connsiteX52" fmla="*/ 2252306 w 5487431"/>
              <a:gd name="connsiteY52" fmla="*/ 192547 h 505330"/>
              <a:gd name="connsiteX53" fmla="*/ 2248119 w 5487431"/>
              <a:gd name="connsiteY53" fmla="*/ 192547 h 505330"/>
              <a:gd name="connsiteX54" fmla="*/ 2248119 w 5487431"/>
              <a:gd name="connsiteY54" fmla="*/ 149048 h 505330"/>
              <a:gd name="connsiteX55" fmla="*/ 2165821 w 5487431"/>
              <a:gd name="connsiteY55" fmla="*/ 149048 h 505330"/>
              <a:gd name="connsiteX56" fmla="*/ 2165821 w 5487431"/>
              <a:gd name="connsiteY56" fmla="*/ 494221 h 505330"/>
              <a:gd name="connsiteX57" fmla="*/ 2248119 w 5487431"/>
              <a:gd name="connsiteY57" fmla="*/ 494221 h 505330"/>
              <a:gd name="connsiteX58" fmla="*/ 2248119 w 5487431"/>
              <a:gd name="connsiteY58" fmla="*/ 271261 h 505330"/>
              <a:gd name="connsiteX59" fmla="*/ 2317193 w 5487431"/>
              <a:gd name="connsiteY59" fmla="*/ 190476 h 505330"/>
              <a:gd name="connsiteX60" fmla="*/ 2376466 w 5487431"/>
              <a:gd name="connsiteY60" fmla="*/ 258173 h 505330"/>
              <a:gd name="connsiteX61" fmla="*/ 2376466 w 5487431"/>
              <a:gd name="connsiteY61" fmla="*/ 494221 h 505330"/>
              <a:gd name="connsiteX62" fmla="*/ 2458764 w 5487431"/>
              <a:gd name="connsiteY62" fmla="*/ 494221 h 505330"/>
              <a:gd name="connsiteX63" fmla="*/ 2458764 w 5487431"/>
              <a:gd name="connsiteY63" fmla="*/ 257420 h 505330"/>
              <a:gd name="connsiteX64" fmla="*/ 2348590 w 5487431"/>
              <a:gd name="connsiteY64" fmla="*/ 142174 h 505330"/>
              <a:gd name="connsiteX65" fmla="*/ 3571359 w 5487431"/>
              <a:gd name="connsiteY65" fmla="*/ 463149 h 505330"/>
              <a:gd name="connsiteX66" fmla="*/ 3487634 w 5487431"/>
              <a:gd name="connsiteY66" fmla="*/ 321634 h 505330"/>
              <a:gd name="connsiteX67" fmla="*/ 3571359 w 5487431"/>
              <a:gd name="connsiteY67" fmla="*/ 180119 h 505330"/>
              <a:gd name="connsiteX68" fmla="*/ 3655085 w 5487431"/>
              <a:gd name="connsiteY68" fmla="*/ 321634 h 505330"/>
              <a:gd name="connsiteX69" fmla="*/ 3571359 w 5487431"/>
              <a:gd name="connsiteY69" fmla="*/ 463149 h 505330"/>
              <a:gd name="connsiteX70" fmla="*/ 3571359 w 5487431"/>
              <a:gd name="connsiteY70" fmla="*/ 142174 h 505330"/>
              <a:gd name="connsiteX71" fmla="*/ 3401150 w 5487431"/>
              <a:gd name="connsiteY71" fmla="*/ 321634 h 505330"/>
              <a:gd name="connsiteX72" fmla="*/ 3571359 w 5487431"/>
              <a:gd name="connsiteY72" fmla="*/ 501094 h 505330"/>
              <a:gd name="connsiteX73" fmla="*/ 3741569 w 5487431"/>
              <a:gd name="connsiteY73" fmla="*/ 321634 h 505330"/>
              <a:gd name="connsiteX74" fmla="*/ 3571359 w 5487431"/>
              <a:gd name="connsiteY74" fmla="*/ 142174 h 505330"/>
              <a:gd name="connsiteX75" fmla="*/ 4332308 w 5487431"/>
              <a:gd name="connsiteY75" fmla="*/ 142174 h 505330"/>
              <a:gd name="connsiteX76" fmla="*/ 4236024 w 5487431"/>
              <a:gd name="connsiteY76" fmla="*/ 192547 h 505330"/>
              <a:gd name="connsiteX77" fmla="*/ 4231838 w 5487431"/>
              <a:gd name="connsiteY77" fmla="*/ 192547 h 505330"/>
              <a:gd name="connsiteX78" fmla="*/ 4231838 w 5487431"/>
              <a:gd name="connsiteY78" fmla="*/ 149048 h 505330"/>
              <a:gd name="connsiteX79" fmla="*/ 4149539 w 5487431"/>
              <a:gd name="connsiteY79" fmla="*/ 149048 h 505330"/>
              <a:gd name="connsiteX80" fmla="*/ 4149539 w 5487431"/>
              <a:gd name="connsiteY80" fmla="*/ 494221 h 505330"/>
              <a:gd name="connsiteX81" fmla="*/ 4231838 w 5487431"/>
              <a:gd name="connsiteY81" fmla="*/ 494221 h 505330"/>
              <a:gd name="connsiteX82" fmla="*/ 4231838 w 5487431"/>
              <a:gd name="connsiteY82" fmla="*/ 271261 h 505330"/>
              <a:gd name="connsiteX83" fmla="*/ 4300911 w 5487431"/>
              <a:gd name="connsiteY83" fmla="*/ 190476 h 505330"/>
              <a:gd name="connsiteX84" fmla="*/ 4360185 w 5487431"/>
              <a:gd name="connsiteY84" fmla="*/ 258173 h 505330"/>
              <a:gd name="connsiteX85" fmla="*/ 4360185 w 5487431"/>
              <a:gd name="connsiteY85" fmla="*/ 494221 h 505330"/>
              <a:gd name="connsiteX86" fmla="*/ 4442483 w 5487431"/>
              <a:gd name="connsiteY86" fmla="*/ 494221 h 505330"/>
              <a:gd name="connsiteX87" fmla="*/ 4442483 w 5487431"/>
              <a:gd name="connsiteY87" fmla="*/ 257420 h 505330"/>
              <a:gd name="connsiteX88" fmla="*/ 4332308 w 5487431"/>
              <a:gd name="connsiteY88" fmla="*/ 142174 h 505330"/>
              <a:gd name="connsiteX89" fmla="*/ 4629533 w 5487431"/>
              <a:gd name="connsiteY89" fmla="*/ 142174 h 505330"/>
              <a:gd name="connsiteX90" fmla="*/ 4496334 w 5487431"/>
              <a:gd name="connsiteY90" fmla="*/ 241602 h 505330"/>
              <a:gd name="connsiteX91" fmla="*/ 4580725 w 5487431"/>
              <a:gd name="connsiteY91" fmla="*/ 341030 h 505330"/>
              <a:gd name="connsiteX92" fmla="*/ 4650464 w 5487431"/>
              <a:gd name="connsiteY92" fmla="*/ 358260 h 505330"/>
              <a:gd name="connsiteX93" fmla="*/ 4704220 w 5487431"/>
              <a:gd name="connsiteY93" fmla="*/ 409387 h 505330"/>
              <a:gd name="connsiteX94" fmla="*/ 4635146 w 5487431"/>
              <a:gd name="connsiteY94" fmla="*/ 464656 h 505330"/>
              <a:gd name="connsiteX95" fmla="*/ 4555607 w 5487431"/>
              <a:gd name="connsiteY95" fmla="*/ 384624 h 505330"/>
              <a:gd name="connsiteX96" fmla="*/ 4481682 w 5487431"/>
              <a:gd name="connsiteY96" fmla="*/ 405338 h 505330"/>
              <a:gd name="connsiteX97" fmla="*/ 4626108 w 5487431"/>
              <a:gd name="connsiteY97" fmla="*/ 501282 h 505330"/>
              <a:gd name="connsiteX98" fmla="*/ 4771200 w 5487431"/>
              <a:gd name="connsiteY98" fmla="*/ 388767 h 505330"/>
              <a:gd name="connsiteX99" fmla="*/ 4678436 w 5487431"/>
              <a:gd name="connsiteY99" fmla="*/ 285196 h 505330"/>
              <a:gd name="connsiteX100" fmla="*/ 4611456 w 5487431"/>
              <a:gd name="connsiteY100" fmla="*/ 268625 h 505330"/>
              <a:gd name="connsiteX101" fmla="*/ 4563314 w 5487431"/>
              <a:gd name="connsiteY101" fmla="*/ 223054 h 505330"/>
              <a:gd name="connsiteX102" fmla="*/ 4622588 w 5487431"/>
              <a:gd name="connsiteY102" fmla="*/ 178895 h 505330"/>
              <a:gd name="connsiteX103" fmla="*/ 4693754 w 5487431"/>
              <a:gd name="connsiteY103" fmla="*/ 245180 h 505330"/>
              <a:gd name="connsiteX104" fmla="*/ 4763493 w 5487431"/>
              <a:gd name="connsiteY104" fmla="*/ 224466 h 505330"/>
              <a:gd name="connsiteX105" fmla="*/ 4629533 w 5487431"/>
              <a:gd name="connsiteY105" fmla="*/ 142174 h 505330"/>
              <a:gd name="connsiteX106" fmla="*/ 4975471 w 5487431"/>
              <a:gd name="connsiteY106" fmla="*/ 463149 h 505330"/>
              <a:gd name="connsiteX107" fmla="*/ 4891745 w 5487431"/>
              <a:gd name="connsiteY107" fmla="*/ 321634 h 505330"/>
              <a:gd name="connsiteX108" fmla="*/ 4975471 w 5487431"/>
              <a:gd name="connsiteY108" fmla="*/ 180119 h 505330"/>
              <a:gd name="connsiteX109" fmla="*/ 5059196 w 5487431"/>
              <a:gd name="connsiteY109" fmla="*/ 321634 h 505330"/>
              <a:gd name="connsiteX110" fmla="*/ 4975471 w 5487431"/>
              <a:gd name="connsiteY110" fmla="*/ 463149 h 505330"/>
              <a:gd name="connsiteX111" fmla="*/ 4975471 w 5487431"/>
              <a:gd name="connsiteY111" fmla="*/ 142174 h 505330"/>
              <a:gd name="connsiteX112" fmla="*/ 4805261 w 5487431"/>
              <a:gd name="connsiteY112" fmla="*/ 321634 h 505330"/>
              <a:gd name="connsiteX113" fmla="*/ 4975471 w 5487431"/>
              <a:gd name="connsiteY113" fmla="*/ 501094 h 505330"/>
              <a:gd name="connsiteX114" fmla="*/ 5145680 w 5487431"/>
              <a:gd name="connsiteY114" fmla="*/ 321634 h 505330"/>
              <a:gd name="connsiteX115" fmla="*/ 4975471 w 5487431"/>
              <a:gd name="connsiteY115" fmla="*/ 142174 h 505330"/>
              <a:gd name="connsiteX116" fmla="*/ 5377257 w 5487431"/>
              <a:gd name="connsiteY116" fmla="*/ 142174 h 505330"/>
              <a:gd name="connsiteX117" fmla="*/ 5280973 w 5487431"/>
              <a:gd name="connsiteY117" fmla="*/ 192547 h 505330"/>
              <a:gd name="connsiteX118" fmla="*/ 5276787 w 5487431"/>
              <a:gd name="connsiteY118" fmla="*/ 192547 h 505330"/>
              <a:gd name="connsiteX119" fmla="*/ 5276787 w 5487431"/>
              <a:gd name="connsiteY119" fmla="*/ 149048 h 505330"/>
              <a:gd name="connsiteX120" fmla="*/ 5194488 w 5487431"/>
              <a:gd name="connsiteY120" fmla="*/ 149048 h 505330"/>
              <a:gd name="connsiteX121" fmla="*/ 5194488 w 5487431"/>
              <a:gd name="connsiteY121" fmla="*/ 494221 h 505330"/>
              <a:gd name="connsiteX122" fmla="*/ 5276787 w 5487431"/>
              <a:gd name="connsiteY122" fmla="*/ 494221 h 505330"/>
              <a:gd name="connsiteX123" fmla="*/ 5276787 w 5487431"/>
              <a:gd name="connsiteY123" fmla="*/ 271261 h 505330"/>
              <a:gd name="connsiteX124" fmla="*/ 5345860 w 5487431"/>
              <a:gd name="connsiteY124" fmla="*/ 190476 h 505330"/>
              <a:gd name="connsiteX125" fmla="*/ 5405134 w 5487431"/>
              <a:gd name="connsiteY125" fmla="*/ 258173 h 505330"/>
              <a:gd name="connsiteX126" fmla="*/ 5405134 w 5487431"/>
              <a:gd name="connsiteY126" fmla="*/ 494221 h 505330"/>
              <a:gd name="connsiteX127" fmla="*/ 5487432 w 5487431"/>
              <a:gd name="connsiteY127" fmla="*/ 494221 h 505330"/>
              <a:gd name="connsiteX128" fmla="*/ 5487432 w 5487431"/>
              <a:gd name="connsiteY128" fmla="*/ 257420 h 505330"/>
              <a:gd name="connsiteX129" fmla="*/ 5377257 w 5487431"/>
              <a:gd name="connsiteY129" fmla="*/ 142174 h 505330"/>
              <a:gd name="connsiteX130" fmla="*/ 323674 w 5487431"/>
              <a:gd name="connsiteY130" fmla="*/ 11016 h 505330"/>
              <a:gd name="connsiteX131" fmla="*/ 237190 w 5487431"/>
              <a:gd name="connsiteY131" fmla="*/ 11016 h 505330"/>
              <a:gd name="connsiteX132" fmla="*/ 237190 w 5487431"/>
              <a:gd name="connsiteY132" fmla="*/ 367864 h 505330"/>
              <a:gd name="connsiteX133" fmla="*/ 161837 w 5487431"/>
              <a:gd name="connsiteY133" fmla="*/ 460325 h 505330"/>
              <a:gd name="connsiteX134" fmla="*/ 86484 w 5487431"/>
              <a:gd name="connsiteY134" fmla="*/ 360897 h 505330"/>
              <a:gd name="connsiteX135" fmla="*/ 86484 w 5487431"/>
              <a:gd name="connsiteY135" fmla="*/ 294612 h 505330"/>
              <a:gd name="connsiteX136" fmla="*/ 0 w 5487431"/>
              <a:gd name="connsiteY136" fmla="*/ 315985 h 505330"/>
              <a:gd name="connsiteX137" fmla="*/ 0 w 5487431"/>
              <a:gd name="connsiteY137" fmla="*/ 345644 h 505330"/>
              <a:gd name="connsiteX138" fmla="*/ 161837 w 5487431"/>
              <a:gd name="connsiteY138" fmla="*/ 505143 h 505330"/>
              <a:gd name="connsiteX139" fmla="*/ 323674 w 5487431"/>
              <a:gd name="connsiteY139" fmla="*/ 345644 h 505330"/>
              <a:gd name="connsiteX140" fmla="*/ 323674 w 5487431"/>
              <a:gd name="connsiteY140" fmla="*/ 11016 h 505330"/>
              <a:gd name="connsiteX141" fmla="*/ 844008 w 5487431"/>
              <a:gd name="connsiteY141" fmla="*/ 11016 h 505330"/>
              <a:gd name="connsiteX142" fmla="*/ 761710 w 5487431"/>
              <a:gd name="connsiteY142" fmla="*/ 11016 h 505330"/>
              <a:gd name="connsiteX143" fmla="*/ 761710 w 5487431"/>
              <a:gd name="connsiteY143" fmla="*/ 494221 h 505330"/>
              <a:gd name="connsiteX144" fmla="*/ 844008 w 5487431"/>
              <a:gd name="connsiteY144" fmla="*/ 494221 h 505330"/>
              <a:gd name="connsiteX145" fmla="*/ 844008 w 5487431"/>
              <a:gd name="connsiteY145" fmla="*/ 271261 h 505330"/>
              <a:gd name="connsiteX146" fmla="*/ 913081 w 5487431"/>
              <a:gd name="connsiteY146" fmla="*/ 190476 h 505330"/>
              <a:gd name="connsiteX147" fmla="*/ 972355 w 5487431"/>
              <a:gd name="connsiteY147" fmla="*/ 258173 h 505330"/>
              <a:gd name="connsiteX148" fmla="*/ 972355 w 5487431"/>
              <a:gd name="connsiteY148" fmla="*/ 494221 h 505330"/>
              <a:gd name="connsiteX149" fmla="*/ 1054653 w 5487431"/>
              <a:gd name="connsiteY149" fmla="*/ 494221 h 505330"/>
              <a:gd name="connsiteX150" fmla="*/ 1054653 w 5487431"/>
              <a:gd name="connsiteY150" fmla="*/ 257420 h 505330"/>
              <a:gd name="connsiteX151" fmla="*/ 944478 w 5487431"/>
              <a:gd name="connsiteY151" fmla="*/ 142174 h 505330"/>
              <a:gd name="connsiteX152" fmla="*/ 848194 w 5487431"/>
              <a:gd name="connsiteY152" fmla="*/ 192547 h 505330"/>
              <a:gd name="connsiteX153" fmla="*/ 844008 w 5487431"/>
              <a:gd name="connsiteY153" fmla="*/ 192547 h 505330"/>
              <a:gd name="connsiteX154" fmla="*/ 844008 w 5487431"/>
              <a:gd name="connsiteY154" fmla="*/ 11016 h 505330"/>
              <a:gd name="connsiteX155" fmla="*/ 3352342 w 5487431"/>
              <a:gd name="connsiteY155" fmla="*/ 11016 h 505330"/>
              <a:gd name="connsiteX156" fmla="*/ 3265857 w 5487431"/>
              <a:gd name="connsiteY156" fmla="*/ 11016 h 505330"/>
              <a:gd name="connsiteX157" fmla="*/ 3265857 w 5487431"/>
              <a:gd name="connsiteY157" fmla="*/ 367864 h 505330"/>
              <a:gd name="connsiteX158" fmla="*/ 3190504 w 5487431"/>
              <a:gd name="connsiteY158" fmla="*/ 460325 h 505330"/>
              <a:gd name="connsiteX159" fmla="*/ 3115152 w 5487431"/>
              <a:gd name="connsiteY159" fmla="*/ 360897 h 505330"/>
              <a:gd name="connsiteX160" fmla="*/ 3115152 w 5487431"/>
              <a:gd name="connsiteY160" fmla="*/ 294612 h 505330"/>
              <a:gd name="connsiteX161" fmla="*/ 3028667 w 5487431"/>
              <a:gd name="connsiteY161" fmla="*/ 315985 h 505330"/>
              <a:gd name="connsiteX162" fmla="*/ 3028667 w 5487431"/>
              <a:gd name="connsiteY162" fmla="*/ 345644 h 505330"/>
              <a:gd name="connsiteX163" fmla="*/ 3190504 w 5487431"/>
              <a:gd name="connsiteY163" fmla="*/ 505143 h 505330"/>
              <a:gd name="connsiteX164" fmla="*/ 3352342 w 5487431"/>
              <a:gd name="connsiteY164" fmla="*/ 345644 h 505330"/>
              <a:gd name="connsiteX165" fmla="*/ 3352342 w 5487431"/>
              <a:gd name="connsiteY165" fmla="*/ 11016 h 505330"/>
              <a:gd name="connsiteX166" fmla="*/ 3872675 w 5487431"/>
              <a:gd name="connsiteY166" fmla="*/ 11016 h 505330"/>
              <a:gd name="connsiteX167" fmla="*/ 3790377 w 5487431"/>
              <a:gd name="connsiteY167" fmla="*/ 11016 h 505330"/>
              <a:gd name="connsiteX168" fmla="*/ 3790377 w 5487431"/>
              <a:gd name="connsiteY168" fmla="*/ 494221 h 505330"/>
              <a:gd name="connsiteX169" fmla="*/ 3872675 w 5487431"/>
              <a:gd name="connsiteY169" fmla="*/ 494221 h 505330"/>
              <a:gd name="connsiteX170" fmla="*/ 3872675 w 5487431"/>
              <a:gd name="connsiteY170" fmla="*/ 271261 h 505330"/>
              <a:gd name="connsiteX171" fmla="*/ 3941749 w 5487431"/>
              <a:gd name="connsiteY171" fmla="*/ 190476 h 505330"/>
              <a:gd name="connsiteX172" fmla="*/ 4001022 w 5487431"/>
              <a:gd name="connsiteY172" fmla="*/ 258173 h 505330"/>
              <a:gd name="connsiteX173" fmla="*/ 4001022 w 5487431"/>
              <a:gd name="connsiteY173" fmla="*/ 494221 h 505330"/>
              <a:gd name="connsiteX174" fmla="*/ 4083320 w 5487431"/>
              <a:gd name="connsiteY174" fmla="*/ 494221 h 505330"/>
              <a:gd name="connsiteX175" fmla="*/ 4083320 w 5487431"/>
              <a:gd name="connsiteY175" fmla="*/ 257420 h 505330"/>
              <a:gd name="connsiteX176" fmla="*/ 3973146 w 5487431"/>
              <a:gd name="connsiteY176" fmla="*/ 142174 h 505330"/>
              <a:gd name="connsiteX177" fmla="*/ 3876861 w 5487431"/>
              <a:gd name="connsiteY177" fmla="*/ 192547 h 505330"/>
              <a:gd name="connsiteX178" fmla="*/ 3872675 w 5487431"/>
              <a:gd name="connsiteY178" fmla="*/ 192547 h 505330"/>
              <a:gd name="connsiteX179" fmla="*/ 3872675 w 5487431"/>
              <a:gd name="connsiteY179" fmla="*/ 11016 h 505330"/>
              <a:gd name="connsiteX180" fmla="*/ 2730110 w 5487431"/>
              <a:gd name="connsiteY180" fmla="*/ 454864 h 505330"/>
              <a:gd name="connsiteX181" fmla="*/ 2622029 w 5487431"/>
              <a:gd name="connsiteY181" fmla="*/ 343761 h 505330"/>
              <a:gd name="connsiteX182" fmla="*/ 2664557 w 5487431"/>
              <a:gd name="connsiteY182" fmla="*/ 256102 h 505330"/>
              <a:gd name="connsiteX183" fmla="*/ 2822208 w 5487431"/>
              <a:gd name="connsiteY183" fmla="*/ 426617 h 505330"/>
              <a:gd name="connsiteX184" fmla="*/ 2730110 w 5487431"/>
              <a:gd name="connsiteY184" fmla="*/ 454864 h 505330"/>
              <a:gd name="connsiteX185" fmla="*/ 2883575 w 5487431"/>
              <a:gd name="connsiteY185" fmla="*/ 369936 h 505330"/>
              <a:gd name="connsiteX186" fmla="*/ 2746856 w 5487431"/>
              <a:gd name="connsiteY186" fmla="*/ 220794 h 505330"/>
              <a:gd name="connsiteX187" fmla="*/ 2814502 w 5487431"/>
              <a:gd name="connsiteY187" fmla="*/ 207706 h 505330"/>
              <a:gd name="connsiteX188" fmla="*/ 2905838 w 5487431"/>
              <a:gd name="connsiteY188" fmla="*/ 296118 h 505330"/>
              <a:gd name="connsiteX189" fmla="*/ 2883575 w 5487431"/>
              <a:gd name="connsiteY189" fmla="*/ 369936 h 505330"/>
              <a:gd name="connsiteX190" fmla="*/ 2728017 w 5487431"/>
              <a:gd name="connsiteY190" fmla="*/ 200833 h 505330"/>
              <a:gd name="connsiteX191" fmla="*/ 2698047 w 5487431"/>
              <a:gd name="connsiteY191" fmla="*/ 167690 h 505330"/>
              <a:gd name="connsiteX192" fmla="*/ 2663891 w 5487431"/>
              <a:gd name="connsiteY192" fmla="*/ 99334 h 505330"/>
              <a:gd name="connsiteX193" fmla="*/ 2730110 w 5487431"/>
              <a:gd name="connsiteY193" fmla="*/ 36532 h 505330"/>
              <a:gd name="connsiteX194" fmla="*/ 2795664 w 5487431"/>
              <a:gd name="connsiteY194" fmla="*/ 102817 h 505330"/>
              <a:gd name="connsiteX195" fmla="*/ 2728017 w 5487431"/>
              <a:gd name="connsiteY195" fmla="*/ 200833 h 505330"/>
              <a:gd name="connsiteX196" fmla="*/ 2732204 w 5487431"/>
              <a:gd name="connsiteY196" fmla="*/ 0 h 505330"/>
              <a:gd name="connsiteX197" fmla="*/ 2588539 w 5487431"/>
              <a:gd name="connsiteY197" fmla="*/ 119389 h 505330"/>
              <a:gd name="connsiteX198" fmla="*/ 2644387 w 5487431"/>
              <a:gd name="connsiteY198" fmla="*/ 234635 h 505330"/>
              <a:gd name="connsiteX199" fmla="*/ 2645053 w 5487431"/>
              <a:gd name="connsiteY199" fmla="*/ 236047 h 505330"/>
              <a:gd name="connsiteX200" fmla="*/ 2545344 w 5487431"/>
              <a:gd name="connsiteY200" fmla="*/ 374832 h 505330"/>
              <a:gd name="connsiteX201" fmla="*/ 2685584 w 5487431"/>
              <a:gd name="connsiteY201" fmla="*/ 505331 h 505330"/>
              <a:gd name="connsiteX202" fmla="*/ 2843235 w 5487431"/>
              <a:gd name="connsiteY202" fmla="*/ 449403 h 505330"/>
              <a:gd name="connsiteX203" fmla="*/ 2885097 w 5487431"/>
              <a:gd name="connsiteY203" fmla="*/ 494315 h 505330"/>
              <a:gd name="connsiteX204" fmla="*/ 2994606 w 5487431"/>
              <a:gd name="connsiteY204" fmla="*/ 494315 h 505330"/>
              <a:gd name="connsiteX205" fmla="*/ 2994606 w 5487431"/>
              <a:gd name="connsiteY205" fmla="*/ 490831 h 505330"/>
              <a:gd name="connsiteX206" fmla="*/ 2905363 w 5487431"/>
              <a:gd name="connsiteY206" fmla="*/ 393474 h 505330"/>
              <a:gd name="connsiteX207" fmla="*/ 2964637 w 5487431"/>
              <a:gd name="connsiteY207" fmla="*/ 258833 h 505330"/>
              <a:gd name="connsiteX208" fmla="*/ 2873300 w 5487431"/>
              <a:gd name="connsiteY208" fmla="*/ 171174 h 505330"/>
              <a:gd name="connsiteX209" fmla="*/ 2789574 w 5487431"/>
              <a:gd name="connsiteY209" fmla="*/ 187745 h 505330"/>
              <a:gd name="connsiteX210" fmla="*/ 2788147 w 5487431"/>
              <a:gd name="connsiteY210" fmla="*/ 185015 h 505330"/>
              <a:gd name="connsiteX211" fmla="*/ 2863500 w 5487431"/>
              <a:gd name="connsiteY211" fmla="*/ 93873 h 505330"/>
              <a:gd name="connsiteX212" fmla="*/ 2732204 w 5487431"/>
              <a:gd name="connsiteY212" fmla="*/ 0 h 5053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Lst>
            <a:rect l="l" t="t" r="r" b="b"/>
            <a:pathLst>
              <a:path w="5487431" h="505330">
                <a:moveTo>
                  <a:pt x="542692" y="463149"/>
                </a:moveTo>
                <a:cubicBezTo>
                  <a:pt x="488937" y="463149"/>
                  <a:pt x="458967" y="412776"/>
                  <a:pt x="458967" y="321634"/>
                </a:cubicBezTo>
                <a:cubicBezTo>
                  <a:pt x="458967" y="229080"/>
                  <a:pt x="488937" y="180119"/>
                  <a:pt x="542692" y="180119"/>
                </a:cubicBezTo>
                <a:cubicBezTo>
                  <a:pt x="596448" y="180119"/>
                  <a:pt x="626417" y="229833"/>
                  <a:pt x="626417" y="321634"/>
                </a:cubicBezTo>
                <a:cubicBezTo>
                  <a:pt x="626322" y="414189"/>
                  <a:pt x="596352" y="463149"/>
                  <a:pt x="542692" y="463149"/>
                </a:cubicBezTo>
                <a:moveTo>
                  <a:pt x="542692" y="142174"/>
                </a:moveTo>
                <a:cubicBezTo>
                  <a:pt x="433183" y="142174"/>
                  <a:pt x="372482" y="222959"/>
                  <a:pt x="372482" y="321634"/>
                </a:cubicBezTo>
                <a:cubicBezTo>
                  <a:pt x="372482" y="420309"/>
                  <a:pt x="433183" y="501094"/>
                  <a:pt x="542692" y="501094"/>
                </a:cubicBezTo>
                <a:cubicBezTo>
                  <a:pt x="652201" y="501094"/>
                  <a:pt x="712902" y="420309"/>
                  <a:pt x="712902" y="321634"/>
                </a:cubicBezTo>
                <a:cubicBezTo>
                  <a:pt x="712902" y="222959"/>
                  <a:pt x="652201" y="142174"/>
                  <a:pt x="542692" y="142174"/>
                </a:cubicBezTo>
                <a:moveTo>
                  <a:pt x="1303641" y="142174"/>
                </a:moveTo>
                <a:cubicBezTo>
                  <a:pt x="1251979" y="142174"/>
                  <a:pt x="1223436" y="164301"/>
                  <a:pt x="1207357" y="192547"/>
                </a:cubicBezTo>
                <a:lnTo>
                  <a:pt x="1203170" y="192547"/>
                </a:lnTo>
                <a:lnTo>
                  <a:pt x="1203170" y="149048"/>
                </a:lnTo>
                <a:lnTo>
                  <a:pt x="1120872" y="149048"/>
                </a:lnTo>
                <a:lnTo>
                  <a:pt x="1120872" y="494221"/>
                </a:lnTo>
                <a:lnTo>
                  <a:pt x="1203170" y="494221"/>
                </a:lnTo>
                <a:lnTo>
                  <a:pt x="1203170" y="271261"/>
                </a:lnTo>
                <a:cubicBezTo>
                  <a:pt x="1203170" y="220229"/>
                  <a:pt x="1229715" y="190476"/>
                  <a:pt x="1272244" y="190476"/>
                </a:cubicBezTo>
                <a:cubicBezTo>
                  <a:pt x="1313440" y="190476"/>
                  <a:pt x="1331518" y="217404"/>
                  <a:pt x="1331518" y="258173"/>
                </a:cubicBezTo>
                <a:lnTo>
                  <a:pt x="1331518" y="494221"/>
                </a:lnTo>
                <a:lnTo>
                  <a:pt x="1413816" y="494221"/>
                </a:lnTo>
                <a:lnTo>
                  <a:pt x="1413816" y="257420"/>
                </a:lnTo>
                <a:cubicBezTo>
                  <a:pt x="1413911" y="186333"/>
                  <a:pt x="1376234" y="142174"/>
                  <a:pt x="1303641" y="142174"/>
                </a:cubicBezTo>
                <a:moveTo>
                  <a:pt x="1600771" y="142174"/>
                </a:moveTo>
                <a:cubicBezTo>
                  <a:pt x="1524752" y="142174"/>
                  <a:pt x="1467571" y="173905"/>
                  <a:pt x="1467571" y="241602"/>
                </a:cubicBezTo>
                <a:cubicBezTo>
                  <a:pt x="1467571" y="298943"/>
                  <a:pt x="1507341" y="330014"/>
                  <a:pt x="1551962" y="341030"/>
                </a:cubicBezTo>
                <a:lnTo>
                  <a:pt x="1621702" y="358260"/>
                </a:lnTo>
                <a:cubicBezTo>
                  <a:pt x="1658712" y="367205"/>
                  <a:pt x="1675457" y="380387"/>
                  <a:pt x="1675457" y="409387"/>
                </a:cubicBezTo>
                <a:cubicBezTo>
                  <a:pt x="1675457" y="444601"/>
                  <a:pt x="1650340" y="464656"/>
                  <a:pt x="1606384" y="464656"/>
                </a:cubicBezTo>
                <a:cubicBezTo>
                  <a:pt x="1558908" y="464656"/>
                  <a:pt x="1534551" y="441870"/>
                  <a:pt x="1526845" y="384624"/>
                </a:cubicBezTo>
                <a:lnTo>
                  <a:pt x="1452919" y="405338"/>
                </a:lnTo>
                <a:cubicBezTo>
                  <a:pt x="1457106" y="464750"/>
                  <a:pt x="1512954" y="501282"/>
                  <a:pt x="1597345" y="501282"/>
                </a:cubicBezTo>
                <a:cubicBezTo>
                  <a:pt x="1691536" y="501282"/>
                  <a:pt x="1742438" y="457782"/>
                  <a:pt x="1742438" y="388767"/>
                </a:cubicBezTo>
                <a:cubicBezTo>
                  <a:pt x="1742438" y="323894"/>
                  <a:pt x="1697055" y="296965"/>
                  <a:pt x="1649674" y="285196"/>
                </a:cubicBezTo>
                <a:lnTo>
                  <a:pt x="1582693" y="268625"/>
                </a:lnTo>
                <a:cubicBezTo>
                  <a:pt x="1549203" y="260339"/>
                  <a:pt x="1534551" y="245180"/>
                  <a:pt x="1534551" y="223054"/>
                </a:cubicBezTo>
                <a:cubicBezTo>
                  <a:pt x="1534551" y="195466"/>
                  <a:pt x="1558242" y="178895"/>
                  <a:pt x="1593825" y="178895"/>
                </a:cubicBezTo>
                <a:cubicBezTo>
                  <a:pt x="1635688" y="178895"/>
                  <a:pt x="1661471" y="201680"/>
                  <a:pt x="1664992" y="245180"/>
                </a:cubicBezTo>
                <a:lnTo>
                  <a:pt x="1734731" y="224466"/>
                </a:lnTo>
                <a:cubicBezTo>
                  <a:pt x="1726358" y="175976"/>
                  <a:pt x="1678216" y="142174"/>
                  <a:pt x="1600771" y="142174"/>
                </a:cubicBezTo>
                <a:moveTo>
                  <a:pt x="1946803" y="463149"/>
                </a:moveTo>
                <a:cubicBezTo>
                  <a:pt x="1893048" y="463149"/>
                  <a:pt x="1863078" y="412776"/>
                  <a:pt x="1863078" y="321634"/>
                </a:cubicBezTo>
                <a:cubicBezTo>
                  <a:pt x="1863078" y="229080"/>
                  <a:pt x="1893048" y="180119"/>
                  <a:pt x="1946803" y="180119"/>
                </a:cubicBezTo>
                <a:cubicBezTo>
                  <a:pt x="2000559" y="180119"/>
                  <a:pt x="2030529" y="229833"/>
                  <a:pt x="2030529" y="321634"/>
                </a:cubicBezTo>
                <a:cubicBezTo>
                  <a:pt x="2030529" y="414189"/>
                  <a:pt x="2000464" y="463149"/>
                  <a:pt x="1946803" y="463149"/>
                </a:cubicBezTo>
                <a:moveTo>
                  <a:pt x="1946803" y="142174"/>
                </a:moveTo>
                <a:cubicBezTo>
                  <a:pt x="1837294" y="142174"/>
                  <a:pt x="1776594" y="222959"/>
                  <a:pt x="1776594" y="321634"/>
                </a:cubicBezTo>
                <a:cubicBezTo>
                  <a:pt x="1776594" y="420309"/>
                  <a:pt x="1837294" y="501094"/>
                  <a:pt x="1946803" y="501094"/>
                </a:cubicBezTo>
                <a:cubicBezTo>
                  <a:pt x="2056312" y="501094"/>
                  <a:pt x="2117013" y="420309"/>
                  <a:pt x="2117013" y="321634"/>
                </a:cubicBezTo>
                <a:cubicBezTo>
                  <a:pt x="2117013" y="222959"/>
                  <a:pt x="2056312" y="142174"/>
                  <a:pt x="1946803" y="142174"/>
                </a:cubicBezTo>
                <a:moveTo>
                  <a:pt x="2348590" y="142174"/>
                </a:moveTo>
                <a:cubicBezTo>
                  <a:pt x="2296927" y="142174"/>
                  <a:pt x="2268385" y="164301"/>
                  <a:pt x="2252306" y="192547"/>
                </a:cubicBezTo>
                <a:lnTo>
                  <a:pt x="2248119" y="192547"/>
                </a:lnTo>
                <a:lnTo>
                  <a:pt x="2248119" y="149048"/>
                </a:lnTo>
                <a:lnTo>
                  <a:pt x="2165821" y="149048"/>
                </a:lnTo>
                <a:lnTo>
                  <a:pt x="2165821" y="494221"/>
                </a:lnTo>
                <a:lnTo>
                  <a:pt x="2248119" y="494221"/>
                </a:lnTo>
                <a:lnTo>
                  <a:pt x="2248119" y="271261"/>
                </a:lnTo>
                <a:cubicBezTo>
                  <a:pt x="2248119" y="220229"/>
                  <a:pt x="2274664" y="190476"/>
                  <a:pt x="2317193" y="190476"/>
                </a:cubicBezTo>
                <a:cubicBezTo>
                  <a:pt x="2358389" y="190476"/>
                  <a:pt x="2376466" y="217404"/>
                  <a:pt x="2376466" y="258173"/>
                </a:cubicBezTo>
                <a:lnTo>
                  <a:pt x="2376466" y="494221"/>
                </a:lnTo>
                <a:lnTo>
                  <a:pt x="2458764" y="494221"/>
                </a:lnTo>
                <a:lnTo>
                  <a:pt x="2458764" y="257420"/>
                </a:lnTo>
                <a:cubicBezTo>
                  <a:pt x="2458764" y="186333"/>
                  <a:pt x="2421088" y="142174"/>
                  <a:pt x="2348590" y="142174"/>
                </a:cubicBezTo>
                <a:moveTo>
                  <a:pt x="3571359" y="463149"/>
                </a:moveTo>
                <a:cubicBezTo>
                  <a:pt x="3517604" y="463149"/>
                  <a:pt x="3487634" y="412776"/>
                  <a:pt x="3487634" y="321634"/>
                </a:cubicBezTo>
                <a:cubicBezTo>
                  <a:pt x="3487634" y="229080"/>
                  <a:pt x="3517604" y="180119"/>
                  <a:pt x="3571359" y="180119"/>
                </a:cubicBezTo>
                <a:cubicBezTo>
                  <a:pt x="3625115" y="180119"/>
                  <a:pt x="3655085" y="229833"/>
                  <a:pt x="3655085" y="321634"/>
                </a:cubicBezTo>
                <a:cubicBezTo>
                  <a:pt x="3655085" y="414189"/>
                  <a:pt x="3625020" y="463149"/>
                  <a:pt x="3571359" y="463149"/>
                </a:cubicBezTo>
                <a:moveTo>
                  <a:pt x="3571359" y="142174"/>
                </a:moveTo>
                <a:cubicBezTo>
                  <a:pt x="3461850" y="142174"/>
                  <a:pt x="3401150" y="222959"/>
                  <a:pt x="3401150" y="321634"/>
                </a:cubicBezTo>
                <a:cubicBezTo>
                  <a:pt x="3401150" y="420309"/>
                  <a:pt x="3461850" y="501094"/>
                  <a:pt x="3571359" y="501094"/>
                </a:cubicBezTo>
                <a:cubicBezTo>
                  <a:pt x="3680868" y="501094"/>
                  <a:pt x="3741569" y="420309"/>
                  <a:pt x="3741569" y="321634"/>
                </a:cubicBezTo>
                <a:cubicBezTo>
                  <a:pt x="3741569" y="222959"/>
                  <a:pt x="3680868" y="142174"/>
                  <a:pt x="3571359" y="142174"/>
                </a:cubicBezTo>
                <a:moveTo>
                  <a:pt x="4332308" y="142174"/>
                </a:moveTo>
                <a:cubicBezTo>
                  <a:pt x="4280646" y="142174"/>
                  <a:pt x="4252103" y="164301"/>
                  <a:pt x="4236024" y="192547"/>
                </a:cubicBezTo>
                <a:lnTo>
                  <a:pt x="4231838" y="192547"/>
                </a:lnTo>
                <a:lnTo>
                  <a:pt x="4231838" y="149048"/>
                </a:lnTo>
                <a:lnTo>
                  <a:pt x="4149539" y="149048"/>
                </a:lnTo>
                <a:lnTo>
                  <a:pt x="4149539" y="494221"/>
                </a:lnTo>
                <a:lnTo>
                  <a:pt x="4231838" y="494221"/>
                </a:lnTo>
                <a:lnTo>
                  <a:pt x="4231838" y="271261"/>
                </a:lnTo>
                <a:cubicBezTo>
                  <a:pt x="4231838" y="220229"/>
                  <a:pt x="4258383" y="190476"/>
                  <a:pt x="4300911" y="190476"/>
                </a:cubicBezTo>
                <a:cubicBezTo>
                  <a:pt x="4342108" y="190476"/>
                  <a:pt x="4360185" y="217404"/>
                  <a:pt x="4360185" y="258173"/>
                </a:cubicBezTo>
                <a:lnTo>
                  <a:pt x="4360185" y="494221"/>
                </a:lnTo>
                <a:lnTo>
                  <a:pt x="4442483" y="494221"/>
                </a:lnTo>
                <a:lnTo>
                  <a:pt x="4442483" y="257420"/>
                </a:lnTo>
                <a:cubicBezTo>
                  <a:pt x="4442578" y="186333"/>
                  <a:pt x="4404902" y="142174"/>
                  <a:pt x="4332308" y="142174"/>
                </a:cubicBezTo>
                <a:moveTo>
                  <a:pt x="4629533" y="142174"/>
                </a:moveTo>
                <a:cubicBezTo>
                  <a:pt x="4553514" y="142174"/>
                  <a:pt x="4496334" y="173905"/>
                  <a:pt x="4496334" y="241602"/>
                </a:cubicBezTo>
                <a:cubicBezTo>
                  <a:pt x="4496334" y="298943"/>
                  <a:pt x="4536103" y="330014"/>
                  <a:pt x="4580725" y="341030"/>
                </a:cubicBezTo>
                <a:lnTo>
                  <a:pt x="4650464" y="358260"/>
                </a:lnTo>
                <a:cubicBezTo>
                  <a:pt x="4687475" y="367205"/>
                  <a:pt x="4704220" y="380387"/>
                  <a:pt x="4704220" y="409387"/>
                </a:cubicBezTo>
                <a:cubicBezTo>
                  <a:pt x="4704220" y="444601"/>
                  <a:pt x="4679102" y="464656"/>
                  <a:pt x="4635146" y="464656"/>
                </a:cubicBezTo>
                <a:cubicBezTo>
                  <a:pt x="4587670" y="464656"/>
                  <a:pt x="4563314" y="441870"/>
                  <a:pt x="4555607" y="384624"/>
                </a:cubicBezTo>
                <a:lnTo>
                  <a:pt x="4481682" y="405338"/>
                </a:lnTo>
                <a:cubicBezTo>
                  <a:pt x="4485868" y="464750"/>
                  <a:pt x="4541716" y="501282"/>
                  <a:pt x="4626108" y="501282"/>
                </a:cubicBezTo>
                <a:cubicBezTo>
                  <a:pt x="4720299" y="501282"/>
                  <a:pt x="4771200" y="457782"/>
                  <a:pt x="4771200" y="388767"/>
                </a:cubicBezTo>
                <a:cubicBezTo>
                  <a:pt x="4771200" y="323894"/>
                  <a:pt x="4725817" y="296965"/>
                  <a:pt x="4678436" y="285196"/>
                </a:cubicBezTo>
                <a:lnTo>
                  <a:pt x="4611456" y="268625"/>
                </a:lnTo>
                <a:cubicBezTo>
                  <a:pt x="4577966" y="260339"/>
                  <a:pt x="4563314" y="245180"/>
                  <a:pt x="4563314" y="223054"/>
                </a:cubicBezTo>
                <a:cubicBezTo>
                  <a:pt x="4563314" y="195466"/>
                  <a:pt x="4587004" y="178895"/>
                  <a:pt x="4622588" y="178895"/>
                </a:cubicBezTo>
                <a:cubicBezTo>
                  <a:pt x="4664450" y="178895"/>
                  <a:pt x="4690234" y="201680"/>
                  <a:pt x="4693754" y="245180"/>
                </a:cubicBezTo>
                <a:lnTo>
                  <a:pt x="4763493" y="224466"/>
                </a:lnTo>
                <a:cubicBezTo>
                  <a:pt x="4755026" y="175976"/>
                  <a:pt x="4706884" y="142174"/>
                  <a:pt x="4629533" y="142174"/>
                </a:cubicBezTo>
                <a:moveTo>
                  <a:pt x="4975471" y="463149"/>
                </a:moveTo>
                <a:cubicBezTo>
                  <a:pt x="4921715" y="463149"/>
                  <a:pt x="4891745" y="412776"/>
                  <a:pt x="4891745" y="321634"/>
                </a:cubicBezTo>
                <a:cubicBezTo>
                  <a:pt x="4891745" y="229080"/>
                  <a:pt x="4921715" y="180119"/>
                  <a:pt x="4975471" y="180119"/>
                </a:cubicBezTo>
                <a:cubicBezTo>
                  <a:pt x="5029226" y="180119"/>
                  <a:pt x="5059196" y="229833"/>
                  <a:pt x="5059196" y="321634"/>
                </a:cubicBezTo>
                <a:cubicBezTo>
                  <a:pt x="5059196" y="414189"/>
                  <a:pt x="5029131" y="463149"/>
                  <a:pt x="4975471" y="463149"/>
                </a:cubicBezTo>
                <a:moveTo>
                  <a:pt x="4975471" y="142174"/>
                </a:moveTo>
                <a:cubicBezTo>
                  <a:pt x="4865962" y="142174"/>
                  <a:pt x="4805261" y="222959"/>
                  <a:pt x="4805261" y="321634"/>
                </a:cubicBezTo>
                <a:cubicBezTo>
                  <a:pt x="4805261" y="420309"/>
                  <a:pt x="4865962" y="501094"/>
                  <a:pt x="4975471" y="501094"/>
                </a:cubicBezTo>
                <a:cubicBezTo>
                  <a:pt x="5084980" y="501094"/>
                  <a:pt x="5145680" y="420309"/>
                  <a:pt x="5145680" y="321634"/>
                </a:cubicBezTo>
                <a:cubicBezTo>
                  <a:pt x="5145680" y="222959"/>
                  <a:pt x="5084980" y="142174"/>
                  <a:pt x="4975471" y="142174"/>
                </a:cubicBezTo>
                <a:moveTo>
                  <a:pt x="5377257" y="142174"/>
                </a:moveTo>
                <a:cubicBezTo>
                  <a:pt x="5325595" y="142174"/>
                  <a:pt x="5297052" y="164301"/>
                  <a:pt x="5280973" y="192547"/>
                </a:cubicBezTo>
                <a:lnTo>
                  <a:pt x="5276787" y="192547"/>
                </a:lnTo>
                <a:lnTo>
                  <a:pt x="5276787" y="149048"/>
                </a:lnTo>
                <a:lnTo>
                  <a:pt x="5194488" y="149048"/>
                </a:lnTo>
                <a:lnTo>
                  <a:pt x="5194488" y="494221"/>
                </a:lnTo>
                <a:lnTo>
                  <a:pt x="5276787" y="494221"/>
                </a:lnTo>
                <a:lnTo>
                  <a:pt x="5276787" y="271261"/>
                </a:lnTo>
                <a:cubicBezTo>
                  <a:pt x="5276787" y="220229"/>
                  <a:pt x="5303331" y="190476"/>
                  <a:pt x="5345860" y="190476"/>
                </a:cubicBezTo>
                <a:cubicBezTo>
                  <a:pt x="5387057" y="190476"/>
                  <a:pt x="5405134" y="217404"/>
                  <a:pt x="5405134" y="258173"/>
                </a:cubicBezTo>
                <a:lnTo>
                  <a:pt x="5405134" y="494221"/>
                </a:lnTo>
                <a:lnTo>
                  <a:pt x="5487432" y="494221"/>
                </a:lnTo>
                <a:lnTo>
                  <a:pt x="5487432" y="257420"/>
                </a:lnTo>
                <a:cubicBezTo>
                  <a:pt x="5487432" y="186333"/>
                  <a:pt x="5449755" y="142174"/>
                  <a:pt x="5377257" y="142174"/>
                </a:cubicBezTo>
                <a:moveTo>
                  <a:pt x="323674" y="11016"/>
                </a:moveTo>
                <a:lnTo>
                  <a:pt x="237190" y="11016"/>
                </a:lnTo>
                <a:lnTo>
                  <a:pt x="237190" y="367864"/>
                </a:lnTo>
                <a:cubicBezTo>
                  <a:pt x="237190" y="425864"/>
                  <a:pt x="214831" y="460325"/>
                  <a:pt x="161837" y="460325"/>
                </a:cubicBezTo>
                <a:cubicBezTo>
                  <a:pt x="109509" y="460325"/>
                  <a:pt x="86484" y="423698"/>
                  <a:pt x="86484" y="360897"/>
                </a:cubicBezTo>
                <a:lnTo>
                  <a:pt x="86484" y="294612"/>
                </a:lnTo>
                <a:lnTo>
                  <a:pt x="0" y="315985"/>
                </a:lnTo>
                <a:lnTo>
                  <a:pt x="0" y="345644"/>
                </a:lnTo>
                <a:cubicBezTo>
                  <a:pt x="0" y="436033"/>
                  <a:pt x="45383" y="505143"/>
                  <a:pt x="161837" y="505143"/>
                </a:cubicBezTo>
                <a:cubicBezTo>
                  <a:pt x="278291" y="505143"/>
                  <a:pt x="323674" y="436127"/>
                  <a:pt x="323674" y="345644"/>
                </a:cubicBezTo>
                <a:lnTo>
                  <a:pt x="323674" y="11016"/>
                </a:lnTo>
                <a:moveTo>
                  <a:pt x="844008" y="11016"/>
                </a:moveTo>
                <a:lnTo>
                  <a:pt x="761710" y="11016"/>
                </a:lnTo>
                <a:lnTo>
                  <a:pt x="761710" y="494221"/>
                </a:lnTo>
                <a:lnTo>
                  <a:pt x="844008" y="494221"/>
                </a:lnTo>
                <a:lnTo>
                  <a:pt x="844008" y="271261"/>
                </a:lnTo>
                <a:cubicBezTo>
                  <a:pt x="844008" y="220229"/>
                  <a:pt x="870553" y="190476"/>
                  <a:pt x="913081" y="190476"/>
                </a:cubicBezTo>
                <a:cubicBezTo>
                  <a:pt x="954278" y="190476"/>
                  <a:pt x="972355" y="217404"/>
                  <a:pt x="972355" y="258173"/>
                </a:cubicBezTo>
                <a:lnTo>
                  <a:pt x="972355" y="494221"/>
                </a:lnTo>
                <a:lnTo>
                  <a:pt x="1054653" y="494221"/>
                </a:lnTo>
                <a:lnTo>
                  <a:pt x="1054653" y="257420"/>
                </a:lnTo>
                <a:cubicBezTo>
                  <a:pt x="1054653" y="186333"/>
                  <a:pt x="1016977" y="142174"/>
                  <a:pt x="944478" y="142174"/>
                </a:cubicBezTo>
                <a:cubicBezTo>
                  <a:pt x="892816" y="142174"/>
                  <a:pt x="864273" y="164301"/>
                  <a:pt x="848194" y="192547"/>
                </a:cubicBezTo>
                <a:lnTo>
                  <a:pt x="844008" y="192547"/>
                </a:lnTo>
                <a:lnTo>
                  <a:pt x="844008" y="11016"/>
                </a:lnTo>
                <a:moveTo>
                  <a:pt x="3352342" y="11016"/>
                </a:moveTo>
                <a:lnTo>
                  <a:pt x="3265857" y="11016"/>
                </a:lnTo>
                <a:lnTo>
                  <a:pt x="3265857" y="367864"/>
                </a:lnTo>
                <a:cubicBezTo>
                  <a:pt x="3265857" y="425864"/>
                  <a:pt x="3243499" y="460325"/>
                  <a:pt x="3190504" y="460325"/>
                </a:cubicBezTo>
                <a:cubicBezTo>
                  <a:pt x="3138176" y="460325"/>
                  <a:pt x="3115152" y="423698"/>
                  <a:pt x="3115152" y="360897"/>
                </a:cubicBezTo>
                <a:lnTo>
                  <a:pt x="3115152" y="294612"/>
                </a:lnTo>
                <a:lnTo>
                  <a:pt x="3028667" y="315985"/>
                </a:lnTo>
                <a:lnTo>
                  <a:pt x="3028667" y="345644"/>
                </a:lnTo>
                <a:cubicBezTo>
                  <a:pt x="3028667" y="436033"/>
                  <a:pt x="3074050" y="505143"/>
                  <a:pt x="3190504" y="505143"/>
                </a:cubicBezTo>
                <a:cubicBezTo>
                  <a:pt x="3306959" y="505143"/>
                  <a:pt x="3352342" y="436127"/>
                  <a:pt x="3352342" y="345644"/>
                </a:cubicBezTo>
                <a:lnTo>
                  <a:pt x="3352342" y="11016"/>
                </a:lnTo>
                <a:moveTo>
                  <a:pt x="3872675" y="11016"/>
                </a:moveTo>
                <a:lnTo>
                  <a:pt x="3790377" y="11016"/>
                </a:lnTo>
                <a:lnTo>
                  <a:pt x="3790377" y="494221"/>
                </a:lnTo>
                <a:lnTo>
                  <a:pt x="3872675" y="494221"/>
                </a:lnTo>
                <a:lnTo>
                  <a:pt x="3872675" y="271261"/>
                </a:lnTo>
                <a:cubicBezTo>
                  <a:pt x="3872675" y="220229"/>
                  <a:pt x="3899220" y="190476"/>
                  <a:pt x="3941749" y="190476"/>
                </a:cubicBezTo>
                <a:cubicBezTo>
                  <a:pt x="3982945" y="190476"/>
                  <a:pt x="4001022" y="217404"/>
                  <a:pt x="4001022" y="258173"/>
                </a:cubicBezTo>
                <a:lnTo>
                  <a:pt x="4001022" y="494221"/>
                </a:lnTo>
                <a:lnTo>
                  <a:pt x="4083320" y="494221"/>
                </a:lnTo>
                <a:lnTo>
                  <a:pt x="4083320" y="257420"/>
                </a:lnTo>
                <a:cubicBezTo>
                  <a:pt x="4083320" y="186333"/>
                  <a:pt x="4045644" y="142174"/>
                  <a:pt x="3973146" y="142174"/>
                </a:cubicBezTo>
                <a:cubicBezTo>
                  <a:pt x="3921483" y="142174"/>
                  <a:pt x="3892941" y="164301"/>
                  <a:pt x="3876861" y="192547"/>
                </a:cubicBezTo>
                <a:lnTo>
                  <a:pt x="3872675" y="192547"/>
                </a:lnTo>
                <a:lnTo>
                  <a:pt x="3872675" y="11016"/>
                </a:lnTo>
                <a:moveTo>
                  <a:pt x="2730110" y="454864"/>
                </a:moveTo>
                <a:cubicBezTo>
                  <a:pt x="2663130" y="454864"/>
                  <a:pt x="2622029" y="401007"/>
                  <a:pt x="2622029" y="343761"/>
                </a:cubicBezTo>
                <a:cubicBezTo>
                  <a:pt x="2622029" y="307887"/>
                  <a:pt x="2638108" y="274745"/>
                  <a:pt x="2664557" y="256102"/>
                </a:cubicBezTo>
                <a:lnTo>
                  <a:pt x="2822208" y="426617"/>
                </a:lnTo>
                <a:cubicBezTo>
                  <a:pt x="2792904" y="443848"/>
                  <a:pt x="2760080" y="454864"/>
                  <a:pt x="2730110" y="454864"/>
                </a:cubicBezTo>
                <a:moveTo>
                  <a:pt x="2883575" y="369936"/>
                </a:moveTo>
                <a:lnTo>
                  <a:pt x="2746856" y="220794"/>
                </a:lnTo>
                <a:cubicBezTo>
                  <a:pt x="2771307" y="211096"/>
                  <a:pt x="2794998" y="207706"/>
                  <a:pt x="2814502" y="207706"/>
                </a:cubicBezTo>
                <a:cubicBezTo>
                  <a:pt x="2871016" y="207706"/>
                  <a:pt x="2905838" y="240190"/>
                  <a:pt x="2905838" y="296118"/>
                </a:cubicBezTo>
                <a:cubicBezTo>
                  <a:pt x="2905934" y="320975"/>
                  <a:pt x="2898893" y="346491"/>
                  <a:pt x="2883575" y="369936"/>
                </a:cubicBezTo>
                <a:moveTo>
                  <a:pt x="2728017" y="200833"/>
                </a:moveTo>
                <a:lnTo>
                  <a:pt x="2698047" y="167690"/>
                </a:lnTo>
                <a:cubicBezTo>
                  <a:pt x="2671503" y="138691"/>
                  <a:pt x="2663891" y="120707"/>
                  <a:pt x="2663891" y="99334"/>
                </a:cubicBezTo>
                <a:cubicBezTo>
                  <a:pt x="2663891" y="59318"/>
                  <a:pt x="2689675" y="36532"/>
                  <a:pt x="2730110" y="36532"/>
                </a:cubicBezTo>
                <a:cubicBezTo>
                  <a:pt x="2771307" y="36532"/>
                  <a:pt x="2795664" y="59977"/>
                  <a:pt x="2795664" y="102817"/>
                </a:cubicBezTo>
                <a:cubicBezTo>
                  <a:pt x="2795664" y="142174"/>
                  <a:pt x="2776159" y="179460"/>
                  <a:pt x="2728017" y="200833"/>
                </a:cubicBezTo>
                <a:moveTo>
                  <a:pt x="2732204" y="0"/>
                </a:moveTo>
                <a:cubicBezTo>
                  <a:pt x="2635920" y="0"/>
                  <a:pt x="2588539" y="53198"/>
                  <a:pt x="2588539" y="119389"/>
                </a:cubicBezTo>
                <a:cubicBezTo>
                  <a:pt x="2588539" y="155262"/>
                  <a:pt x="2603857" y="191229"/>
                  <a:pt x="2644387" y="234635"/>
                </a:cubicBezTo>
                <a:lnTo>
                  <a:pt x="2645053" y="236047"/>
                </a:lnTo>
                <a:cubicBezTo>
                  <a:pt x="2576741" y="268531"/>
                  <a:pt x="2545344" y="320975"/>
                  <a:pt x="2545344" y="374832"/>
                </a:cubicBezTo>
                <a:cubicBezTo>
                  <a:pt x="2545344" y="445919"/>
                  <a:pt x="2600432" y="505331"/>
                  <a:pt x="2685584" y="505331"/>
                </a:cubicBezTo>
                <a:cubicBezTo>
                  <a:pt x="2734392" y="505331"/>
                  <a:pt x="2791573" y="485276"/>
                  <a:pt x="2843235" y="449403"/>
                </a:cubicBezTo>
                <a:lnTo>
                  <a:pt x="2885097" y="494315"/>
                </a:lnTo>
                <a:lnTo>
                  <a:pt x="2994606" y="494315"/>
                </a:lnTo>
                <a:lnTo>
                  <a:pt x="2994606" y="490831"/>
                </a:lnTo>
                <a:lnTo>
                  <a:pt x="2905363" y="393474"/>
                </a:lnTo>
                <a:cubicBezTo>
                  <a:pt x="2943039" y="349316"/>
                  <a:pt x="2964637" y="301014"/>
                  <a:pt x="2964637" y="258833"/>
                </a:cubicBezTo>
                <a:cubicBezTo>
                  <a:pt x="2964637" y="206388"/>
                  <a:pt x="2929053" y="171174"/>
                  <a:pt x="2873300" y="171174"/>
                </a:cubicBezTo>
                <a:cubicBezTo>
                  <a:pt x="2843996" y="171174"/>
                  <a:pt x="2811172" y="179460"/>
                  <a:pt x="2789574" y="187745"/>
                </a:cubicBezTo>
                <a:lnTo>
                  <a:pt x="2788147" y="185015"/>
                </a:lnTo>
                <a:cubicBezTo>
                  <a:pt x="2841142" y="156674"/>
                  <a:pt x="2863500" y="130499"/>
                  <a:pt x="2863500" y="93873"/>
                </a:cubicBezTo>
                <a:cubicBezTo>
                  <a:pt x="2863310" y="41428"/>
                  <a:pt x="2815929" y="0"/>
                  <a:pt x="2732204" y="0"/>
                </a:cubicBezTo>
              </a:path>
            </a:pathLst>
          </a:custGeom>
          <a:solidFill>
            <a:schemeClr val="bg1"/>
          </a:solidFill>
          <a:ln w="9509" cap="flat">
            <a:noFill/>
            <a:prstDash val="solid"/>
            <a:miter/>
          </a:ln>
        </p:spPr>
        <p:txBody>
          <a:bodyPr rtlCol="0" anchor="ctr"/>
          <a:lstStyle/>
          <a:p>
            <a:endParaRPr lang="en-GB"/>
          </a:p>
        </p:txBody>
      </p:sp>
      <p:sp>
        <p:nvSpPr>
          <p:cNvPr id="3" name="Footer Placeholder 4">
            <a:extLst>
              <a:ext uri="{FF2B5EF4-FFF2-40B4-BE49-F238E27FC236}">
                <a16:creationId xmlns:a16="http://schemas.microsoft.com/office/drawing/2014/main" id="{5BDD11AC-89D9-1015-8860-013C404015AC}"/>
              </a:ext>
            </a:extLst>
          </p:cNvPr>
          <p:cNvSpPr>
            <a:spLocks noGrp="1"/>
          </p:cNvSpPr>
          <p:nvPr>
            <p:ph type="ftr" sz="quarter" idx="3"/>
          </p:nvPr>
        </p:nvSpPr>
        <p:spPr>
          <a:xfrm>
            <a:off x="288259" y="5868000"/>
            <a:ext cx="5731771"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bg1"/>
                </a:solidFill>
                <a:latin typeface="+mn-lt"/>
              </a:defRPr>
            </a:lvl1pPr>
          </a:lstStyle>
          <a:p>
            <a:pPr>
              <a:spcBef>
                <a:spcPts val="0"/>
              </a:spcBef>
              <a:spcAft>
                <a:spcPts val="300"/>
              </a:spcAft>
            </a:pPr>
            <a:r>
              <a:rPr lang="en-US" dirty="0"/>
              <a:t>Slide legal disclaimer goes here if required
Slide footer goes here if required. Turn off globally using the Header/Footer function (under the Insert menu).</a:t>
            </a:r>
          </a:p>
        </p:txBody>
      </p:sp>
      <p:pic>
        <p:nvPicPr>
          <p:cNvPr id="5" name="Graphic 4">
            <a:extLst>
              <a:ext uri="{FF2B5EF4-FFF2-40B4-BE49-F238E27FC236}">
                <a16:creationId xmlns:a16="http://schemas.microsoft.com/office/drawing/2014/main" id="{916FE902-E07D-FA9C-4254-E4323042F21D}"/>
              </a:ext>
            </a:extLst>
          </p:cNvPr>
          <p:cNvPicPr>
            <a:picLocks noChangeAspect="1"/>
          </p:cNvPicPr>
          <p:nvPr userDrawn="1"/>
        </p:nvPicPr>
        <p:blipFill>
          <a:blip>
            <a:lum bright="100000"/>
            <a:extLst>
              <a:ext uri="{96DAC541-7B7A-43D3-8B79-37D633B846F1}">
                <asvg:svgBlip xmlns:asvg="http://schemas.microsoft.com/office/drawing/2016/SVG/main" r:embed="rId2"/>
              </a:ext>
            </a:extLst>
          </a:blip>
          <a:stretch>
            <a:fillRect/>
          </a:stretch>
        </p:blipFill>
        <p:spPr>
          <a:xfrm>
            <a:off x="5277450" y="6347868"/>
            <a:ext cx="1017714" cy="246221"/>
          </a:xfrm>
          <a:prstGeom prst="rect">
            <a:avLst/>
          </a:prstGeom>
        </p:spPr>
      </p:pic>
    </p:spTree>
    <p:extLst>
      <p:ext uri="{BB962C8B-B14F-4D97-AF65-F5344CB8AC3E}">
        <p14:creationId xmlns:p14="http://schemas.microsoft.com/office/powerpoint/2010/main" val="4830980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with Panel Images - Long titles ">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1F71E3-AC39-2207-0CC4-1E2486610795}"/>
              </a:ext>
            </a:extLst>
          </p:cNvPr>
          <p:cNvSpPr>
            <a:spLocks noGrp="1"/>
          </p:cNvSpPr>
          <p:nvPr>
            <p:ph type="ctrTitle" hasCustomPrompt="1"/>
          </p:nvPr>
        </p:nvSpPr>
        <p:spPr>
          <a:xfrm>
            <a:off x="285979" y="266955"/>
            <a:ext cx="8518155" cy="2946145"/>
          </a:xfrm>
        </p:spPr>
        <p:txBody>
          <a:bodyPr wrap="square" anchor="t">
            <a:normAutofit/>
          </a:bodyPr>
          <a:lstStyle>
            <a:lvl1pPr algn="l">
              <a:lnSpc>
                <a:spcPct val="80000"/>
              </a:lnSpc>
              <a:defRPr sz="7000" b="0" i="0" spc="0" baseline="0">
                <a:solidFill>
                  <a:schemeClr val="bg1"/>
                </a:solidFill>
                <a:latin typeface="+mj-lt"/>
              </a:defRPr>
            </a:lvl1pPr>
          </a:lstStyle>
          <a:p>
            <a:r>
              <a:rPr lang="en-GB" dirty="0"/>
              <a:t>Longer titles will shrink automatically</a:t>
            </a:r>
            <a:br>
              <a:rPr lang="en-GB" dirty="0"/>
            </a:br>
            <a:endParaRPr lang="en-GB" dirty="0"/>
          </a:p>
        </p:txBody>
      </p:sp>
      <p:sp>
        <p:nvSpPr>
          <p:cNvPr id="9" name="Subtitle 2">
            <a:extLst>
              <a:ext uri="{FF2B5EF4-FFF2-40B4-BE49-F238E27FC236}">
                <a16:creationId xmlns:a16="http://schemas.microsoft.com/office/drawing/2014/main" id="{52CA5BFA-B5A6-B786-4C05-6FD9C9E49AB2}"/>
              </a:ext>
            </a:extLst>
          </p:cNvPr>
          <p:cNvSpPr>
            <a:spLocks noGrp="1"/>
          </p:cNvSpPr>
          <p:nvPr>
            <p:ph type="subTitle" idx="1" hasCustomPrompt="1"/>
          </p:nvPr>
        </p:nvSpPr>
        <p:spPr>
          <a:xfrm>
            <a:off x="284806" y="4889500"/>
            <a:ext cx="4536000" cy="865834"/>
          </a:xfrm>
        </p:spPr>
        <p:txBody>
          <a:bodyPr anchor="b"/>
          <a:lstStyle>
            <a:lvl1pPr marL="0" indent="0" algn="l">
              <a:lnSpc>
                <a:spcPct val="100000"/>
              </a:lnSpc>
              <a:spcBef>
                <a:spcPts val="0"/>
              </a:spcBef>
              <a:spcAft>
                <a:spcPts val="0"/>
              </a:spcAft>
              <a:buNone/>
              <a:defRPr sz="1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Supporting details. Delete if not required.</a:t>
            </a:r>
          </a:p>
        </p:txBody>
      </p:sp>
      <p:sp>
        <p:nvSpPr>
          <p:cNvPr id="7" name="Graphic 2">
            <a:extLst>
              <a:ext uri="{FF2B5EF4-FFF2-40B4-BE49-F238E27FC236}">
                <a16:creationId xmlns:a16="http://schemas.microsoft.com/office/drawing/2014/main" id="{76E2EBF3-E47D-58C8-6929-CAE0CAEF897D}"/>
              </a:ext>
            </a:extLst>
          </p:cNvPr>
          <p:cNvSpPr>
            <a:spLocks noChangeAspect="1"/>
          </p:cNvSpPr>
          <p:nvPr userDrawn="1"/>
        </p:nvSpPr>
        <p:spPr>
          <a:xfrm>
            <a:off x="290513" y="6377853"/>
            <a:ext cx="2034000" cy="187309"/>
          </a:xfrm>
          <a:custGeom>
            <a:avLst/>
            <a:gdLst>
              <a:gd name="connsiteX0" fmla="*/ 542692 w 5487431"/>
              <a:gd name="connsiteY0" fmla="*/ 463149 h 505330"/>
              <a:gd name="connsiteX1" fmla="*/ 458967 w 5487431"/>
              <a:gd name="connsiteY1" fmla="*/ 321634 h 505330"/>
              <a:gd name="connsiteX2" fmla="*/ 542692 w 5487431"/>
              <a:gd name="connsiteY2" fmla="*/ 180119 h 505330"/>
              <a:gd name="connsiteX3" fmla="*/ 626417 w 5487431"/>
              <a:gd name="connsiteY3" fmla="*/ 321634 h 505330"/>
              <a:gd name="connsiteX4" fmla="*/ 542692 w 5487431"/>
              <a:gd name="connsiteY4" fmla="*/ 463149 h 505330"/>
              <a:gd name="connsiteX5" fmla="*/ 542692 w 5487431"/>
              <a:gd name="connsiteY5" fmla="*/ 142174 h 505330"/>
              <a:gd name="connsiteX6" fmla="*/ 372482 w 5487431"/>
              <a:gd name="connsiteY6" fmla="*/ 321634 h 505330"/>
              <a:gd name="connsiteX7" fmla="*/ 542692 w 5487431"/>
              <a:gd name="connsiteY7" fmla="*/ 501094 h 505330"/>
              <a:gd name="connsiteX8" fmla="*/ 712902 w 5487431"/>
              <a:gd name="connsiteY8" fmla="*/ 321634 h 505330"/>
              <a:gd name="connsiteX9" fmla="*/ 542692 w 5487431"/>
              <a:gd name="connsiteY9" fmla="*/ 142174 h 505330"/>
              <a:gd name="connsiteX10" fmla="*/ 1303641 w 5487431"/>
              <a:gd name="connsiteY10" fmla="*/ 142174 h 505330"/>
              <a:gd name="connsiteX11" fmla="*/ 1207357 w 5487431"/>
              <a:gd name="connsiteY11" fmla="*/ 192547 h 505330"/>
              <a:gd name="connsiteX12" fmla="*/ 1203170 w 5487431"/>
              <a:gd name="connsiteY12" fmla="*/ 192547 h 505330"/>
              <a:gd name="connsiteX13" fmla="*/ 1203170 w 5487431"/>
              <a:gd name="connsiteY13" fmla="*/ 149048 h 505330"/>
              <a:gd name="connsiteX14" fmla="*/ 1120872 w 5487431"/>
              <a:gd name="connsiteY14" fmla="*/ 149048 h 505330"/>
              <a:gd name="connsiteX15" fmla="*/ 1120872 w 5487431"/>
              <a:gd name="connsiteY15" fmla="*/ 494221 h 505330"/>
              <a:gd name="connsiteX16" fmla="*/ 1203170 w 5487431"/>
              <a:gd name="connsiteY16" fmla="*/ 494221 h 505330"/>
              <a:gd name="connsiteX17" fmla="*/ 1203170 w 5487431"/>
              <a:gd name="connsiteY17" fmla="*/ 271261 h 505330"/>
              <a:gd name="connsiteX18" fmla="*/ 1272244 w 5487431"/>
              <a:gd name="connsiteY18" fmla="*/ 190476 h 505330"/>
              <a:gd name="connsiteX19" fmla="*/ 1331518 w 5487431"/>
              <a:gd name="connsiteY19" fmla="*/ 258173 h 505330"/>
              <a:gd name="connsiteX20" fmla="*/ 1331518 w 5487431"/>
              <a:gd name="connsiteY20" fmla="*/ 494221 h 505330"/>
              <a:gd name="connsiteX21" fmla="*/ 1413816 w 5487431"/>
              <a:gd name="connsiteY21" fmla="*/ 494221 h 505330"/>
              <a:gd name="connsiteX22" fmla="*/ 1413816 w 5487431"/>
              <a:gd name="connsiteY22" fmla="*/ 257420 h 505330"/>
              <a:gd name="connsiteX23" fmla="*/ 1303641 w 5487431"/>
              <a:gd name="connsiteY23" fmla="*/ 142174 h 505330"/>
              <a:gd name="connsiteX24" fmla="*/ 1600771 w 5487431"/>
              <a:gd name="connsiteY24" fmla="*/ 142174 h 505330"/>
              <a:gd name="connsiteX25" fmla="*/ 1467571 w 5487431"/>
              <a:gd name="connsiteY25" fmla="*/ 241602 h 505330"/>
              <a:gd name="connsiteX26" fmla="*/ 1551962 w 5487431"/>
              <a:gd name="connsiteY26" fmla="*/ 341030 h 505330"/>
              <a:gd name="connsiteX27" fmla="*/ 1621702 w 5487431"/>
              <a:gd name="connsiteY27" fmla="*/ 358260 h 505330"/>
              <a:gd name="connsiteX28" fmla="*/ 1675457 w 5487431"/>
              <a:gd name="connsiteY28" fmla="*/ 409387 h 505330"/>
              <a:gd name="connsiteX29" fmla="*/ 1606384 w 5487431"/>
              <a:gd name="connsiteY29" fmla="*/ 464656 h 505330"/>
              <a:gd name="connsiteX30" fmla="*/ 1526845 w 5487431"/>
              <a:gd name="connsiteY30" fmla="*/ 384624 h 505330"/>
              <a:gd name="connsiteX31" fmla="*/ 1452919 w 5487431"/>
              <a:gd name="connsiteY31" fmla="*/ 405338 h 505330"/>
              <a:gd name="connsiteX32" fmla="*/ 1597345 w 5487431"/>
              <a:gd name="connsiteY32" fmla="*/ 501282 h 505330"/>
              <a:gd name="connsiteX33" fmla="*/ 1742438 w 5487431"/>
              <a:gd name="connsiteY33" fmla="*/ 388767 h 505330"/>
              <a:gd name="connsiteX34" fmla="*/ 1649674 w 5487431"/>
              <a:gd name="connsiteY34" fmla="*/ 285196 h 505330"/>
              <a:gd name="connsiteX35" fmla="*/ 1582693 w 5487431"/>
              <a:gd name="connsiteY35" fmla="*/ 268625 h 505330"/>
              <a:gd name="connsiteX36" fmla="*/ 1534551 w 5487431"/>
              <a:gd name="connsiteY36" fmla="*/ 223054 h 505330"/>
              <a:gd name="connsiteX37" fmla="*/ 1593825 w 5487431"/>
              <a:gd name="connsiteY37" fmla="*/ 178895 h 505330"/>
              <a:gd name="connsiteX38" fmla="*/ 1664992 w 5487431"/>
              <a:gd name="connsiteY38" fmla="*/ 245180 h 505330"/>
              <a:gd name="connsiteX39" fmla="*/ 1734731 w 5487431"/>
              <a:gd name="connsiteY39" fmla="*/ 224466 h 505330"/>
              <a:gd name="connsiteX40" fmla="*/ 1600771 w 5487431"/>
              <a:gd name="connsiteY40" fmla="*/ 142174 h 505330"/>
              <a:gd name="connsiteX41" fmla="*/ 1946803 w 5487431"/>
              <a:gd name="connsiteY41" fmla="*/ 463149 h 505330"/>
              <a:gd name="connsiteX42" fmla="*/ 1863078 w 5487431"/>
              <a:gd name="connsiteY42" fmla="*/ 321634 h 505330"/>
              <a:gd name="connsiteX43" fmla="*/ 1946803 w 5487431"/>
              <a:gd name="connsiteY43" fmla="*/ 180119 h 505330"/>
              <a:gd name="connsiteX44" fmla="*/ 2030529 w 5487431"/>
              <a:gd name="connsiteY44" fmla="*/ 321634 h 505330"/>
              <a:gd name="connsiteX45" fmla="*/ 1946803 w 5487431"/>
              <a:gd name="connsiteY45" fmla="*/ 463149 h 505330"/>
              <a:gd name="connsiteX46" fmla="*/ 1946803 w 5487431"/>
              <a:gd name="connsiteY46" fmla="*/ 142174 h 505330"/>
              <a:gd name="connsiteX47" fmla="*/ 1776594 w 5487431"/>
              <a:gd name="connsiteY47" fmla="*/ 321634 h 505330"/>
              <a:gd name="connsiteX48" fmla="*/ 1946803 w 5487431"/>
              <a:gd name="connsiteY48" fmla="*/ 501094 h 505330"/>
              <a:gd name="connsiteX49" fmla="*/ 2117013 w 5487431"/>
              <a:gd name="connsiteY49" fmla="*/ 321634 h 505330"/>
              <a:gd name="connsiteX50" fmla="*/ 1946803 w 5487431"/>
              <a:gd name="connsiteY50" fmla="*/ 142174 h 505330"/>
              <a:gd name="connsiteX51" fmla="*/ 2348590 w 5487431"/>
              <a:gd name="connsiteY51" fmla="*/ 142174 h 505330"/>
              <a:gd name="connsiteX52" fmla="*/ 2252306 w 5487431"/>
              <a:gd name="connsiteY52" fmla="*/ 192547 h 505330"/>
              <a:gd name="connsiteX53" fmla="*/ 2248119 w 5487431"/>
              <a:gd name="connsiteY53" fmla="*/ 192547 h 505330"/>
              <a:gd name="connsiteX54" fmla="*/ 2248119 w 5487431"/>
              <a:gd name="connsiteY54" fmla="*/ 149048 h 505330"/>
              <a:gd name="connsiteX55" fmla="*/ 2165821 w 5487431"/>
              <a:gd name="connsiteY55" fmla="*/ 149048 h 505330"/>
              <a:gd name="connsiteX56" fmla="*/ 2165821 w 5487431"/>
              <a:gd name="connsiteY56" fmla="*/ 494221 h 505330"/>
              <a:gd name="connsiteX57" fmla="*/ 2248119 w 5487431"/>
              <a:gd name="connsiteY57" fmla="*/ 494221 h 505330"/>
              <a:gd name="connsiteX58" fmla="*/ 2248119 w 5487431"/>
              <a:gd name="connsiteY58" fmla="*/ 271261 h 505330"/>
              <a:gd name="connsiteX59" fmla="*/ 2317193 w 5487431"/>
              <a:gd name="connsiteY59" fmla="*/ 190476 h 505330"/>
              <a:gd name="connsiteX60" fmla="*/ 2376466 w 5487431"/>
              <a:gd name="connsiteY60" fmla="*/ 258173 h 505330"/>
              <a:gd name="connsiteX61" fmla="*/ 2376466 w 5487431"/>
              <a:gd name="connsiteY61" fmla="*/ 494221 h 505330"/>
              <a:gd name="connsiteX62" fmla="*/ 2458764 w 5487431"/>
              <a:gd name="connsiteY62" fmla="*/ 494221 h 505330"/>
              <a:gd name="connsiteX63" fmla="*/ 2458764 w 5487431"/>
              <a:gd name="connsiteY63" fmla="*/ 257420 h 505330"/>
              <a:gd name="connsiteX64" fmla="*/ 2348590 w 5487431"/>
              <a:gd name="connsiteY64" fmla="*/ 142174 h 505330"/>
              <a:gd name="connsiteX65" fmla="*/ 3571359 w 5487431"/>
              <a:gd name="connsiteY65" fmla="*/ 463149 h 505330"/>
              <a:gd name="connsiteX66" fmla="*/ 3487634 w 5487431"/>
              <a:gd name="connsiteY66" fmla="*/ 321634 h 505330"/>
              <a:gd name="connsiteX67" fmla="*/ 3571359 w 5487431"/>
              <a:gd name="connsiteY67" fmla="*/ 180119 h 505330"/>
              <a:gd name="connsiteX68" fmla="*/ 3655085 w 5487431"/>
              <a:gd name="connsiteY68" fmla="*/ 321634 h 505330"/>
              <a:gd name="connsiteX69" fmla="*/ 3571359 w 5487431"/>
              <a:gd name="connsiteY69" fmla="*/ 463149 h 505330"/>
              <a:gd name="connsiteX70" fmla="*/ 3571359 w 5487431"/>
              <a:gd name="connsiteY70" fmla="*/ 142174 h 505330"/>
              <a:gd name="connsiteX71" fmla="*/ 3401150 w 5487431"/>
              <a:gd name="connsiteY71" fmla="*/ 321634 h 505330"/>
              <a:gd name="connsiteX72" fmla="*/ 3571359 w 5487431"/>
              <a:gd name="connsiteY72" fmla="*/ 501094 h 505330"/>
              <a:gd name="connsiteX73" fmla="*/ 3741569 w 5487431"/>
              <a:gd name="connsiteY73" fmla="*/ 321634 h 505330"/>
              <a:gd name="connsiteX74" fmla="*/ 3571359 w 5487431"/>
              <a:gd name="connsiteY74" fmla="*/ 142174 h 505330"/>
              <a:gd name="connsiteX75" fmla="*/ 4332308 w 5487431"/>
              <a:gd name="connsiteY75" fmla="*/ 142174 h 505330"/>
              <a:gd name="connsiteX76" fmla="*/ 4236024 w 5487431"/>
              <a:gd name="connsiteY76" fmla="*/ 192547 h 505330"/>
              <a:gd name="connsiteX77" fmla="*/ 4231838 w 5487431"/>
              <a:gd name="connsiteY77" fmla="*/ 192547 h 505330"/>
              <a:gd name="connsiteX78" fmla="*/ 4231838 w 5487431"/>
              <a:gd name="connsiteY78" fmla="*/ 149048 h 505330"/>
              <a:gd name="connsiteX79" fmla="*/ 4149539 w 5487431"/>
              <a:gd name="connsiteY79" fmla="*/ 149048 h 505330"/>
              <a:gd name="connsiteX80" fmla="*/ 4149539 w 5487431"/>
              <a:gd name="connsiteY80" fmla="*/ 494221 h 505330"/>
              <a:gd name="connsiteX81" fmla="*/ 4231838 w 5487431"/>
              <a:gd name="connsiteY81" fmla="*/ 494221 h 505330"/>
              <a:gd name="connsiteX82" fmla="*/ 4231838 w 5487431"/>
              <a:gd name="connsiteY82" fmla="*/ 271261 h 505330"/>
              <a:gd name="connsiteX83" fmla="*/ 4300911 w 5487431"/>
              <a:gd name="connsiteY83" fmla="*/ 190476 h 505330"/>
              <a:gd name="connsiteX84" fmla="*/ 4360185 w 5487431"/>
              <a:gd name="connsiteY84" fmla="*/ 258173 h 505330"/>
              <a:gd name="connsiteX85" fmla="*/ 4360185 w 5487431"/>
              <a:gd name="connsiteY85" fmla="*/ 494221 h 505330"/>
              <a:gd name="connsiteX86" fmla="*/ 4442483 w 5487431"/>
              <a:gd name="connsiteY86" fmla="*/ 494221 h 505330"/>
              <a:gd name="connsiteX87" fmla="*/ 4442483 w 5487431"/>
              <a:gd name="connsiteY87" fmla="*/ 257420 h 505330"/>
              <a:gd name="connsiteX88" fmla="*/ 4332308 w 5487431"/>
              <a:gd name="connsiteY88" fmla="*/ 142174 h 505330"/>
              <a:gd name="connsiteX89" fmla="*/ 4629533 w 5487431"/>
              <a:gd name="connsiteY89" fmla="*/ 142174 h 505330"/>
              <a:gd name="connsiteX90" fmla="*/ 4496334 w 5487431"/>
              <a:gd name="connsiteY90" fmla="*/ 241602 h 505330"/>
              <a:gd name="connsiteX91" fmla="*/ 4580725 w 5487431"/>
              <a:gd name="connsiteY91" fmla="*/ 341030 h 505330"/>
              <a:gd name="connsiteX92" fmla="*/ 4650464 w 5487431"/>
              <a:gd name="connsiteY92" fmla="*/ 358260 h 505330"/>
              <a:gd name="connsiteX93" fmla="*/ 4704220 w 5487431"/>
              <a:gd name="connsiteY93" fmla="*/ 409387 h 505330"/>
              <a:gd name="connsiteX94" fmla="*/ 4635146 w 5487431"/>
              <a:gd name="connsiteY94" fmla="*/ 464656 h 505330"/>
              <a:gd name="connsiteX95" fmla="*/ 4555607 w 5487431"/>
              <a:gd name="connsiteY95" fmla="*/ 384624 h 505330"/>
              <a:gd name="connsiteX96" fmla="*/ 4481682 w 5487431"/>
              <a:gd name="connsiteY96" fmla="*/ 405338 h 505330"/>
              <a:gd name="connsiteX97" fmla="*/ 4626108 w 5487431"/>
              <a:gd name="connsiteY97" fmla="*/ 501282 h 505330"/>
              <a:gd name="connsiteX98" fmla="*/ 4771200 w 5487431"/>
              <a:gd name="connsiteY98" fmla="*/ 388767 h 505330"/>
              <a:gd name="connsiteX99" fmla="*/ 4678436 w 5487431"/>
              <a:gd name="connsiteY99" fmla="*/ 285196 h 505330"/>
              <a:gd name="connsiteX100" fmla="*/ 4611456 w 5487431"/>
              <a:gd name="connsiteY100" fmla="*/ 268625 h 505330"/>
              <a:gd name="connsiteX101" fmla="*/ 4563314 w 5487431"/>
              <a:gd name="connsiteY101" fmla="*/ 223054 h 505330"/>
              <a:gd name="connsiteX102" fmla="*/ 4622588 w 5487431"/>
              <a:gd name="connsiteY102" fmla="*/ 178895 h 505330"/>
              <a:gd name="connsiteX103" fmla="*/ 4693754 w 5487431"/>
              <a:gd name="connsiteY103" fmla="*/ 245180 h 505330"/>
              <a:gd name="connsiteX104" fmla="*/ 4763493 w 5487431"/>
              <a:gd name="connsiteY104" fmla="*/ 224466 h 505330"/>
              <a:gd name="connsiteX105" fmla="*/ 4629533 w 5487431"/>
              <a:gd name="connsiteY105" fmla="*/ 142174 h 505330"/>
              <a:gd name="connsiteX106" fmla="*/ 4975471 w 5487431"/>
              <a:gd name="connsiteY106" fmla="*/ 463149 h 505330"/>
              <a:gd name="connsiteX107" fmla="*/ 4891745 w 5487431"/>
              <a:gd name="connsiteY107" fmla="*/ 321634 h 505330"/>
              <a:gd name="connsiteX108" fmla="*/ 4975471 w 5487431"/>
              <a:gd name="connsiteY108" fmla="*/ 180119 h 505330"/>
              <a:gd name="connsiteX109" fmla="*/ 5059196 w 5487431"/>
              <a:gd name="connsiteY109" fmla="*/ 321634 h 505330"/>
              <a:gd name="connsiteX110" fmla="*/ 4975471 w 5487431"/>
              <a:gd name="connsiteY110" fmla="*/ 463149 h 505330"/>
              <a:gd name="connsiteX111" fmla="*/ 4975471 w 5487431"/>
              <a:gd name="connsiteY111" fmla="*/ 142174 h 505330"/>
              <a:gd name="connsiteX112" fmla="*/ 4805261 w 5487431"/>
              <a:gd name="connsiteY112" fmla="*/ 321634 h 505330"/>
              <a:gd name="connsiteX113" fmla="*/ 4975471 w 5487431"/>
              <a:gd name="connsiteY113" fmla="*/ 501094 h 505330"/>
              <a:gd name="connsiteX114" fmla="*/ 5145680 w 5487431"/>
              <a:gd name="connsiteY114" fmla="*/ 321634 h 505330"/>
              <a:gd name="connsiteX115" fmla="*/ 4975471 w 5487431"/>
              <a:gd name="connsiteY115" fmla="*/ 142174 h 505330"/>
              <a:gd name="connsiteX116" fmla="*/ 5377257 w 5487431"/>
              <a:gd name="connsiteY116" fmla="*/ 142174 h 505330"/>
              <a:gd name="connsiteX117" fmla="*/ 5280973 w 5487431"/>
              <a:gd name="connsiteY117" fmla="*/ 192547 h 505330"/>
              <a:gd name="connsiteX118" fmla="*/ 5276787 w 5487431"/>
              <a:gd name="connsiteY118" fmla="*/ 192547 h 505330"/>
              <a:gd name="connsiteX119" fmla="*/ 5276787 w 5487431"/>
              <a:gd name="connsiteY119" fmla="*/ 149048 h 505330"/>
              <a:gd name="connsiteX120" fmla="*/ 5194488 w 5487431"/>
              <a:gd name="connsiteY120" fmla="*/ 149048 h 505330"/>
              <a:gd name="connsiteX121" fmla="*/ 5194488 w 5487431"/>
              <a:gd name="connsiteY121" fmla="*/ 494221 h 505330"/>
              <a:gd name="connsiteX122" fmla="*/ 5276787 w 5487431"/>
              <a:gd name="connsiteY122" fmla="*/ 494221 h 505330"/>
              <a:gd name="connsiteX123" fmla="*/ 5276787 w 5487431"/>
              <a:gd name="connsiteY123" fmla="*/ 271261 h 505330"/>
              <a:gd name="connsiteX124" fmla="*/ 5345860 w 5487431"/>
              <a:gd name="connsiteY124" fmla="*/ 190476 h 505330"/>
              <a:gd name="connsiteX125" fmla="*/ 5405134 w 5487431"/>
              <a:gd name="connsiteY125" fmla="*/ 258173 h 505330"/>
              <a:gd name="connsiteX126" fmla="*/ 5405134 w 5487431"/>
              <a:gd name="connsiteY126" fmla="*/ 494221 h 505330"/>
              <a:gd name="connsiteX127" fmla="*/ 5487432 w 5487431"/>
              <a:gd name="connsiteY127" fmla="*/ 494221 h 505330"/>
              <a:gd name="connsiteX128" fmla="*/ 5487432 w 5487431"/>
              <a:gd name="connsiteY128" fmla="*/ 257420 h 505330"/>
              <a:gd name="connsiteX129" fmla="*/ 5377257 w 5487431"/>
              <a:gd name="connsiteY129" fmla="*/ 142174 h 505330"/>
              <a:gd name="connsiteX130" fmla="*/ 323674 w 5487431"/>
              <a:gd name="connsiteY130" fmla="*/ 11016 h 505330"/>
              <a:gd name="connsiteX131" fmla="*/ 237190 w 5487431"/>
              <a:gd name="connsiteY131" fmla="*/ 11016 h 505330"/>
              <a:gd name="connsiteX132" fmla="*/ 237190 w 5487431"/>
              <a:gd name="connsiteY132" fmla="*/ 367864 h 505330"/>
              <a:gd name="connsiteX133" fmla="*/ 161837 w 5487431"/>
              <a:gd name="connsiteY133" fmla="*/ 460325 h 505330"/>
              <a:gd name="connsiteX134" fmla="*/ 86484 w 5487431"/>
              <a:gd name="connsiteY134" fmla="*/ 360897 h 505330"/>
              <a:gd name="connsiteX135" fmla="*/ 86484 w 5487431"/>
              <a:gd name="connsiteY135" fmla="*/ 294612 h 505330"/>
              <a:gd name="connsiteX136" fmla="*/ 0 w 5487431"/>
              <a:gd name="connsiteY136" fmla="*/ 315985 h 505330"/>
              <a:gd name="connsiteX137" fmla="*/ 0 w 5487431"/>
              <a:gd name="connsiteY137" fmla="*/ 345644 h 505330"/>
              <a:gd name="connsiteX138" fmla="*/ 161837 w 5487431"/>
              <a:gd name="connsiteY138" fmla="*/ 505143 h 505330"/>
              <a:gd name="connsiteX139" fmla="*/ 323674 w 5487431"/>
              <a:gd name="connsiteY139" fmla="*/ 345644 h 505330"/>
              <a:gd name="connsiteX140" fmla="*/ 323674 w 5487431"/>
              <a:gd name="connsiteY140" fmla="*/ 11016 h 505330"/>
              <a:gd name="connsiteX141" fmla="*/ 844008 w 5487431"/>
              <a:gd name="connsiteY141" fmla="*/ 11016 h 505330"/>
              <a:gd name="connsiteX142" fmla="*/ 761710 w 5487431"/>
              <a:gd name="connsiteY142" fmla="*/ 11016 h 505330"/>
              <a:gd name="connsiteX143" fmla="*/ 761710 w 5487431"/>
              <a:gd name="connsiteY143" fmla="*/ 494221 h 505330"/>
              <a:gd name="connsiteX144" fmla="*/ 844008 w 5487431"/>
              <a:gd name="connsiteY144" fmla="*/ 494221 h 505330"/>
              <a:gd name="connsiteX145" fmla="*/ 844008 w 5487431"/>
              <a:gd name="connsiteY145" fmla="*/ 271261 h 505330"/>
              <a:gd name="connsiteX146" fmla="*/ 913081 w 5487431"/>
              <a:gd name="connsiteY146" fmla="*/ 190476 h 505330"/>
              <a:gd name="connsiteX147" fmla="*/ 972355 w 5487431"/>
              <a:gd name="connsiteY147" fmla="*/ 258173 h 505330"/>
              <a:gd name="connsiteX148" fmla="*/ 972355 w 5487431"/>
              <a:gd name="connsiteY148" fmla="*/ 494221 h 505330"/>
              <a:gd name="connsiteX149" fmla="*/ 1054653 w 5487431"/>
              <a:gd name="connsiteY149" fmla="*/ 494221 h 505330"/>
              <a:gd name="connsiteX150" fmla="*/ 1054653 w 5487431"/>
              <a:gd name="connsiteY150" fmla="*/ 257420 h 505330"/>
              <a:gd name="connsiteX151" fmla="*/ 944478 w 5487431"/>
              <a:gd name="connsiteY151" fmla="*/ 142174 h 505330"/>
              <a:gd name="connsiteX152" fmla="*/ 848194 w 5487431"/>
              <a:gd name="connsiteY152" fmla="*/ 192547 h 505330"/>
              <a:gd name="connsiteX153" fmla="*/ 844008 w 5487431"/>
              <a:gd name="connsiteY153" fmla="*/ 192547 h 505330"/>
              <a:gd name="connsiteX154" fmla="*/ 844008 w 5487431"/>
              <a:gd name="connsiteY154" fmla="*/ 11016 h 505330"/>
              <a:gd name="connsiteX155" fmla="*/ 3352342 w 5487431"/>
              <a:gd name="connsiteY155" fmla="*/ 11016 h 505330"/>
              <a:gd name="connsiteX156" fmla="*/ 3265857 w 5487431"/>
              <a:gd name="connsiteY156" fmla="*/ 11016 h 505330"/>
              <a:gd name="connsiteX157" fmla="*/ 3265857 w 5487431"/>
              <a:gd name="connsiteY157" fmla="*/ 367864 h 505330"/>
              <a:gd name="connsiteX158" fmla="*/ 3190504 w 5487431"/>
              <a:gd name="connsiteY158" fmla="*/ 460325 h 505330"/>
              <a:gd name="connsiteX159" fmla="*/ 3115152 w 5487431"/>
              <a:gd name="connsiteY159" fmla="*/ 360897 h 505330"/>
              <a:gd name="connsiteX160" fmla="*/ 3115152 w 5487431"/>
              <a:gd name="connsiteY160" fmla="*/ 294612 h 505330"/>
              <a:gd name="connsiteX161" fmla="*/ 3028667 w 5487431"/>
              <a:gd name="connsiteY161" fmla="*/ 315985 h 505330"/>
              <a:gd name="connsiteX162" fmla="*/ 3028667 w 5487431"/>
              <a:gd name="connsiteY162" fmla="*/ 345644 h 505330"/>
              <a:gd name="connsiteX163" fmla="*/ 3190504 w 5487431"/>
              <a:gd name="connsiteY163" fmla="*/ 505143 h 505330"/>
              <a:gd name="connsiteX164" fmla="*/ 3352342 w 5487431"/>
              <a:gd name="connsiteY164" fmla="*/ 345644 h 505330"/>
              <a:gd name="connsiteX165" fmla="*/ 3352342 w 5487431"/>
              <a:gd name="connsiteY165" fmla="*/ 11016 h 505330"/>
              <a:gd name="connsiteX166" fmla="*/ 3872675 w 5487431"/>
              <a:gd name="connsiteY166" fmla="*/ 11016 h 505330"/>
              <a:gd name="connsiteX167" fmla="*/ 3790377 w 5487431"/>
              <a:gd name="connsiteY167" fmla="*/ 11016 h 505330"/>
              <a:gd name="connsiteX168" fmla="*/ 3790377 w 5487431"/>
              <a:gd name="connsiteY168" fmla="*/ 494221 h 505330"/>
              <a:gd name="connsiteX169" fmla="*/ 3872675 w 5487431"/>
              <a:gd name="connsiteY169" fmla="*/ 494221 h 505330"/>
              <a:gd name="connsiteX170" fmla="*/ 3872675 w 5487431"/>
              <a:gd name="connsiteY170" fmla="*/ 271261 h 505330"/>
              <a:gd name="connsiteX171" fmla="*/ 3941749 w 5487431"/>
              <a:gd name="connsiteY171" fmla="*/ 190476 h 505330"/>
              <a:gd name="connsiteX172" fmla="*/ 4001022 w 5487431"/>
              <a:gd name="connsiteY172" fmla="*/ 258173 h 505330"/>
              <a:gd name="connsiteX173" fmla="*/ 4001022 w 5487431"/>
              <a:gd name="connsiteY173" fmla="*/ 494221 h 505330"/>
              <a:gd name="connsiteX174" fmla="*/ 4083320 w 5487431"/>
              <a:gd name="connsiteY174" fmla="*/ 494221 h 505330"/>
              <a:gd name="connsiteX175" fmla="*/ 4083320 w 5487431"/>
              <a:gd name="connsiteY175" fmla="*/ 257420 h 505330"/>
              <a:gd name="connsiteX176" fmla="*/ 3973146 w 5487431"/>
              <a:gd name="connsiteY176" fmla="*/ 142174 h 505330"/>
              <a:gd name="connsiteX177" fmla="*/ 3876861 w 5487431"/>
              <a:gd name="connsiteY177" fmla="*/ 192547 h 505330"/>
              <a:gd name="connsiteX178" fmla="*/ 3872675 w 5487431"/>
              <a:gd name="connsiteY178" fmla="*/ 192547 h 505330"/>
              <a:gd name="connsiteX179" fmla="*/ 3872675 w 5487431"/>
              <a:gd name="connsiteY179" fmla="*/ 11016 h 505330"/>
              <a:gd name="connsiteX180" fmla="*/ 2730110 w 5487431"/>
              <a:gd name="connsiteY180" fmla="*/ 454864 h 505330"/>
              <a:gd name="connsiteX181" fmla="*/ 2622029 w 5487431"/>
              <a:gd name="connsiteY181" fmla="*/ 343761 h 505330"/>
              <a:gd name="connsiteX182" fmla="*/ 2664557 w 5487431"/>
              <a:gd name="connsiteY182" fmla="*/ 256102 h 505330"/>
              <a:gd name="connsiteX183" fmla="*/ 2822208 w 5487431"/>
              <a:gd name="connsiteY183" fmla="*/ 426617 h 505330"/>
              <a:gd name="connsiteX184" fmla="*/ 2730110 w 5487431"/>
              <a:gd name="connsiteY184" fmla="*/ 454864 h 505330"/>
              <a:gd name="connsiteX185" fmla="*/ 2883575 w 5487431"/>
              <a:gd name="connsiteY185" fmla="*/ 369936 h 505330"/>
              <a:gd name="connsiteX186" fmla="*/ 2746856 w 5487431"/>
              <a:gd name="connsiteY186" fmla="*/ 220794 h 505330"/>
              <a:gd name="connsiteX187" fmla="*/ 2814502 w 5487431"/>
              <a:gd name="connsiteY187" fmla="*/ 207706 h 505330"/>
              <a:gd name="connsiteX188" fmla="*/ 2905838 w 5487431"/>
              <a:gd name="connsiteY188" fmla="*/ 296118 h 505330"/>
              <a:gd name="connsiteX189" fmla="*/ 2883575 w 5487431"/>
              <a:gd name="connsiteY189" fmla="*/ 369936 h 505330"/>
              <a:gd name="connsiteX190" fmla="*/ 2728017 w 5487431"/>
              <a:gd name="connsiteY190" fmla="*/ 200833 h 505330"/>
              <a:gd name="connsiteX191" fmla="*/ 2698047 w 5487431"/>
              <a:gd name="connsiteY191" fmla="*/ 167690 h 505330"/>
              <a:gd name="connsiteX192" fmla="*/ 2663891 w 5487431"/>
              <a:gd name="connsiteY192" fmla="*/ 99334 h 505330"/>
              <a:gd name="connsiteX193" fmla="*/ 2730110 w 5487431"/>
              <a:gd name="connsiteY193" fmla="*/ 36532 h 505330"/>
              <a:gd name="connsiteX194" fmla="*/ 2795664 w 5487431"/>
              <a:gd name="connsiteY194" fmla="*/ 102817 h 505330"/>
              <a:gd name="connsiteX195" fmla="*/ 2728017 w 5487431"/>
              <a:gd name="connsiteY195" fmla="*/ 200833 h 505330"/>
              <a:gd name="connsiteX196" fmla="*/ 2732204 w 5487431"/>
              <a:gd name="connsiteY196" fmla="*/ 0 h 505330"/>
              <a:gd name="connsiteX197" fmla="*/ 2588539 w 5487431"/>
              <a:gd name="connsiteY197" fmla="*/ 119389 h 505330"/>
              <a:gd name="connsiteX198" fmla="*/ 2644387 w 5487431"/>
              <a:gd name="connsiteY198" fmla="*/ 234635 h 505330"/>
              <a:gd name="connsiteX199" fmla="*/ 2645053 w 5487431"/>
              <a:gd name="connsiteY199" fmla="*/ 236047 h 505330"/>
              <a:gd name="connsiteX200" fmla="*/ 2545344 w 5487431"/>
              <a:gd name="connsiteY200" fmla="*/ 374832 h 505330"/>
              <a:gd name="connsiteX201" fmla="*/ 2685584 w 5487431"/>
              <a:gd name="connsiteY201" fmla="*/ 505331 h 505330"/>
              <a:gd name="connsiteX202" fmla="*/ 2843235 w 5487431"/>
              <a:gd name="connsiteY202" fmla="*/ 449403 h 505330"/>
              <a:gd name="connsiteX203" fmla="*/ 2885097 w 5487431"/>
              <a:gd name="connsiteY203" fmla="*/ 494315 h 505330"/>
              <a:gd name="connsiteX204" fmla="*/ 2994606 w 5487431"/>
              <a:gd name="connsiteY204" fmla="*/ 494315 h 505330"/>
              <a:gd name="connsiteX205" fmla="*/ 2994606 w 5487431"/>
              <a:gd name="connsiteY205" fmla="*/ 490831 h 505330"/>
              <a:gd name="connsiteX206" fmla="*/ 2905363 w 5487431"/>
              <a:gd name="connsiteY206" fmla="*/ 393474 h 505330"/>
              <a:gd name="connsiteX207" fmla="*/ 2964637 w 5487431"/>
              <a:gd name="connsiteY207" fmla="*/ 258833 h 505330"/>
              <a:gd name="connsiteX208" fmla="*/ 2873300 w 5487431"/>
              <a:gd name="connsiteY208" fmla="*/ 171174 h 505330"/>
              <a:gd name="connsiteX209" fmla="*/ 2789574 w 5487431"/>
              <a:gd name="connsiteY209" fmla="*/ 187745 h 505330"/>
              <a:gd name="connsiteX210" fmla="*/ 2788147 w 5487431"/>
              <a:gd name="connsiteY210" fmla="*/ 185015 h 505330"/>
              <a:gd name="connsiteX211" fmla="*/ 2863500 w 5487431"/>
              <a:gd name="connsiteY211" fmla="*/ 93873 h 505330"/>
              <a:gd name="connsiteX212" fmla="*/ 2732204 w 5487431"/>
              <a:gd name="connsiteY212" fmla="*/ 0 h 5053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Lst>
            <a:rect l="l" t="t" r="r" b="b"/>
            <a:pathLst>
              <a:path w="5487431" h="505330">
                <a:moveTo>
                  <a:pt x="542692" y="463149"/>
                </a:moveTo>
                <a:cubicBezTo>
                  <a:pt x="488937" y="463149"/>
                  <a:pt x="458967" y="412776"/>
                  <a:pt x="458967" y="321634"/>
                </a:cubicBezTo>
                <a:cubicBezTo>
                  <a:pt x="458967" y="229080"/>
                  <a:pt x="488937" y="180119"/>
                  <a:pt x="542692" y="180119"/>
                </a:cubicBezTo>
                <a:cubicBezTo>
                  <a:pt x="596448" y="180119"/>
                  <a:pt x="626417" y="229833"/>
                  <a:pt x="626417" y="321634"/>
                </a:cubicBezTo>
                <a:cubicBezTo>
                  <a:pt x="626322" y="414189"/>
                  <a:pt x="596352" y="463149"/>
                  <a:pt x="542692" y="463149"/>
                </a:cubicBezTo>
                <a:moveTo>
                  <a:pt x="542692" y="142174"/>
                </a:moveTo>
                <a:cubicBezTo>
                  <a:pt x="433183" y="142174"/>
                  <a:pt x="372482" y="222959"/>
                  <a:pt x="372482" y="321634"/>
                </a:cubicBezTo>
                <a:cubicBezTo>
                  <a:pt x="372482" y="420309"/>
                  <a:pt x="433183" y="501094"/>
                  <a:pt x="542692" y="501094"/>
                </a:cubicBezTo>
                <a:cubicBezTo>
                  <a:pt x="652201" y="501094"/>
                  <a:pt x="712902" y="420309"/>
                  <a:pt x="712902" y="321634"/>
                </a:cubicBezTo>
                <a:cubicBezTo>
                  <a:pt x="712902" y="222959"/>
                  <a:pt x="652201" y="142174"/>
                  <a:pt x="542692" y="142174"/>
                </a:cubicBezTo>
                <a:moveTo>
                  <a:pt x="1303641" y="142174"/>
                </a:moveTo>
                <a:cubicBezTo>
                  <a:pt x="1251979" y="142174"/>
                  <a:pt x="1223436" y="164301"/>
                  <a:pt x="1207357" y="192547"/>
                </a:cubicBezTo>
                <a:lnTo>
                  <a:pt x="1203170" y="192547"/>
                </a:lnTo>
                <a:lnTo>
                  <a:pt x="1203170" y="149048"/>
                </a:lnTo>
                <a:lnTo>
                  <a:pt x="1120872" y="149048"/>
                </a:lnTo>
                <a:lnTo>
                  <a:pt x="1120872" y="494221"/>
                </a:lnTo>
                <a:lnTo>
                  <a:pt x="1203170" y="494221"/>
                </a:lnTo>
                <a:lnTo>
                  <a:pt x="1203170" y="271261"/>
                </a:lnTo>
                <a:cubicBezTo>
                  <a:pt x="1203170" y="220229"/>
                  <a:pt x="1229715" y="190476"/>
                  <a:pt x="1272244" y="190476"/>
                </a:cubicBezTo>
                <a:cubicBezTo>
                  <a:pt x="1313440" y="190476"/>
                  <a:pt x="1331518" y="217404"/>
                  <a:pt x="1331518" y="258173"/>
                </a:cubicBezTo>
                <a:lnTo>
                  <a:pt x="1331518" y="494221"/>
                </a:lnTo>
                <a:lnTo>
                  <a:pt x="1413816" y="494221"/>
                </a:lnTo>
                <a:lnTo>
                  <a:pt x="1413816" y="257420"/>
                </a:lnTo>
                <a:cubicBezTo>
                  <a:pt x="1413911" y="186333"/>
                  <a:pt x="1376234" y="142174"/>
                  <a:pt x="1303641" y="142174"/>
                </a:cubicBezTo>
                <a:moveTo>
                  <a:pt x="1600771" y="142174"/>
                </a:moveTo>
                <a:cubicBezTo>
                  <a:pt x="1524752" y="142174"/>
                  <a:pt x="1467571" y="173905"/>
                  <a:pt x="1467571" y="241602"/>
                </a:cubicBezTo>
                <a:cubicBezTo>
                  <a:pt x="1467571" y="298943"/>
                  <a:pt x="1507341" y="330014"/>
                  <a:pt x="1551962" y="341030"/>
                </a:cubicBezTo>
                <a:lnTo>
                  <a:pt x="1621702" y="358260"/>
                </a:lnTo>
                <a:cubicBezTo>
                  <a:pt x="1658712" y="367205"/>
                  <a:pt x="1675457" y="380387"/>
                  <a:pt x="1675457" y="409387"/>
                </a:cubicBezTo>
                <a:cubicBezTo>
                  <a:pt x="1675457" y="444601"/>
                  <a:pt x="1650340" y="464656"/>
                  <a:pt x="1606384" y="464656"/>
                </a:cubicBezTo>
                <a:cubicBezTo>
                  <a:pt x="1558908" y="464656"/>
                  <a:pt x="1534551" y="441870"/>
                  <a:pt x="1526845" y="384624"/>
                </a:cubicBezTo>
                <a:lnTo>
                  <a:pt x="1452919" y="405338"/>
                </a:lnTo>
                <a:cubicBezTo>
                  <a:pt x="1457106" y="464750"/>
                  <a:pt x="1512954" y="501282"/>
                  <a:pt x="1597345" y="501282"/>
                </a:cubicBezTo>
                <a:cubicBezTo>
                  <a:pt x="1691536" y="501282"/>
                  <a:pt x="1742438" y="457782"/>
                  <a:pt x="1742438" y="388767"/>
                </a:cubicBezTo>
                <a:cubicBezTo>
                  <a:pt x="1742438" y="323894"/>
                  <a:pt x="1697055" y="296965"/>
                  <a:pt x="1649674" y="285196"/>
                </a:cubicBezTo>
                <a:lnTo>
                  <a:pt x="1582693" y="268625"/>
                </a:lnTo>
                <a:cubicBezTo>
                  <a:pt x="1549203" y="260339"/>
                  <a:pt x="1534551" y="245180"/>
                  <a:pt x="1534551" y="223054"/>
                </a:cubicBezTo>
                <a:cubicBezTo>
                  <a:pt x="1534551" y="195466"/>
                  <a:pt x="1558242" y="178895"/>
                  <a:pt x="1593825" y="178895"/>
                </a:cubicBezTo>
                <a:cubicBezTo>
                  <a:pt x="1635688" y="178895"/>
                  <a:pt x="1661471" y="201680"/>
                  <a:pt x="1664992" y="245180"/>
                </a:cubicBezTo>
                <a:lnTo>
                  <a:pt x="1734731" y="224466"/>
                </a:lnTo>
                <a:cubicBezTo>
                  <a:pt x="1726358" y="175976"/>
                  <a:pt x="1678216" y="142174"/>
                  <a:pt x="1600771" y="142174"/>
                </a:cubicBezTo>
                <a:moveTo>
                  <a:pt x="1946803" y="463149"/>
                </a:moveTo>
                <a:cubicBezTo>
                  <a:pt x="1893048" y="463149"/>
                  <a:pt x="1863078" y="412776"/>
                  <a:pt x="1863078" y="321634"/>
                </a:cubicBezTo>
                <a:cubicBezTo>
                  <a:pt x="1863078" y="229080"/>
                  <a:pt x="1893048" y="180119"/>
                  <a:pt x="1946803" y="180119"/>
                </a:cubicBezTo>
                <a:cubicBezTo>
                  <a:pt x="2000559" y="180119"/>
                  <a:pt x="2030529" y="229833"/>
                  <a:pt x="2030529" y="321634"/>
                </a:cubicBezTo>
                <a:cubicBezTo>
                  <a:pt x="2030529" y="414189"/>
                  <a:pt x="2000464" y="463149"/>
                  <a:pt x="1946803" y="463149"/>
                </a:cubicBezTo>
                <a:moveTo>
                  <a:pt x="1946803" y="142174"/>
                </a:moveTo>
                <a:cubicBezTo>
                  <a:pt x="1837294" y="142174"/>
                  <a:pt x="1776594" y="222959"/>
                  <a:pt x="1776594" y="321634"/>
                </a:cubicBezTo>
                <a:cubicBezTo>
                  <a:pt x="1776594" y="420309"/>
                  <a:pt x="1837294" y="501094"/>
                  <a:pt x="1946803" y="501094"/>
                </a:cubicBezTo>
                <a:cubicBezTo>
                  <a:pt x="2056312" y="501094"/>
                  <a:pt x="2117013" y="420309"/>
                  <a:pt x="2117013" y="321634"/>
                </a:cubicBezTo>
                <a:cubicBezTo>
                  <a:pt x="2117013" y="222959"/>
                  <a:pt x="2056312" y="142174"/>
                  <a:pt x="1946803" y="142174"/>
                </a:cubicBezTo>
                <a:moveTo>
                  <a:pt x="2348590" y="142174"/>
                </a:moveTo>
                <a:cubicBezTo>
                  <a:pt x="2296927" y="142174"/>
                  <a:pt x="2268385" y="164301"/>
                  <a:pt x="2252306" y="192547"/>
                </a:cubicBezTo>
                <a:lnTo>
                  <a:pt x="2248119" y="192547"/>
                </a:lnTo>
                <a:lnTo>
                  <a:pt x="2248119" y="149048"/>
                </a:lnTo>
                <a:lnTo>
                  <a:pt x="2165821" y="149048"/>
                </a:lnTo>
                <a:lnTo>
                  <a:pt x="2165821" y="494221"/>
                </a:lnTo>
                <a:lnTo>
                  <a:pt x="2248119" y="494221"/>
                </a:lnTo>
                <a:lnTo>
                  <a:pt x="2248119" y="271261"/>
                </a:lnTo>
                <a:cubicBezTo>
                  <a:pt x="2248119" y="220229"/>
                  <a:pt x="2274664" y="190476"/>
                  <a:pt x="2317193" y="190476"/>
                </a:cubicBezTo>
                <a:cubicBezTo>
                  <a:pt x="2358389" y="190476"/>
                  <a:pt x="2376466" y="217404"/>
                  <a:pt x="2376466" y="258173"/>
                </a:cubicBezTo>
                <a:lnTo>
                  <a:pt x="2376466" y="494221"/>
                </a:lnTo>
                <a:lnTo>
                  <a:pt x="2458764" y="494221"/>
                </a:lnTo>
                <a:lnTo>
                  <a:pt x="2458764" y="257420"/>
                </a:lnTo>
                <a:cubicBezTo>
                  <a:pt x="2458764" y="186333"/>
                  <a:pt x="2421088" y="142174"/>
                  <a:pt x="2348590" y="142174"/>
                </a:cubicBezTo>
                <a:moveTo>
                  <a:pt x="3571359" y="463149"/>
                </a:moveTo>
                <a:cubicBezTo>
                  <a:pt x="3517604" y="463149"/>
                  <a:pt x="3487634" y="412776"/>
                  <a:pt x="3487634" y="321634"/>
                </a:cubicBezTo>
                <a:cubicBezTo>
                  <a:pt x="3487634" y="229080"/>
                  <a:pt x="3517604" y="180119"/>
                  <a:pt x="3571359" y="180119"/>
                </a:cubicBezTo>
                <a:cubicBezTo>
                  <a:pt x="3625115" y="180119"/>
                  <a:pt x="3655085" y="229833"/>
                  <a:pt x="3655085" y="321634"/>
                </a:cubicBezTo>
                <a:cubicBezTo>
                  <a:pt x="3655085" y="414189"/>
                  <a:pt x="3625020" y="463149"/>
                  <a:pt x="3571359" y="463149"/>
                </a:cubicBezTo>
                <a:moveTo>
                  <a:pt x="3571359" y="142174"/>
                </a:moveTo>
                <a:cubicBezTo>
                  <a:pt x="3461850" y="142174"/>
                  <a:pt x="3401150" y="222959"/>
                  <a:pt x="3401150" y="321634"/>
                </a:cubicBezTo>
                <a:cubicBezTo>
                  <a:pt x="3401150" y="420309"/>
                  <a:pt x="3461850" y="501094"/>
                  <a:pt x="3571359" y="501094"/>
                </a:cubicBezTo>
                <a:cubicBezTo>
                  <a:pt x="3680868" y="501094"/>
                  <a:pt x="3741569" y="420309"/>
                  <a:pt x="3741569" y="321634"/>
                </a:cubicBezTo>
                <a:cubicBezTo>
                  <a:pt x="3741569" y="222959"/>
                  <a:pt x="3680868" y="142174"/>
                  <a:pt x="3571359" y="142174"/>
                </a:cubicBezTo>
                <a:moveTo>
                  <a:pt x="4332308" y="142174"/>
                </a:moveTo>
                <a:cubicBezTo>
                  <a:pt x="4280646" y="142174"/>
                  <a:pt x="4252103" y="164301"/>
                  <a:pt x="4236024" y="192547"/>
                </a:cubicBezTo>
                <a:lnTo>
                  <a:pt x="4231838" y="192547"/>
                </a:lnTo>
                <a:lnTo>
                  <a:pt x="4231838" y="149048"/>
                </a:lnTo>
                <a:lnTo>
                  <a:pt x="4149539" y="149048"/>
                </a:lnTo>
                <a:lnTo>
                  <a:pt x="4149539" y="494221"/>
                </a:lnTo>
                <a:lnTo>
                  <a:pt x="4231838" y="494221"/>
                </a:lnTo>
                <a:lnTo>
                  <a:pt x="4231838" y="271261"/>
                </a:lnTo>
                <a:cubicBezTo>
                  <a:pt x="4231838" y="220229"/>
                  <a:pt x="4258383" y="190476"/>
                  <a:pt x="4300911" y="190476"/>
                </a:cubicBezTo>
                <a:cubicBezTo>
                  <a:pt x="4342108" y="190476"/>
                  <a:pt x="4360185" y="217404"/>
                  <a:pt x="4360185" y="258173"/>
                </a:cubicBezTo>
                <a:lnTo>
                  <a:pt x="4360185" y="494221"/>
                </a:lnTo>
                <a:lnTo>
                  <a:pt x="4442483" y="494221"/>
                </a:lnTo>
                <a:lnTo>
                  <a:pt x="4442483" y="257420"/>
                </a:lnTo>
                <a:cubicBezTo>
                  <a:pt x="4442578" y="186333"/>
                  <a:pt x="4404902" y="142174"/>
                  <a:pt x="4332308" y="142174"/>
                </a:cubicBezTo>
                <a:moveTo>
                  <a:pt x="4629533" y="142174"/>
                </a:moveTo>
                <a:cubicBezTo>
                  <a:pt x="4553514" y="142174"/>
                  <a:pt x="4496334" y="173905"/>
                  <a:pt x="4496334" y="241602"/>
                </a:cubicBezTo>
                <a:cubicBezTo>
                  <a:pt x="4496334" y="298943"/>
                  <a:pt x="4536103" y="330014"/>
                  <a:pt x="4580725" y="341030"/>
                </a:cubicBezTo>
                <a:lnTo>
                  <a:pt x="4650464" y="358260"/>
                </a:lnTo>
                <a:cubicBezTo>
                  <a:pt x="4687475" y="367205"/>
                  <a:pt x="4704220" y="380387"/>
                  <a:pt x="4704220" y="409387"/>
                </a:cubicBezTo>
                <a:cubicBezTo>
                  <a:pt x="4704220" y="444601"/>
                  <a:pt x="4679102" y="464656"/>
                  <a:pt x="4635146" y="464656"/>
                </a:cubicBezTo>
                <a:cubicBezTo>
                  <a:pt x="4587670" y="464656"/>
                  <a:pt x="4563314" y="441870"/>
                  <a:pt x="4555607" y="384624"/>
                </a:cubicBezTo>
                <a:lnTo>
                  <a:pt x="4481682" y="405338"/>
                </a:lnTo>
                <a:cubicBezTo>
                  <a:pt x="4485868" y="464750"/>
                  <a:pt x="4541716" y="501282"/>
                  <a:pt x="4626108" y="501282"/>
                </a:cubicBezTo>
                <a:cubicBezTo>
                  <a:pt x="4720299" y="501282"/>
                  <a:pt x="4771200" y="457782"/>
                  <a:pt x="4771200" y="388767"/>
                </a:cubicBezTo>
                <a:cubicBezTo>
                  <a:pt x="4771200" y="323894"/>
                  <a:pt x="4725817" y="296965"/>
                  <a:pt x="4678436" y="285196"/>
                </a:cubicBezTo>
                <a:lnTo>
                  <a:pt x="4611456" y="268625"/>
                </a:lnTo>
                <a:cubicBezTo>
                  <a:pt x="4577966" y="260339"/>
                  <a:pt x="4563314" y="245180"/>
                  <a:pt x="4563314" y="223054"/>
                </a:cubicBezTo>
                <a:cubicBezTo>
                  <a:pt x="4563314" y="195466"/>
                  <a:pt x="4587004" y="178895"/>
                  <a:pt x="4622588" y="178895"/>
                </a:cubicBezTo>
                <a:cubicBezTo>
                  <a:pt x="4664450" y="178895"/>
                  <a:pt x="4690234" y="201680"/>
                  <a:pt x="4693754" y="245180"/>
                </a:cubicBezTo>
                <a:lnTo>
                  <a:pt x="4763493" y="224466"/>
                </a:lnTo>
                <a:cubicBezTo>
                  <a:pt x="4755026" y="175976"/>
                  <a:pt x="4706884" y="142174"/>
                  <a:pt x="4629533" y="142174"/>
                </a:cubicBezTo>
                <a:moveTo>
                  <a:pt x="4975471" y="463149"/>
                </a:moveTo>
                <a:cubicBezTo>
                  <a:pt x="4921715" y="463149"/>
                  <a:pt x="4891745" y="412776"/>
                  <a:pt x="4891745" y="321634"/>
                </a:cubicBezTo>
                <a:cubicBezTo>
                  <a:pt x="4891745" y="229080"/>
                  <a:pt x="4921715" y="180119"/>
                  <a:pt x="4975471" y="180119"/>
                </a:cubicBezTo>
                <a:cubicBezTo>
                  <a:pt x="5029226" y="180119"/>
                  <a:pt x="5059196" y="229833"/>
                  <a:pt x="5059196" y="321634"/>
                </a:cubicBezTo>
                <a:cubicBezTo>
                  <a:pt x="5059196" y="414189"/>
                  <a:pt x="5029131" y="463149"/>
                  <a:pt x="4975471" y="463149"/>
                </a:cubicBezTo>
                <a:moveTo>
                  <a:pt x="4975471" y="142174"/>
                </a:moveTo>
                <a:cubicBezTo>
                  <a:pt x="4865962" y="142174"/>
                  <a:pt x="4805261" y="222959"/>
                  <a:pt x="4805261" y="321634"/>
                </a:cubicBezTo>
                <a:cubicBezTo>
                  <a:pt x="4805261" y="420309"/>
                  <a:pt x="4865962" y="501094"/>
                  <a:pt x="4975471" y="501094"/>
                </a:cubicBezTo>
                <a:cubicBezTo>
                  <a:pt x="5084980" y="501094"/>
                  <a:pt x="5145680" y="420309"/>
                  <a:pt x="5145680" y="321634"/>
                </a:cubicBezTo>
                <a:cubicBezTo>
                  <a:pt x="5145680" y="222959"/>
                  <a:pt x="5084980" y="142174"/>
                  <a:pt x="4975471" y="142174"/>
                </a:cubicBezTo>
                <a:moveTo>
                  <a:pt x="5377257" y="142174"/>
                </a:moveTo>
                <a:cubicBezTo>
                  <a:pt x="5325595" y="142174"/>
                  <a:pt x="5297052" y="164301"/>
                  <a:pt x="5280973" y="192547"/>
                </a:cubicBezTo>
                <a:lnTo>
                  <a:pt x="5276787" y="192547"/>
                </a:lnTo>
                <a:lnTo>
                  <a:pt x="5276787" y="149048"/>
                </a:lnTo>
                <a:lnTo>
                  <a:pt x="5194488" y="149048"/>
                </a:lnTo>
                <a:lnTo>
                  <a:pt x="5194488" y="494221"/>
                </a:lnTo>
                <a:lnTo>
                  <a:pt x="5276787" y="494221"/>
                </a:lnTo>
                <a:lnTo>
                  <a:pt x="5276787" y="271261"/>
                </a:lnTo>
                <a:cubicBezTo>
                  <a:pt x="5276787" y="220229"/>
                  <a:pt x="5303331" y="190476"/>
                  <a:pt x="5345860" y="190476"/>
                </a:cubicBezTo>
                <a:cubicBezTo>
                  <a:pt x="5387057" y="190476"/>
                  <a:pt x="5405134" y="217404"/>
                  <a:pt x="5405134" y="258173"/>
                </a:cubicBezTo>
                <a:lnTo>
                  <a:pt x="5405134" y="494221"/>
                </a:lnTo>
                <a:lnTo>
                  <a:pt x="5487432" y="494221"/>
                </a:lnTo>
                <a:lnTo>
                  <a:pt x="5487432" y="257420"/>
                </a:lnTo>
                <a:cubicBezTo>
                  <a:pt x="5487432" y="186333"/>
                  <a:pt x="5449755" y="142174"/>
                  <a:pt x="5377257" y="142174"/>
                </a:cubicBezTo>
                <a:moveTo>
                  <a:pt x="323674" y="11016"/>
                </a:moveTo>
                <a:lnTo>
                  <a:pt x="237190" y="11016"/>
                </a:lnTo>
                <a:lnTo>
                  <a:pt x="237190" y="367864"/>
                </a:lnTo>
                <a:cubicBezTo>
                  <a:pt x="237190" y="425864"/>
                  <a:pt x="214831" y="460325"/>
                  <a:pt x="161837" y="460325"/>
                </a:cubicBezTo>
                <a:cubicBezTo>
                  <a:pt x="109509" y="460325"/>
                  <a:pt x="86484" y="423698"/>
                  <a:pt x="86484" y="360897"/>
                </a:cubicBezTo>
                <a:lnTo>
                  <a:pt x="86484" y="294612"/>
                </a:lnTo>
                <a:lnTo>
                  <a:pt x="0" y="315985"/>
                </a:lnTo>
                <a:lnTo>
                  <a:pt x="0" y="345644"/>
                </a:lnTo>
                <a:cubicBezTo>
                  <a:pt x="0" y="436033"/>
                  <a:pt x="45383" y="505143"/>
                  <a:pt x="161837" y="505143"/>
                </a:cubicBezTo>
                <a:cubicBezTo>
                  <a:pt x="278291" y="505143"/>
                  <a:pt x="323674" y="436127"/>
                  <a:pt x="323674" y="345644"/>
                </a:cubicBezTo>
                <a:lnTo>
                  <a:pt x="323674" y="11016"/>
                </a:lnTo>
                <a:moveTo>
                  <a:pt x="844008" y="11016"/>
                </a:moveTo>
                <a:lnTo>
                  <a:pt x="761710" y="11016"/>
                </a:lnTo>
                <a:lnTo>
                  <a:pt x="761710" y="494221"/>
                </a:lnTo>
                <a:lnTo>
                  <a:pt x="844008" y="494221"/>
                </a:lnTo>
                <a:lnTo>
                  <a:pt x="844008" y="271261"/>
                </a:lnTo>
                <a:cubicBezTo>
                  <a:pt x="844008" y="220229"/>
                  <a:pt x="870553" y="190476"/>
                  <a:pt x="913081" y="190476"/>
                </a:cubicBezTo>
                <a:cubicBezTo>
                  <a:pt x="954278" y="190476"/>
                  <a:pt x="972355" y="217404"/>
                  <a:pt x="972355" y="258173"/>
                </a:cubicBezTo>
                <a:lnTo>
                  <a:pt x="972355" y="494221"/>
                </a:lnTo>
                <a:lnTo>
                  <a:pt x="1054653" y="494221"/>
                </a:lnTo>
                <a:lnTo>
                  <a:pt x="1054653" y="257420"/>
                </a:lnTo>
                <a:cubicBezTo>
                  <a:pt x="1054653" y="186333"/>
                  <a:pt x="1016977" y="142174"/>
                  <a:pt x="944478" y="142174"/>
                </a:cubicBezTo>
                <a:cubicBezTo>
                  <a:pt x="892816" y="142174"/>
                  <a:pt x="864273" y="164301"/>
                  <a:pt x="848194" y="192547"/>
                </a:cubicBezTo>
                <a:lnTo>
                  <a:pt x="844008" y="192547"/>
                </a:lnTo>
                <a:lnTo>
                  <a:pt x="844008" y="11016"/>
                </a:lnTo>
                <a:moveTo>
                  <a:pt x="3352342" y="11016"/>
                </a:moveTo>
                <a:lnTo>
                  <a:pt x="3265857" y="11016"/>
                </a:lnTo>
                <a:lnTo>
                  <a:pt x="3265857" y="367864"/>
                </a:lnTo>
                <a:cubicBezTo>
                  <a:pt x="3265857" y="425864"/>
                  <a:pt x="3243499" y="460325"/>
                  <a:pt x="3190504" y="460325"/>
                </a:cubicBezTo>
                <a:cubicBezTo>
                  <a:pt x="3138176" y="460325"/>
                  <a:pt x="3115152" y="423698"/>
                  <a:pt x="3115152" y="360897"/>
                </a:cubicBezTo>
                <a:lnTo>
                  <a:pt x="3115152" y="294612"/>
                </a:lnTo>
                <a:lnTo>
                  <a:pt x="3028667" y="315985"/>
                </a:lnTo>
                <a:lnTo>
                  <a:pt x="3028667" y="345644"/>
                </a:lnTo>
                <a:cubicBezTo>
                  <a:pt x="3028667" y="436033"/>
                  <a:pt x="3074050" y="505143"/>
                  <a:pt x="3190504" y="505143"/>
                </a:cubicBezTo>
                <a:cubicBezTo>
                  <a:pt x="3306959" y="505143"/>
                  <a:pt x="3352342" y="436127"/>
                  <a:pt x="3352342" y="345644"/>
                </a:cubicBezTo>
                <a:lnTo>
                  <a:pt x="3352342" y="11016"/>
                </a:lnTo>
                <a:moveTo>
                  <a:pt x="3872675" y="11016"/>
                </a:moveTo>
                <a:lnTo>
                  <a:pt x="3790377" y="11016"/>
                </a:lnTo>
                <a:lnTo>
                  <a:pt x="3790377" y="494221"/>
                </a:lnTo>
                <a:lnTo>
                  <a:pt x="3872675" y="494221"/>
                </a:lnTo>
                <a:lnTo>
                  <a:pt x="3872675" y="271261"/>
                </a:lnTo>
                <a:cubicBezTo>
                  <a:pt x="3872675" y="220229"/>
                  <a:pt x="3899220" y="190476"/>
                  <a:pt x="3941749" y="190476"/>
                </a:cubicBezTo>
                <a:cubicBezTo>
                  <a:pt x="3982945" y="190476"/>
                  <a:pt x="4001022" y="217404"/>
                  <a:pt x="4001022" y="258173"/>
                </a:cubicBezTo>
                <a:lnTo>
                  <a:pt x="4001022" y="494221"/>
                </a:lnTo>
                <a:lnTo>
                  <a:pt x="4083320" y="494221"/>
                </a:lnTo>
                <a:lnTo>
                  <a:pt x="4083320" y="257420"/>
                </a:lnTo>
                <a:cubicBezTo>
                  <a:pt x="4083320" y="186333"/>
                  <a:pt x="4045644" y="142174"/>
                  <a:pt x="3973146" y="142174"/>
                </a:cubicBezTo>
                <a:cubicBezTo>
                  <a:pt x="3921483" y="142174"/>
                  <a:pt x="3892941" y="164301"/>
                  <a:pt x="3876861" y="192547"/>
                </a:cubicBezTo>
                <a:lnTo>
                  <a:pt x="3872675" y="192547"/>
                </a:lnTo>
                <a:lnTo>
                  <a:pt x="3872675" y="11016"/>
                </a:lnTo>
                <a:moveTo>
                  <a:pt x="2730110" y="454864"/>
                </a:moveTo>
                <a:cubicBezTo>
                  <a:pt x="2663130" y="454864"/>
                  <a:pt x="2622029" y="401007"/>
                  <a:pt x="2622029" y="343761"/>
                </a:cubicBezTo>
                <a:cubicBezTo>
                  <a:pt x="2622029" y="307887"/>
                  <a:pt x="2638108" y="274745"/>
                  <a:pt x="2664557" y="256102"/>
                </a:cubicBezTo>
                <a:lnTo>
                  <a:pt x="2822208" y="426617"/>
                </a:lnTo>
                <a:cubicBezTo>
                  <a:pt x="2792904" y="443848"/>
                  <a:pt x="2760080" y="454864"/>
                  <a:pt x="2730110" y="454864"/>
                </a:cubicBezTo>
                <a:moveTo>
                  <a:pt x="2883575" y="369936"/>
                </a:moveTo>
                <a:lnTo>
                  <a:pt x="2746856" y="220794"/>
                </a:lnTo>
                <a:cubicBezTo>
                  <a:pt x="2771307" y="211096"/>
                  <a:pt x="2794998" y="207706"/>
                  <a:pt x="2814502" y="207706"/>
                </a:cubicBezTo>
                <a:cubicBezTo>
                  <a:pt x="2871016" y="207706"/>
                  <a:pt x="2905838" y="240190"/>
                  <a:pt x="2905838" y="296118"/>
                </a:cubicBezTo>
                <a:cubicBezTo>
                  <a:pt x="2905934" y="320975"/>
                  <a:pt x="2898893" y="346491"/>
                  <a:pt x="2883575" y="369936"/>
                </a:cubicBezTo>
                <a:moveTo>
                  <a:pt x="2728017" y="200833"/>
                </a:moveTo>
                <a:lnTo>
                  <a:pt x="2698047" y="167690"/>
                </a:lnTo>
                <a:cubicBezTo>
                  <a:pt x="2671503" y="138691"/>
                  <a:pt x="2663891" y="120707"/>
                  <a:pt x="2663891" y="99334"/>
                </a:cubicBezTo>
                <a:cubicBezTo>
                  <a:pt x="2663891" y="59318"/>
                  <a:pt x="2689675" y="36532"/>
                  <a:pt x="2730110" y="36532"/>
                </a:cubicBezTo>
                <a:cubicBezTo>
                  <a:pt x="2771307" y="36532"/>
                  <a:pt x="2795664" y="59977"/>
                  <a:pt x="2795664" y="102817"/>
                </a:cubicBezTo>
                <a:cubicBezTo>
                  <a:pt x="2795664" y="142174"/>
                  <a:pt x="2776159" y="179460"/>
                  <a:pt x="2728017" y="200833"/>
                </a:cubicBezTo>
                <a:moveTo>
                  <a:pt x="2732204" y="0"/>
                </a:moveTo>
                <a:cubicBezTo>
                  <a:pt x="2635920" y="0"/>
                  <a:pt x="2588539" y="53198"/>
                  <a:pt x="2588539" y="119389"/>
                </a:cubicBezTo>
                <a:cubicBezTo>
                  <a:pt x="2588539" y="155262"/>
                  <a:pt x="2603857" y="191229"/>
                  <a:pt x="2644387" y="234635"/>
                </a:cubicBezTo>
                <a:lnTo>
                  <a:pt x="2645053" y="236047"/>
                </a:lnTo>
                <a:cubicBezTo>
                  <a:pt x="2576741" y="268531"/>
                  <a:pt x="2545344" y="320975"/>
                  <a:pt x="2545344" y="374832"/>
                </a:cubicBezTo>
                <a:cubicBezTo>
                  <a:pt x="2545344" y="445919"/>
                  <a:pt x="2600432" y="505331"/>
                  <a:pt x="2685584" y="505331"/>
                </a:cubicBezTo>
                <a:cubicBezTo>
                  <a:pt x="2734392" y="505331"/>
                  <a:pt x="2791573" y="485276"/>
                  <a:pt x="2843235" y="449403"/>
                </a:cubicBezTo>
                <a:lnTo>
                  <a:pt x="2885097" y="494315"/>
                </a:lnTo>
                <a:lnTo>
                  <a:pt x="2994606" y="494315"/>
                </a:lnTo>
                <a:lnTo>
                  <a:pt x="2994606" y="490831"/>
                </a:lnTo>
                <a:lnTo>
                  <a:pt x="2905363" y="393474"/>
                </a:lnTo>
                <a:cubicBezTo>
                  <a:pt x="2943039" y="349316"/>
                  <a:pt x="2964637" y="301014"/>
                  <a:pt x="2964637" y="258833"/>
                </a:cubicBezTo>
                <a:cubicBezTo>
                  <a:pt x="2964637" y="206388"/>
                  <a:pt x="2929053" y="171174"/>
                  <a:pt x="2873300" y="171174"/>
                </a:cubicBezTo>
                <a:cubicBezTo>
                  <a:pt x="2843996" y="171174"/>
                  <a:pt x="2811172" y="179460"/>
                  <a:pt x="2789574" y="187745"/>
                </a:cubicBezTo>
                <a:lnTo>
                  <a:pt x="2788147" y="185015"/>
                </a:lnTo>
                <a:cubicBezTo>
                  <a:pt x="2841142" y="156674"/>
                  <a:pt x="2863500" y="130499"/>
                  <a:pt x="2863500" y="93873"/>
                </a:cubicBezTo>
                <a:cubicBezTo>
                  <a:pt x="2863310" y="41428"/>
                  <a:pt x="2815929" y="0"/>
                  <a:pt x="2732204" y="0"/>
                </a:cubicBezTo>
              </a:path>
            </a:pathLst>
          </a:custGeom>
          <a:solidFill>
            <a:schemeClr val="bg1"/>
          </a:solidFill>
          <a:ln w="9509" cap="flat">
            <a:noFill/>
            <a:prstDash val="solid"/>
            <a:miter/>
          </a:ln>
        </p:spPr>
        <p:txBody>
          <a:bodyPr rtlCol="0" anchor="ctr"/>
          <a:lstStyle/>
          <a:p>
            <a:endParaRPr lang="en-GB"/>
          </a:p>
        </p:txBody>
      </p:sp>
      <p:sp>
        <p:nvSpPr>
          <p:cNvPr id="3" name="Footer Placeholder 4">
            <a:extLst>
              <a:ext uri="{FF2B5EF4-FFF2-40B4-BE49-F238E27FC236}">
                <a16:creationId xmlns:a16="http://schemas.microsoft.com/office/drawing/2014/main" id="{5A632A4B-C5F0-D069-7A23-AD8F7633066A}"/>
              </a:ext>
            </a:extLst>
          </p:cNvPr>
          <p:cNvSpPr>
            <a:spLocks noGrp="1"/>
          </p:cNvSpPr>
          <p:nvPr>
            <p:ph type="ftr" sz="quarter" idx="3"/>
          </p:nvPr>
        </p:nvSpPr>
        <p:spPr>
          <a:xfrm>
            <a:off x="288259" y="5868000"/>
            <a:ext cx="4536000"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bg1"/>
                </a:solidFill>
                <a:latin typeface="+mn-lt"/>
              </a:defRPr>
            </a:lvl1pPr>
          </a:lstStyle>
          <a:p>
            <a:pPr>
              <a:spcBef>
                <a:spcPts val="0"/>
              </a:spcBef>
              <a:spcAft>
                <a:spcPts val="300"/>
              </a:spcAft>
            </a:pPr>
            <a:r>
              <a:rPr lang="en-US" dirty="0"/>
              <a:t>Slide legal disclaimer goes here if required
Slide footer goes here if required. Turn off globally using the Header/Footer function (under the Insert menu).</a:t>
            </a:r>
          </a:p>
        </p:txBody>
      </p:sp>
      <p:sp>
        <p:nvSpPr>
          <p:cNvPr id="8" name="Picture Placeholder 7">
            <a:extLst>
              <a:ext uri="{FF2B5EF4-FFF2-40B4-BE49-F238E27FC236}">
                <a16:creationId xmlns:a16="http://schemas.microsoft.com/office/drawing/2014/main" id="{89C7F486-1748-76DA-66A4-45ADEE59514C}"/>
              </a:ext>
            </a:extLst>
          </p:cNvPr>
          <p:cNvSpPr>
            <a:spLocks noGrp="1"/>
          </p:cNvSpPr>
          <p:nvPr>
            <p:ph type="pic" sz="quarter" idx="10" hasCustomPrompt="1"/>
          </p:nvPr>
        </p:nvSpPr>
        <p:spPr>
          <a:xfrm>
            <a:off x="5083403" y="3424232"/>
            <a:ext cx="3041422" cy="3433767"/>
          </a:xfrm>
          <a:solidFill>
            <a:schemeClr val="bg1"/>
          </a:solidFill>
        </p:spPr>
        <p:txBody>
          <a:bodyPr lIns="108000" tIns="72000" rIns="72000" bIns="72000"/>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 Double click the image to adjust crop and scale.</a:t>
            </a:r>
          </a:p>
        </p:txBody>
      </p:sp>
      <p:sp>
        <p:nvSpPr>
          <p:cNvPr id="10" name="Picture Placeholder 7">
            <a:extLst>
              <a:ext uri="{FF2B5EF4-FFF2-40B4-BE49-F238E27FC236}">
                <a16:creationId xmlns:a16="http://schemas.microsoft.com/office/drawing/2014/main" id="{0EB5B367-CE4D-1299-9064-51590557172E}"/>
              </a:ext>
            </a:extLst>
          </p:cNvPr>
          <p:cNvSpPr>
            <a:spLocks noGrp="1"/>
          </p:cNvSpPr>
          <p:nvPr>
            <p:ph type="pic" sz="quarter" idx="11" hasCustomPrompt="1"/>
          </p:nvPr>
        </p:nvSpPr>
        <p:spPr>
          <a:xfrm>
            <a:off x="9150578" y="0"/>
            <a:ext cx="3041422" cy="3424233"/>
          </a:xfrm>
          <a:solidFill>
            <a:schemeClr val="bg1"/>
          </a:solidFill>
        </p:spPr>
        <p:txBody>
          <a:bodyPr lIns="108000" tIns="72000" rIns="72000" bIns="72000"/>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 Double click the image to adjust crop and scale.</a:t>
            </a:r>
          </a:p>
        </p:txBody>
      </p:sp>
      <p:pic>
        <p:nvPicPr>
          <p:cNvPr id="5" name="Graphic 4">
            <a:extLst>
              <a:ext uri="{FF2B5EF4-FFF2-40B4-BE49-F238E27FC236}">
                <a16:creationId xmlns:a16="http://schemas.microsoft.com/office/drawing/2014/main" id="{70F1D272-EEAE-905A-2A62-CF87B1E42173}"/>
              </a:ext>
            </a:extLst>
          </p:cNvPr>
          <p:cNvPicPr>
            <a:picLocks noChangeAspect="1"/>
          </p:cNvPicPr>
          <p:nvPr userDrawn="1"/>
        </p:nvPicPr>
        <p:blipFill>
          <a:blip>
            <a:lum bright="100000"/>
            <a:extLst>
              <a:ext uri="{96DAC541-7B7A-43D3-8B79-37D633B846F1}">
                <asvg:svgBlip xmlns:asvg="http://schemas.microsoft.com/office/drawing/2016/SVG/main" r:embed="rId2"/>
              </a:ext>
            </a:extLst>
          </a:blip>
          <a:stretch>
            <a:fillRect/>
          </a:stretch>
        </p:blipFill>
        <p:spPr>
          <a:xfrm>
            <a:off x="10900476" y="6347868"/>
            <a:ext cx="1017714" cy="246221"/>
          </a:xfrm>
          <a:prstGeom prst="rect">
            <a:avLst/>
          </a:prstGeom>
        </p:spPr>
      </p:pic>
    </p:spTree>
    <p:extLst>
      <p:ext uri="{BB962C8B-B14F-4D97-AF65-F5344CB8AC3E}">
        <p14:creationId xmlns:p14="http://schemas.microsoft.com/office/powerpoint/2010/main" val="4124056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with Panel Images - Long titles [Accessible Version] ">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1F71E3-AC39-2207-0CC4-1E2486610795}"/>
              </a:ext>
            </a:extLst>
          </p:cNvPr>
          <p:cNvSpPr>
            <a:spLocks noGrp="1"/>
          </p:cNvSpPr>
          <p:nvPr>
            <p:ph type="ctrTitle" hasCustomPrompt="1"/>
          </p:nvPr>
        </p:nvSpPr>
        <p:spPr>
          <a:xfrm>
            <a:off x="285979" y="266955"/>
            <a:ext cx="8518155" cy="2946145"/>
          </a:xfrm>
        </p:spPr>
        <p:txBody>
          <a:bodyPr wrap="square" anchor="t">
            <a:normAutofit/>
          </a:bodyPr>
          <a:lstStyle>
            <a:lvl1pPr algn="l">
              <a:lnSpc>
                <a:spcPct val="80000"/>
              </a:lnSpc>
              <a:defRPr sz="7000" b="0" i="0" spc="0" baseline="0">
                <a:solidFill>
                  <a:schemeClr val="accent1"/>
                </a:solidFill>
                <a:latin typeface="+mj-lt"/>
              </a:defRPr>
            </a:lvl1pPr>
          </a:lstStyle>
          <a:p>
            <a:r>
              <a:rPr lang="en-GB" dirty="0"/>
              <a:t>Longer titles will shrink automatically</a:t>
            </a:r>
            <a:br>
              <a:rPr lang="en-GB" dirty="0"/>
            </a:br>
            <a:endParaRPr lang="en-GB" dirty="0"/>
          </a:p>
        </p:txBody>
      </p:sp>
      <p:sp>
        <p:nvSpPr>
          <p:cNvPr id="9" name="Subtitle 2">
            <a:extLst>
              <a:ext uri="{FF2B5EF4-FFF2-40B4-BE49-F238E27FC236}">
                <a16:creationId xmlns:a16="http://schemas.microsoft.com/office/drawing/2014/main" id="{52CA5BFA-B5A6-B786-4C05-6FD9C9E49AB2}"/>
              </a:ext>
            </a:extLst>
          </p:cNvPr>
          <p:cNvSpPr>
            <a:spLocks noGrp="1"/>
          </p:cNvSpPr>
          <p:nvPr>
            <p:ph type="subTitle" idx="1" hasCustomPrompt="1"/>
          </p:nvPr>
        </p:nvSpPr>
        <p:spPr>
          <a:xfrm>
            <a:off x="284806" y="4889500"/>
            <a:ext cx="4531034" cy="865834"/>
          </a:xfrm>
        </p:spPr>
        <p:txBody>
          <a:bodyPr anchor="b"/>
          <a:lstStyle>
            <a:lvl1pPr marL="0" indent="0" algn="l">
              <a:lnSpc>
                <a:spcPct val="100000"/>
              </a:lnSpc>
              <a:spcBef>
                <a:spcPts val="0"/>
              </a:spcBef>
              <a:spcAft>
                <a:spcPts val="0"/>
              </a:spcAft>
              <a:buNone/>
              <a:defRPr sz="14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Supporting details. Delete if not required.</a:t>
            </a:r>
          </a:p>
        </p:txBody>
      </p:sp>
      <p:sp>
        <p:nvSpPr>
          <p:cNvPr id="7" name="Graphic 2">
            <a:extLst>
              <a:ext uri="{FF2B5EF4-FFF2-40B4-BE49-F238E27FC236}">
                <a16:creationId xmlns:a16="http://schemas.microsoft.com/office/drawing/2014/main" id="{6FE39920-28CC-4C37-EC19-6F2C7A632392}"/>
              </a:ext>
            </a:extLst>
          </p:cNvPr>
          <p:cNvSpPr>
            <a:spLocks noChangeAspect="1"/>
          </p:cNvSpPr>
          <p:nvPr userDrawn="1"/>
        </p:nvSpPr>
        <p:spPr>
          <a:xfrm>
            <a:off x="290513" y="6377853"/>
            <a:ext cx="2034000" cy="187309"/>
          </a:xfrm>
          <a:custGeom>
            <a:avLst/>
            <a:gdLst>
              <a:gd name="connsiteX0" fmla="*/ 542692 w 5487431"/>
              <a:gd name="connsiteY0" fmla="*/ 463149 h 505330"/>
              <a:gd name="connsiteX1" fmla="*/ 458967 w 5487431"/>
              <a:gd name="connsiteY1" fmla="*/ 321634 h 505330"/>
              <a:gd name="connsiteX2" fmla="*/ 542692 w 5487431"/>
              <a:gd name="connsiteY2" fmla="*/ 180119 h 505330"/>
              <a:gd name="connsiteX3" fmla="*/ 626417 w 5487431"/>
              <a:gd name="connsiteY3" fmla="*/ 321634 h 505330"/>
              <a:gd name="connsiteX4" fmla="*/ 542692 w 5487431"/>
              <a:gd name="connsiteY4" fmla="*/ 463149 h 505330"/>
              <a:gd name="connsiteX5" fmla="*/ 542692 w 5487431"/>
              <a:gd name="connsiteY5" fmla="*/ 142174 h 505330"/>
              <a:gd name="connsiteX6" fmla="*/ 372482 w 5487431"/>
              <a:gd name="connsiteY6" fmla="*/ 321634 h 505330"/>
              <a:gd name="connsiteX7" fmla="*/ 542692 w 5487431"/>
              <a:gd name="connsiteY7" fmla="*/ 501094 h 505330"/>
              <a:gd name="connsiteX8" fmla="*/ 712902 w 5487431"/>
              <a:gd name="connsiteY8" fmla="*/ 321634 h 505330"/>
              <a:gd name="connsiteX9" fmla="*/ 542692 w 5487431"/>
              <a:gd name="connsiteY9" fmla="*/ 142174 h 505330"/>
              <a:gd name="connsiteX10" fmla="*/ 1303641 w 5487431"/>
              <a:gd name="connsiteY10" fmla="*/ 142174 h 505330"/>
              <a:gd name="connsiteX11" fmla="*/ 1207357 w 5487431"/>
              <a:gd name="connsiteY11" fmla="*/ 192547 h 505330"/>
              <a:gd name="connsiteX12" fmla="*/ 1203170 w 5487431"/>
              <a:gd name="connsiteY12" fmla="*/ 192547 h 505330"/>
              <a:gd name="connsiteX13" fmla="*/ 1203170 w 5487431"/>
              <a:gd name="connsiteY13" fmla="*/ 149048 h 505330"/>
              <a:gd name="connsiteX14" fmla="*/ 1120872 w 5487431"/>
              <a:gd name="connsiteY14" fmla="*/ 149048 h 505330"/>
              <a:gd name="connsiteX15" fmla="*/ 1120872 w 5487431"/>
              <a:gd name="connsiteY15" fmla="*/ 494221 h 505330"/>
              <a:gd name="connsiteX16" fmla="*/ 1203170 w 5487431"/>
              <a:gd name="connsiteY16" fmla="*/ 494221 h 505330"/>
              <a:gd name="connsiteX17" fmla="*/ 1203170 w 5487431"/>
              <a:gd name="connsiteY17" fmla="*/ 271261 h 505330"/>
              <a:gd name="connsiteX18" fmla="*/ 1272244 w 5487431"/>
              <a:gd name="connsiteY18" fmla="*/ 190476 h 505330"/>
              <a:gd name="connsiteX19" fmla="*/ 1331518 w 5487431"/>
              <a:gd name="connsiteY19" fmla="*/ 258173 h 505330"/>
              <a:gd name="connsiteX20" fmla="*/ 1331518 w 5487431"/>
              <a:gd name="connsiteY20" fmla="*/ 494221 h 505330"/>
              <a:gd name="connsiteX21" fmla="*/ 1413816 w 5487431"/>
              <a:gd name="connsiteY21" fmla="*/ 494221 h 505330"/>
              <a:gd name="connsiteX22" fmla="*/ 1413816 w 5487431"/>
              <a:gd name="connsiteY22" fmla="*/ 257420 h 505330"/>
              <a:gd name="connsiteX23" fmla="*/ 1303641 w 5487431"/>
              <a:gd name="connsiteY23" fmla="*/ 142174 h 505330"/>
              <a:gd name="connsiteX24" fmla="*/ 1600771 w 5487431"/>
              <a:gd name="connsiteY24" fmla="*/ 142174 h 505330"/>
              <a:gd name="connsiteX25" fmla="*/ 1467571 w 5487431"/>
              <a:gd name="connsiteY25" fmla="*/ 241602 h 505330"/>
              <a:gd name="connsiteX26" fmla="*/ 1551962 w 5487431"/>
              <a:gd name="connsiteY26" fmla="*/ 341030 h 505330"/>
              <a:gd name="connsiteX27" fmla="*/ 1621702 w 5487431"/>
              <a:gd name="connsiteY27" fmla="*/ 358260 h 505330"/>
              <a:gd name="connsiteX28" fmla="*/ 1675457 w 5487431"/>
              <a:gd name="connsiteY28" fmla="*/ 409387 h 505330"/>
              <a:gd name="connsiteX29" fmla="*/ 1606384 w 5487431"/>
              <a:gd name="connsiteY29" fmla="*/ 464656 h 505330"/>
              <a:gd name="connsiteX30" fmla="*/ 1526845 w 5487431"/>
              <a:gd name="connsiteY30" fmla="*/ 384624 h 505330"/>
              <a:gd name="connsiteX31" fmla="*/ 1452919 w 5487431"/>
              <a:gd name="connsiteY31" fmla="*/ 405338 h 505330"/>
              <a:gd name="connsiteX32" fmla="*/ 1597345 w 5487431"/>
              <a:gd name="connsiteY32" fmla="*/ 501282 h 505330"/>
              <a:gd name="connsiteX33" fmla="*/ 1742438 w 5487431"/>
              <a:gd name="connsiteY33" fmla="*/ 388767 h 505330"/>
              <a:gd name="connsiteX34" fmla="*/ 1649674 w 5487431"/>
              <a:gd name="connsiteY34" fmla="*/ 285196 h 505330"/>
              <a:gd name="connsiteX35" fmla="*/ 1582693 w 5487431"/>
              <a:gd name="connsiteY35" fmla="*/ 268625 h 505330"/>
              <a:gd name="connsiteX36" fmla="*/ 1534551 w 5487431"/>
              <a:gd name="connsiteY36" fmla="*/ 223054 h 505330"/>
              <a:gd name="connsiteX37" fmla="*/ 1593825 w 5487431"/>
              <a:gd name="connsiteY37" fmla="*/ 178895 h 505330"/>
              <a:gd name="connsiteX38" fmla="*/ 1664992 w 5487431"/>
              <a:gd name="connsiteY38" fmla="*/ 245180 h 505330"/>
              <a:gd name="connsiteX39" fmla="*/ 1734731 w 5487431"/>
              <a:gd name="connsiteY39" fmla="*/ 224466 h 505330"/>
              <a:gd name="connsiteX40" fmla="*/ 1600771 w 5487431"/>
              <a:gd name="connsiteY40" fmla="*/ 142174 h 505330"/>
              <a:gd name="connsiteX41" fmla="*/ 1946803 w 5487431"/>
              <a:gd name="connsiteY41" fmla="*/ 463149 h 505330"/>
              <a:gd name="connsiteX42" fmla="*/ 1863078 w 5487431"/>
              <a:gd name="connsiteY42" fmla="*/ 321634 h 505330"/>
              <a:gd name="connsiteX43" fmla="*/ 1946803 w 5487431"/>
              <a:gd name="connsiteY43" fmla="*/ 180119 h 505330"/>
              <a:gd name="connsiteX44" fmla="*/ 2030529 w 5487431"/>
              <a:gd name="connsiteY44" fmla="*/ 321634 h 505330"/>
              <a:gd name="connsiteX45" fmla="*/ 1946803 w 5487431"/>
              <a:gd name="connsiteY45" fmla="*/ 463149 h 505330"/>
              <a:gd name="connsiteX46" fmla="*/ 1946803 w 5487431"/>
              <a:gd name="connsiteY46" fmla="*/ 142174 h 505330"/>
              <a:gd name="connsiteX47" fmla="*/ 1776594 w 5487431"/>
              <a:gd name="connsiteY47" fmla="*/ 321634 h 505330"/>
              <a:gd name="connsiteX48" fmla="*/ 1946803 w 5487431"/>
              <a:gd name="connsiteY48" fmla="*/ 501094 h 505330"/>
              <a:gd name="connsiteX49" fmla="*/ 2117013 w 5487431"/>
              <a:gd name="connsiteY49" fmla="*/ 321634 h 505330"/>
              <a:gd name="connsiteX50" fmla="*/ 1946803 w 5487431"/>
              <a:gd name="connsiteY50" fmla="*/ 142174 h 505330"/>
              <a:gd name="connsiteX51" fmla="*/ 2348590 w 5487431"/>
              <a:gd name="connsiteY51" fmla="*/ 142174 h 505330"/>
              <a:gd name="connsiteX52" fmla="*/ 2252306 w 5487431"/>
              <a:gd name="connsiteY52" fmla="*/ 192547 h 505330"/>
              <a:gd name="connsiteX53" fmla="*/ 2248119 w 5487431"/>
              <a:gd name="connsiteY53" fmla="*/ 192547 h 505330"/>
              <a:gd name="connsiteX54" fmla="*/ 2248119 w 5487431"/>
              <a:gd name="connsiteY54" fmla="*/ 149048 h 505330"/>
              <a:gd name="connsiteX55" fmla="*/ 2165821 w 5487431"/>
              <a:gd name="connsiteY55" fmla="*/ 149048 h 505330"/>
              <a:gd name="connsiteX56" fmla="*/ 2165821 w 5487431"/>
              <a:gd name="connsiteY56" fmla="*/ 494221 h 505330"/>
              <a:gd name="connsiteX57" fmla="*/ 2248119 w 5487431"/>
              <a:gd name="connsiteY57" fmla="*/ 494221 h 505330"/>
              <a:gd name="connsiteX58" fmla="*/ 2248119 w 5487431"/>
              <a:gd name="connsiteY58" fmla="*/ 271261 h 505330"/>
              <a:gd name="connsiteX59" fmla="*/ 2317193 w 5487431"/>
              <a:gd name="connsiteY59" fmla="*/ 190476 h 505330"/>
              <a:gd name="connsiteX60" fmla="*/ 2376466 w 5487431"/>
              <a:gd name="connsiteY60" fmla="*/ 258173 h 505330"/>
              <a:gd name="connsiteX61" fmla="*/ 2376466 w 5487431"/>
              <a:gd name="connsiteY61" fmla="*/ 494221 h 505330"/>
              <a:gd name="connsiteX62" fmla="*/ 2458764 w 5487431"/>
              <a:gd name="connsiteY62" fmla="*/ 494221 h 505330"/>
              <a:gd name="connsiteX63" fmla="*/ 2458764 w 5487431"/>
              <a:gd name="connsiteY63" fmla="*/ 257420 h 505330"/>
              <a:gd name="connsiteX64" fmla="*/ 2348590 w 5487431"/>
              <a:gd name="connsiteY64" fmla="*/ 142174 h 505330"/>
              <a:gd name="connsiteX65" fmla="*/ 3571359 w 5487431"/>
              <a:gd name="connsiteY65" fmla="*/ 463149 h 505330"/>
              <a:gd name="connsiteX66" fmla="*/ 3487634 w 5487431"/>
              <a:gd name="connsiteY66" fmla="*/ 321634 h 505330"/>
              <a:gd name="connsiteX67" fmla="*/ 3571359 w 5487431"/>
              <a:gd name="connsiteY67" fmla="*/ 180119 h 505330"/>
              <a:gd name="connsiteX68" fmla="*/ 3655085 w 5487431"/>
              <a:gd name="connsiteY68" fmla="*/ 321634 h 505330"/>
              <a:gd name="connsiteX69" fmla="*/ 3571359 w 5487431"/>
              <a:gd name="connsiteY69" fmla="*/ 463149 h 505330"/>
              <a:gd name="connsiteX70" fmla="*/ 3571359 w 5487431"/>
              <a:gd name="connsiteY70" fmla="*/ 142174 h 505330"/>
              <a:gd name="connsiteX71" fmla="*/ 3401150 w 5487431"/>
              <a:gd name="connsiteY71" fmla="*/ 321634 h 505330"/>
              <a:gd name="connsiteX72" fmla="*/ 3571359 w 5487431"/>
              <a:gd name="connsiteY72" fmla="*/ 501094 h 505330"/>
              <a:gd name="connsiteX73" fmla="*/ 3741569 w 5487431"/>
              <a:gd name="connsiteY73" fmla="*/ 321634 h 505330"/>
              <a:gd name="connsiteX74" fmla="*/ 3571359 w 5487431"/>
              <a:gd name="connsiteY74" fmla="*/ 142174 h 505330"/>
              <a:gd name="connsiteX75" fmla="*/ 4332308 w 5487431"/>
              <a:gd name="connsiteY75" fmla="*/ 142174 h 505330"/>
              <a:gd name="connsiteX76" fmla="*/ 4236024 w 5487431"/>
              <a:gd name="connsiteY76" fmla="*/ 192547 h 505330"/>
              <a:gd name="connsiteX77" fmla="*/ 4231838 w 5487431"/>
              <a:gd name="connsiteY77" fmla="*/ 192547 h 505330"/>
              <a:gd name="connsiteX78" fmla="*/ 4231838 w 5487431"/>
              <a:gd name="connsiteY78" fmla="*/ 149048 h 505330"/>
              <a:gd name="connsiteX79" fmla="*/ 4149539 w 5487431"/>
              <a:gd name="connsiteY79" fmla="*/ 149048 h 505330"/>
              <a:gd name="connsiteX80" fmla="*/ 4149539 w 5487431"/>
              <a:gd name="connsiteY80" fmla="*/ 494221 h 505330"/>
              <a:gd name="connsiteX81" fmla="*/ 4231838 w 5487431"/>
              <a:gd name="connsiteY81" fmla="*/ 494221 h 505330"/>
              <a:gd name="connsiteX82" fmla="*/ 4231838 w 5487431"/>
              <a:gd name="connsiteY82" fmla="*/ 271261 h 505330"/>
              <a:gd name="connsiteX83" fmla="*/ 4300911 w 5487431"/>
              <a:gd name="connsiteY83" fmla="*/ 190476 h 505330"/>
              <a:gd name="connsiteX84" fmla="*/ 4360185 w 5487431"/>
              <a:gd name="connsiteY84" fmla="*/ 258173 h 505330"/>
              <a:gd name="connsiteX85" fmla="*/ 4360185 w 5487431"/>
              <a:gd name="connsiteY85" fmla="*/ 494221 h 505330"/>
              <a:gd name="connsiteX86" fmla="*/ 4442483 w 5487431"/>
              <a:gd name="connsiteY86" fmla="*/ 494221 h 505330"/>
              <a:gd name="connsiteX87" fmla="*/ 4442483 w 5487431"/>
              <a:gd name="connsiteY87" fmla="*/ 257420 h 505330"/>
              <a:gd name="connsiteX88" fmla="*/ 4332308 w 5487431"/>
              <a:gd name="connsiteY88" fmla="*/ 142174 h 505330"/>
              <a:gd name="connsiteX89" fmla="*/ 4629533 w 5487431"/>
              <a:gd name="connsiteY89" fmla="*/ 142174 h 505330"/>
              <a:gd name="connsiteX90" fmla="*/ 4496334 w 5487431"/>
              <a:gd name="connsiteY90" fmla="*/ 241602 h 505330"/>
              <a:gd name="connsiteX91" fmla="*/ 4580725 w 5487431"/>
              <a:gd name="connsiteY91" fmla="*/ 341030 h 505330"/>
              <a:gd name="connsiteX92" fmla="*/ 4650464 w 5487431"/>
              <a:gd name="connsiteY92" fmla="*/ 358260 h 505330"/>
              <a:gd name="connsiteX93" fmla="*/ 4704220 w 5487431"/>
              <a:gd name="connsiteY93" fmla="*/ 409387 h 505330"/>
              <a:gd name="connsiteX94" fmla="*/ 4635146 w 5487431"/>
              <a:gd name="connsiteY94" fmla="*/ 464656 h 505330"/>
              <a:gd name="connsiteX95" fmla="*/ 4555607 w 5487431"/>
              <a:gd name="connsiteY95" fmla="*/ 384624 h 505330"/>
              <a:gd name="connsiteX96" fmla="*/ 4481682 w 5487431"/>
              <a:gd name="connsiteY96" fmla="*/ 405338 h 505330"/>
              <a:gd name="connsiteX97" fmla="*/ 4626108 w 5487431"/>
              <a:gd name="connsiteY97" fmla="*/ 501282 h 505330"/>
              <a:gd name="connsiteX98" fmla="*/ 4771200 w 5487431"/>
              <a:gd name="connsiteY98" fmla="*/ 388767 h 505330"/>
              <a:gd name="connsiteX99" fmla="*/ 4678436 w 5487431"/>
              <a:gd name="connsiteY99" fmla="*/ 285196 h 505330"/>
              <a:gd name="connsiteX100" fmla="*/ 4611456 w 5487431"/>
              <a:gd name="connsiteY100" fmla="*/ 268625 h 505330"/>
              <a:gd name="connsiteX101" fmla="*/ 4563314 w 5487431"/>
              <a:gd name="connsiteY101" fmla="*/ 223054 h 505330"/>
              <a:gd name="connsiteX102" fmla="*/ 4622588 w 5487431"/>
              <a:gd name="connsiteY102" fmla="*/ 178895 h 505330"/>
              <a:gd name="connsiteX103" fmla="*/ 4693754 w 5487431"/>
              <a:gd name="connsiteY103" fmla="*/ 245180 h 505330"/>
              <a:gd name="connsiteX104" fmla="*/ 4763493 w 5487431"/>
              <a:gd name="connsiteY104" fmla="*/ 224466 h 505330"/>
              <a:gd name="connsiteX105" fmla="*/ 4629533 w 5487431"/>
              <a:gd name="connsiteY105" fmla="*/ 142174 h 505330"/>
              <a:gd name="connsiteX106" fmla="*/ 4975471 w 5487431"/>
              <a:gd name="connsiteY106" fmla="*/ 463149 h 505330"/>
              <a:gd name="connsiteX107" fmla="*/ 4891745 w 5487431"/>
              <a:gd name="connsiteY107" fmla="*/ 321634 h 505330"/>
              <a:gd name="connsiteX108" fmla="*/ 4975471 w 5487431"/>
              <a:gd name="connsiteY108" fmla="*/ 180119 h 505330"/>
              <a:gd name="connsiteX109" fmla="*/ 5059196 w 5487431"/>
              <a:gd name="connsiteY109" fmla="*/ 321634 h 505330"/>
              <a:gd name="connsiteX110" fmla="*/ 4975471 w 5487431"/>
              <a:gd name="connsiteY110" fmla="*/ 463149 h 505330"/>
              <a:gd name="connsiteX111" fmla="*/ 4975471 w 5487431"/>
              <a:gd name="connsiteY111" fmla="*/ 142174 h 505330"/>
              <a:gd name="connsiteX112" fmla="*/ 4805261 w 5487431"/>
              <a:gd name="connsiteY112" fmla="*/ 321634 h 505330"/>
              <a:gd name="connsiteX113" fmla="*/ 4975471 w 5487431"/>
              <a:gd name="connsiteY113" fmla="*/ 501094 h 505330"/>
              <a:gd name="connsiteX114" fmla="*/ 5145680 w 5487431"/>
              <a:gd name="connsiteY114" fmla="*/ 321634 h 505330"/>
              <a:gd name="connsiteX115" fmla="*/ 4975471 w 5487431"/>
              <a:gd name="connsiteY115" fmla="*/ 142174 h 505330"/>
              <a:gd name="connsiteX116" fmla="*/ 5377257 w 5487431"/>
              <a:gd name="connsiteY116" fmla="*/ 142174 h 505330"/>
              <a:gd name="connsiteX117" fmla="*/ 5280973 w 5487431"/>
              <a:gd name="connsiteY117" fmla="*/ 192547 h 505330"/>
              <a:gd name="connsiteX118" fmla="*/ 5276787 w 5487431"/>
              <a:gd name="connsiteY118" fmla="*/ 192547 h 505330"/>
              <a:gd name="connsiteX119" fmla="*/ 5276787 w 5487431"/>
              <a:gd name="connsiteY119" fmla="*/ 149048 h 505330"/>
              <a:gd name="connsiteX120" fmla="*/ 5194488 w 5487431"/>
              <a:gd name="connsiteY120" fmla="*/ 149048 h 505330"/>
              <a:gd name="connsiteX121" fmla="*/ 5194488 w 5487431"/>
              <a:gd name="connsiteY121" fmla="*/ 494221 h 505330"/>
              <a:gd name="connsiteX122" fmla="*/ 5276787 w 5487431"/>
              <a:gd name="connsiteY122" fmla="*/ 494221 h 505330"/>
              <a:gd name="connsiteX123" fmla="*/ 5276787 w 5487431"/>
              <a:gd name="connsiteY123" fmla="*/ 271261 h 505330"/>
              <a:gd name="connsiteX124" fmla="*/ 5345860 w 5487431"/>
              <a:gd name="connsiteY124" fmla="*/ 190476 h 505330"/>
              <a:gd name="connsiteX125" fmla="*/ 5405134 w 5487431"/>
              <a:gd name="connsiteY125" fmla="*/ 258173 h 505330"/>
              <a:gd name="connsiteX126" fmla="*/ 5405134 w 5487431"/>
              <a:gd name="connsiteY126" fmla="*/ 494221 h 505330"/>
              <a:gd name="connsiteX127" fmla="*/ 5487432 w 5487431"/>
              <a:gd name="connsiteY127" fmla="*/ 494221 h 505330"/>
              <a:gd name="connsiteX128" fmla="*/ 5487432 w 5487431"/>
              <a:gd name="connsiteY128" fmla="*/ 257420 h 505330"/>
              <a:gd name="connsiteX129" fmla="*/ 5377257 w 5487431"/>
              <a:gd name="connsiteY129" fmla="*/ 142174 h 505330"/>
              <a:gd name="connsiteX130" fmla="*/ 323674 w 5487431"/>
              <a:gd name="connsiteY130" fmla="*/ 11016 h 505330"/>
              <a:gd name="connsiteX131" fmla="*/ 237190 w 5487431"/>
              <a:gd name="connsiteY131" fmla="*/ 11016 h 505330"/>
              <a:gd name="connsiteX132" fmla="*/ 237190 w 5487431"/>
              <a:gd name="connsiteY132" fmla="*/ 367864 h 505330"/>
              <a:gd name="connsiteX133" fmla="*/ 161837 w 5487431"/>
              <a:gd name="connsiteY133" fmla="*/ 460325 h 505330"/>
              <a:gd name="connsiteX134" fmla="*/ 86484 w 5487431"/>
              <a:gd name="connsiteY134" fmla="*/ 360897 h 505330"/>
              <a:gd name="connsiteX135" fmla="*/ 86484 w 5487431"/>
              <a:gd name="connsiteY135" fmla="*/ 294612 h 505330"/>
              <a:gd name="connsiteX136" fmla="*/ 0 w 5487431"/>
              <a:gd name="connsiteY136" fmla="*/ 315985 h 505330"/>
              <a:gd name="connsiteX137" fmla="*/ 0 w 5487431"/>
              <a:gd name="connsiteY137" fmla="*/ 345644 h 505330"/>
              <a:gd name="connsiteX138" fmla="*/ 161837 w 5487431"/>
              <a:gd name="connsiteY138" fmla="*/ 505143 h 505330"/>
              <a:gd name="connsiteX139" fmla="*/ 323674 w 5487431"/>
              <a:gd name="connsiteY139" fmla="*/ 345644 h 505330"/>
              <a:gd name="connsiteX140" fmla="*/ 323674 w 5487431"/>
              <a:gd name="connsiteY140" fmla="*/ 11016 h 505330"/>
              <a:gd name="connsiteX141" fmla="*/ 844008 w 5487431"/>
              <a:gd name="connsiteY141" fmla="*/ 11016 h 505330"/>
              <a:gd name="connsiteX142" fmla="*/ 761710 w 5487431"/>
              <a:gd name="connsiteY142" fmla="*/ 11016 h 505330"/>
              <a:gd name="connsiteX143" fmla="*/ 761710 w 5487431"/>
              <a:gd name="connsiteY143" fmla="*/ 494221 h 505330"/>
              <a:gd name="connsiteX144" fmla="*/ 844008 w 5487431"/>
              <a:gd name="connsiteY144" fmla="*/ 494221 h 505330"/>
              <a:gd name="connsiteX145" fmla="*/ 844008 w 5487431"/>
              <a:gd name="connsiteY145" fmla="*/ 271261 h 505330"/>
              <a:gd name="connsiteX146" fmla="*/ 913081 w 5487431"/>
              <a:gd name="connsiteY146" fmla="*/ 190476 h 505330"/>
              <a:gd name="connsiteX147" fmla="*/ 972355 w 5487431"/>
              <a:gd name="connsiteY147" fmla="*/ 258173 h 505330"/>
              <a:gd name="connsiteX148" fmla="*/ 972355 w 5487431"/>
              <a:gd name="connsiteY148" fmla="*/ 494221 h 505330"/>
              <a:gd name="connsiteX149" fmla="*/ 1054653 w 5487431"/>
              <a:gd name="connsiteY149" fmla="*/ 494221 h 505330"/>
              <a:gd name="connsiteX150" fmla="*/ 1054653 w 5487431"/>
              <a:gd name="connsiteY150" fmla="*/ 257420 h 505330"/>
              <a:gd name="connsiteX151" fmla="*/ 944478 w 5487431"/>
              <a:gd name="connsiteY151" fmla="*/ 142174 h 505330"/>
              <a:gd name="connsiteX152" fmla="*/ 848194 w 5487431"/>
              <a:gd name="connsiteY152" fmla="*/ 192547 h 505330"/>
              <a:gd name="connsiteX153" fmla="*/ 844008 w 5487431"/>
              <a:gd name="connsiteY153" fmla="*/ 192547 h 505330"/>
              <a:gd name="connsiteX154" fmla="*/ 844008 w 5487431"/>
              <a:gd name="connsiteY154" fmla="*/ 11016 h 505330"/>
              <a:gd name="connsiteX155" fmla="*/ 3352342 w 5487431"/>
              <a:gd name="connsiteY155" fmla="*/ 11016 h 505330"/>
              <a:gd name="connsiteX156" fmla="*/ 3265857 w 5487431"/>
              <a:gd name="connsiteY156" fmla="*/ 11016 h 505330"/>
              <a:gd name="connsiteX157" fmla="*/ 3265857 w 5487431"/>
              <a:gd name="connsiteY157" fmla="*/ 367864 h 505330"/>
              <a:gd name="connsiteX158" fmla="*/ 3190504 w 5487431"/>
              <a:gd name="connsiteY158" fmla="*/ 460325 h 505330"/>
              <a:gd name="connsiteX159" fmla="*/ 3115152 w 5487431"/>
              <a:gd name="connsiteY159" fmla="*/ 360897 h 505330"/>
              <a:gd name="connsiteX160" fmla="*/ 3115152 w 5487431"/>
              <a:gd name="connsiteY160" fmla="*/ 294612 h 505330"/>
              <a:gd name="connsiteX161" fmla="*/ 3028667 w 5487431"/>
              <a:gd name="connsiteY161" fmla="*/ 315985 h 505330"/>
              <a:gd name="connsiteX162" fmla="*/ 3028667 w 5487431"/>
              <a:gd name="connsiteY162" fmla="*/ 345644 h 505330"/>
              <a:gd name="connsiteX163" fmla="*/ 3190504 w 5487431"/>
              <a:gd name="connsiteY163" fmla="*/ 505143 h 505330"/>
              <a:gd name="connsiteX164" fmla="*/ 3352342 w 5487431"/>
              <a:gd name="connsiteY164" fmla="*/ 345644 h 505330"/>
              <a:gd name="connsiteX165" fmla="*/ 3352342 w 5487431"/>
              <a:gd name="connsiteY165" fmla="*/ 11016 h 505330"/>
              <a:gd name="connsiteX166" fmla="*/ 3872675 w 5487431"/>
              <a:gd name="connsiteY166" fmla="*/ 11016 h 505330"/>
              <a:gd name="connsiteX167" fmla="*/ 3790377 w 5487431"/>
              <a:gd name="connsiteY167" fmla="*/ 11016 h 505330"/>
              <a:gd name="connsiteX168" fmla="*/ 3790377 w 5487431"/>
              <a:gd name="connsiteY168" fmla="*/ 494221 h 505330"/>
              <a:gd name="connsiteX169" fmla="*/ 3872675 w 5487431"/>
              <a:gd name="connsiteY169" fmla="*/ 494221 h 505330"/>
              <a:gd name="connsiteX170" fmla="*/ 3872675 w 5487431"/>
              <a:gd name="connsiteY170" fmla="*/ 271261 h 505330"/>
              <a:gd name="connsiteX171" fmla="*/ 3941749 w 5487431"/>
              <a:gd name="connsiteY171" fmla="*/ 190476 h 505330"/>
              <a:gd name="connsiteX172" fmla="*/ 4001022 w 5487431"/>
              <a:gd name="connsiteY172" fmla="*/ 258173 h 505330"/>
              <a:gd name="connsiteX173" fmla="*/ 4001022 w 5487431"/>
              <a:gd name="connsiteY173" fmla="*/ 494221 h 505330"/>
              <a:gd name="connsiteX174" fmla="*/ 4083320 w 5487431"/>
              <a:gd name="connsiteY174" fmla="*/ 494221 h 505330"/>
              <a:gd name="connsiteX175" fmla="*/ 4083320 w 5487431"/>
              <a:gd name="connsiteY175" fmla="*/ 257420 h 505330"/>
              <a:gd name="connsiteX176" fmla="*/ 3973146 w 5487431"/>
              <a:gd name="connsiteY176" fmla="*/ 142174 h 505330"/>
              <a:gd name="connsiteX177" fmla="*/ 3876861 w 5487431"/>
              <a:gd name="connsiteY177" fmla="*/ 192547 h 505330"/>
              <a:gd name="connsiteX178" fmla="*/ 3872675 w 5487431"/>
              <a:gd name="connsiteY178" fmla="*/ 192547 h 505330"/>
              <a:gd name="connsiteX179" fmla="*/ 3872675 w 5487431"/>
              <a:gd name="connsiteY179" fmla="*/ 11016 h 505330"/>
              <a:gd name="connsiteX180" fmla="*/ 2730110 w 5487431"/>
              <a:gd name="connsiteY180" fmla="*/ 454864 h 505330"/>
              <a:gd name="connsiteX181" fmla="*/ 2622029 w 5487431"/>
              <a:gd name="connsiteY181" fmla="*/ 343761 h 505330"/>
              <a:gd name="connsiteX182" fmla="*/ 2664557 w 5487431"/>
              <a:gd name="connsiteY182" fmla="*/ 256102 h 505330"/>
              <a:gd name="connsiteX183" fmla="*/ 2822208 w 5487431"/>
              <a:gd name="connsiteY183" fmla="*/ 426617 h 505330"/>
              <a:gd name="connsiteX184" fmla="*/ 2730110 w 5487431"/>
              <a:gd name="connsiteY184" fmla="*/ 454864 h 505330"/>
              <a:gd name="connsiteX185" fmla="*/ 2883575 w 5487431"/>
              <a:gd name="connsiteY185" fmla="*/ 369936 h 505330"/>
              <a:gd name="connsiteX186" fmla="*/ 2746856 w 5487431"/>
              <a:gd name="connsiteY186" fmla="*/ 220794 h 505330"/>
              <a:gd name="connsiteX187" fmla="*/ 2814502 w 5487431"/>
              <a:gd name="connsiteY187" fmla="*/ 207706 h 505330"/>
              <a:gd name="connsiteX188" fmla="*/ 2905838 w 5487431"/>
              <a:gd name="connsiteY188" fmla="*/ 296118 h 505330"/>
              <a:gd name="connsiteX189" fmla="*/ 2883575 w 5487431"/>
              <a:gd name="connsiteY189" fmla="*/ 369936 h 505330"/>
              <a:gd name="connsiteX190" fmla="*/ 2728017 w 5487431"/>
              <a:gd name="connsiteY190" fmla="*/ 200833 h 505330"/>
              <a:gd name="connsiteX191" fmla="*/ 2698047 w 5487431"/>
              <a:gd name="connsiteY191" fmla="*/ 167690 h 505330"/>
              <a:gd name="connsiteX192" fmla="*/ 2663891 w 5487431"/>
              <a:gd name="connsiteY192" fmla="*/ 99334 h 505330"/>
              <a:gd name="connsiteX193" fmla="*/ 2730110 w 5487431"/>
              <a:gd name="connsiteY193" fmla="*/ 36532 h 505330"/>
              <a:gd name="connsiteX194" fmla="*/ 2795664 w 5487431"/>
              <a:gd name="connsiteY194" fmla="*/ 102817 h 505330"/>
              <a:gd name="connsiteX195" fmla="*/ 2728017 w 5487431"/>
              <a:gd name="connsiteY195" fmla="*/ 200833 h 505330"/>
              <a:gd name="connsiteX196" fmla="*/ 2732204 w 5487431"/>
              <a:gd name="connsiteY196" fmla="*/ 0 h 505330"/>
              <a:gd name="connsiteX197" fmla="*/ 2588539 w 5487431"/>
              <a:gd name="connsiteY197" fmla="*/ 119389 h 505330"/>
              <a:gd name="connsiteX198" fmla="*/ 2644387 w 5487431"/>
              <a:gd name="connsiteY198" fmla="*/ 234635 h 505330"/>
              <a:gd name="connsiteX199" fmla="*/ 2645053 w 5487431"/>
              <a:gd name="connsiteY199" fmla="*/ 236047 h 505330"/>
              <a:gd name="connsiteX200" fmla="*/ 2545344 w 5487431"/>
              <a:gd name="connsiteY200" fmla="*/ 374832 h 505330"/>
              <a:gd name="connsiteX201" fmla="*/ 2685584 w 5487431"/>
              <a:gd name="connsiteY201" fmla="*/ 505331 h 505330"/>
              <a:gd name="connsiteX202" fmla="*/ 2843235 w 5487431"/>
              <a:gd name="connsiteY202" fmla="*/ 449403 h 505330"/>
              <a:gd name="connsiteX203" fmla="*/ 2885097 w 5487431"/>
              <a:gd name="connsiteY203" fmla="*/ 494315 h 505330"/>
              <a:gd name="connsiteX204" fmla="*/ 2994606 w 5487431"/>
              <a:gd name="connsiteY204" fmla="*/ 494315 h 505330"/>
              <a:gd name="connsiteX205" fmla="*/ 2994606 w 5487431"/>
              <a:gd name="connsiteY205" fmla="*/ 490831 h 505330"/>
              <a:gd name="connsiteX206" fmla="*/ 2905363 w 5487431"/>
              <a:gd name="connsiteY206" fmla="*/ 393474 h 505330"/>
              <a:gd name="connsiteX207" fmla="*/ 2964637 w 5487431"/>
              <a:gd name="connsiteY207" fmla="*/ 258833 h 505330"/>
              <a:gd name="connsiteX208" fmla="*/ 2873300 w 5487431"/>
              <a:gd name="connsiteY208" fmla="*/ 171174 h 505330"/>
              <a:gd name="connsiteX209" fmla="*/ 2789574 w 5487431"/>
              <a:gd name="connsiteY209" fmla="*/ 187745 h 505330"/>
              <a:gd name="connsiteX210" fmla="*/ 2788147 w 5487431"/>
              <a:gd name="connsiteY210" fmla="*/ 185015 h 505330"/>
              <a:gd name="connsiteX211" fmla="*/ 2863500 w 5487431"/>
              <a:gd name="connsiteY211" fmla="*/ 93873 h 505330"/>
              <a:gd name="connsiteX212" fmla="*/ 2732204 w 5487431"/>
              <a:gd name="connsiteY212" fmla="*/ 0 h 5053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Lst>
            <a:rect l="l" t="t" r="r" b="b"/>
            <a:pathLst>
              <a:path w="5487431" h="505330">
                <a:moveTo>
                  <a:pt x="542692" y="463149"/>
                </a:moveTo>
                <a:cubicBezTo>
                  <a:pt x="488937" y="463149"/>
                  <a:pt x="458967" y="412776"/>
                  <a:pt x="458967" y="321634"/>
                </a:cubicBezTo>
                <a:cubicBezTo>
                  <a:pt x="458967" y="229080"/>
                  <a:pt x="488937" y="180119"/>
                  <a:pt x="542692" y="180119"/>
                </a:cubicBezTo>
                <a:cubicBezTo>
                  <a:pt x="596448" y="180119"/>
                  <a:pt x="626417" y="229833"/>
                  <a:pt x="626417" y="321634"/>
                </a:cubicBezTo>
                <a:cubicBezTo>
                  <a:pt x="626322" y="414189"/>
                  <a:pt x="596352" y="463149"/>
                  <a:pt x="542692" y="463149"/>
                </a:cubicBezTo>
                <a:moveTo>
                  <a:pt x="542692" y="142174"/>
                </a:moveTo>
                <a:cubicBezTo>
                  <a:pt x="433183" y="142174"/>
                  <a:pt x="372482" y="222959"/>
                  <a:pt x="372482" y="321634"/>
                </a:cubicBezTo>
                <a:cubicBezTo>
                  <a:pt x="372482" y="420309"/>
                  <a:pt x="433183" y="501094"/>
                  <a:pt x="542692" y="501094"/>
                </a:cubicBezTo>
                <a:cubicBezTo>
                  <a:pt x="652201" y="501094"/>
                  <a:pt x="712902" y="420309"/>
                  <a:pt x="712902" y="321634"/>
                </a:cubicBezTo>
                <a:cubicBezTo>
                  <a:pt x="712902" y="222959"/>
                  <a:pt x="652201" y="142174"/>
                  <a:pt x="542692" y="142174"/>
                </a:cubicBezTo>
                <a:moveTo>
                  <a:pt x="1303641" y="142174"/>
                </a:moveTo>
                <a:cubicBezTo>
                  <a:pt x="1251979" y="142174"/>
                  <a:pt x="1223436" y="164301"/>
                  <a:pt x="1207357" y="192547"/>
                </a:cubicBezTo>
                <a:lnTo>
                  <a:pt x="1203170" y="192547"/>
                </a:lnTo>
                <a:lnTo>
                  <a:pt x="1203170" y="149048"/>
                </a:lnTo>
                <a:lnTo>
                  <a:pt x="1120872" y="149048"/>
                </a:lnTo>
                <a:lnTo>
                  <a:pt x="1120872" y="494221"/>
                </a:lnTo>
                <a:lnTo>
                  <a:pt x="1203170" y="494221"/>
                </a:lnTo>
                <a:lnTo>
                  <a:pt x="1203170" y="271261"/>
                </a:lnTo>
                <a:cubicBezTo>
                  <a:pt x="1203170" y="220229"/>
                  <a:pt x="1229715" y="190476"/>
                  <a:pt x="1272244" y="190476"/>
                </a:cubicBezTo>
                <a:cubicBezTo>
                  <a:pt x="1313440" y="190476"/>
                  <a:pt x="1331518" y="217404"/>
                  <a:pt x="1331518" y="258173"/>
                </a:cubicBezTo>
                <a:lnTo>
                  <a:pt x="1331518" y="494221"/>
                </a:lnTo>
                <a:lnTo>
                  <a:pt x="1413816" y="494221"/>
                </a:lnTo>
                <a:lnTo>
                  <a:pt x="1413816" y="257420"/>
                </a:lnTo>
                <a:cubicBezTo>
                  <a:pt x="1413911" y="186333"/>
                  <a:pt x="1376234" y="142174"/>
                  <a:pt x="1303641" y="142174"/>
                </a:cubicBezTo>
                <a:moveTo>
                  <a:pt x="1600771" y="142174"/>
                </a:moveTo>
                <a:cubicBezTo>
                  <a:pt x="1524752" y="142174"/>
                  <a:pt x="1467571" y="173905"/>
                  <a:pt x="1467571" y="241602"/>
                </a:cubicBezTo>
                <a:cubicBezTo>
                  <a:pt x="1467571" y="298943"/>
                  <a:pt x="1507341" y="330014"/>
                  <a:pt x="1551962" y="341030"/>
                </a:cubicBezTo>
                <a:lnTo>
                  <a:pt x="1621702" y="358260"/>
                </a:lnTo>
                <a:cubicBezTo>
                  <a:pt x="1658712" y="367205"/>
                  <a:pt x="1675457" y="380387"/>
                  <a:pt x="1675457" y="409387"/>
                </a:cubicBezTo>
                <a:cubicBezTo>
                  <a:pt x="1675457" y="444601"/>
                  <a:pt x="1650340" y="464656"/>
                  <a:pt x="1606384" y="464656"/>
                </a:cubicBezTo>
                <a:cubicBezTo>
                  <a:pt x="1558908" y="464656"/>
                  <a:pt x="1534551" y="441870"/>
                  <a:pt x="1526845" y="384624"/>
                </a:cubicBezTo>
                <a:lnTo>
                  <a:pt x="1452919" y="405338"/>
                </a:lnTo>
                <a:cubicBezTo>
                  <a:pt x="1457106" y="464750"/>
                  <a:pt x="1512954" y="501282"/>
                  <a:pt x="1597345" y="501282"/>
                </a:cubicBezTo>
                <a:cubicBezTo>
                  <a:pt x="1691536" y="501282"/>
                  <a:pt x="1742438" y="457782"/>
                  <a:pt x="1742438" y="388767"/>
                </a:cubicBezTo>
                <a:cubicBezTo>
                  <a:pt x="1742438" y="323894"/>
                  <a:pt x="1697055" y="296965"/>
                  <a:pt x="1649674" y="285196"/>
                </a:cubicBezTo>
                <a:lnTo>
                  <a:pt x="1582693" y="268625"/>
                </a:lnTo>
                <a:cubicBezTo>
                  <a:pt x="1549203" y="260339"/>
                  <a:pt x="1534551" y="245180"/>
                  <a:pt x="1534551" y="223054"/>
                </a:cubicBezTo>
                <a:cubicBezTo>
                  <a:pt x="1534551" y="195466"/>
                  <a:pt x="1558242" y="178895"/>
                  <a:pt x="1593825" y="178895"/>
                </a:cubicBezTo>
                <a:cubicBezTo>
                  <a:pt x="1635688" y="178895"/>
                  <a:pt x="1661471" y="201680"/>
                  <a:pt x="1664992" y="245180"/>
                </a:cubicBezTo>
                <a:lnTo>
                  <a:pt x="1734731" y="224466"/>
                </a:lnTo>
                <a:cubicBezTo>
                  <a:pt x="1726358" y="175976"/>
                  <a:pt x="1678216" y="142174"/>
                  <a:pt x="1600771" y="142174"/>
                </a:cubicBezTo>
                <a:moveTo>
                  <a:pt x="1946803" y="463149"/>
                </a:moveTo>
                <a:cubicBezTo>
                  <a:pt x="1893048" y="463149"/>
                  <a:pt x="1863078" y="412776"/>
                  <a:pt x="1863078" y="321634"/>
                </a:cubicBezTo>
                <a:cubicBezTo>
                  <a:pt x="1863078" y="229080"/>
                  <a:pt x="1893048" y="180119"/>
                  <a:pt x="1946803" y="180119"/>
                </a:cubicBezTo>
                <a:cubicBezTo>
                  <a:pt x="2000559" y="180119"/>
                  <a:pt x="2030529" y="229833"/>
                  <a:pt x="2030529" y="321634"/>
                </a:cubicBezTo>
                <a:cubicBezTo>
                  <a:pt x="2030529" y="414189"/>
                  <a:pt x="2000464" y="463149"/>
                  <a:pt x="1946803" y="463149"/>
                </a:cubicBezTo>
                <a:moveTo>
                  <a:pt x="1946803" y="142174"/>
                </a:moveTo>
                <a:cubicBezTo>
                  <a:pt x="1837294" y="142174"/>
                  <a:pt x="1776594" y="222959"/>
                  <a:pt x="1776594" y="321634"/>
                </a:cubicBezTo>
                <a:cubicBezTo>
                  <a:pt x="1776594" y="420309"/>
                  <a:pt x="1837294" y="501094"/>
                  <a:pt x="1946803" y="501094"/>
                </a:cubicBezTo>
                <a:cubicBezTo>
                  <a:pt x="2056312" y="501094"/>
                  <a:pt x="2117013" y="420309"/>
                  <a:pt x="2117013" y="321634"/>
                </a:cubicBezTo>
                <a:cubicBezTo>
                  <a:pt x="2117013" y="222959"/>
                  <a:pt x="2056312" y="142174"/>
                  <a:pt x="1946803" y="142174"/>
                </a:cubicBezTo>
                <a:moveTo>
                  <a:pt x="2348590" y="142174"/>
                </a:moveTo>
                <a:cubicBezTo>
                  <a:pt x="2296927" y="142174"/>
                  <a:pt x="2268385" y="164301"/>
                  <a:pt x="2252306" y="192547"/>
                </a:cubicBezTo>
                <a:lnTo>
                  <a:pt x="2248119" y="192547"/>
                </a:lnTo>
                <a:lnTo>
                  <a:pt x="2248119" y="149048"/>
                </a:lnTo>
                <a:lnTo>
                  <a:pt x="2165821" y="149048"/>
                </a:lnTo>
                <a:lnTo>
                  <a:pt x="2165821" y="494221"/>
                </a:lnTo>
                <a:lnTo>
                  <a:pt x="2248119" y="494221"/>
                </a:lnTo>
                <a:lnTo>
                  <a:pt x="2248119" y="271261"/>
                </a:lnTo>
                <a:cubicBezTo>
                  <a:pt x="2248119" y="220229"/>
                  <a:pt x="2274664" y="190476"/>
                  <a:pt x="2317193" y="190476"/>
                </a:cubicBezTo>
                <a:cubicBezTo>
                  <a:pt x="2358389" y="190476"/>
                  <a:pt x="2376466" y="217404"/>
                  <a:pt x="2376466" y="258173"/>
                </a:cubicBezTo>
                <a:lnTo>
                  <a:pt x="2376466" y="494221"/>
                </a:lnTo>
                <a:lnTo>
                  <a:pt x="2458764" y="494221"/>
                </a:lnTo>
                <a:lnTo>
                  <a:pt x="2458764" y="257420"/>
                </a:lnTo>
                <a:cubicBezTo>
                  <a:pt x="2458764" y="186333"/>
                  <a:pt x="2421088" y="142174"/>
                  <a:pt x="2348590" y="142174"/>
                </a:cubicBezTo>
                <a:moveTo>
                  <a:pt x="3571359" y="463149"/>
                </a:moveTo>
                <a:cubicBezTo>
                  <a:pt x="3517604" y="463149"/>
                  <a:pt x="3487634" y="412776"/>
                  <a:pt x="3487634" y="321634"/>
                </a:cubicBezTo>
                <a:cubicBezTo>
                  <a:pt x="3487634" y="229080"/>
                  <a:pt x="3517604" y="180119"/>
                  <a:pt x="3571359" y="180119"/>
                </a:cubicBezTo>
                <a:cubicBezTo>
                  <a:pt x="3625115" y="180119"/>
                  <a:pt x="3655085" y="229833"/>
                  <a:pt x="3655085" y="321634"/>
                </a:cubicBezTo>
                <a:cubicBezTo>
                  <a:pt x="3655085" y="414189"/>
                  <a:pt x="3625020" y="463149"/>
                  <a:pt x="3571359" y="463149"/>
                </a:cubicBezTo>
                <a:moveTo>
                  <a:pt x="3571359" y="142174"/>
                </a:moveTo>
                <a:cubicBezTo>
                  <a:pt x="3461850" y="142174"/>
                  <a:pt x="3401150" y="222959"/>
                  <a:pt x="3401150" y="321634"/>
                </a:cubicBezTo>
                <a:cubicBezTo>
                  <a:pt x="3401150" y="420309"/>
                  <a:pt x="3461850" y="501094"/>
                  <a:pt x="3571359" y="501094"/>
                </a:cubicBezTo>
                <a:cubicBezTo>
                  <a:pt x="3680868" y="501094"/>
                  <a:pt x="3741569" y="420309"/>
                  <a:pt x="3741569" y="321634"/>
                </a:cubicBezTo>
                <a:cubicBezTo>
                  <a:pt x="3741569" y="222959"/>
                  <a:pt x="3680868" y="142174"/>
                  <a:pt x="3571359" y="142174"/>
                </a:cubicBezTo>
                <a:moveTo>
                  <a:pt x="4332308" y="142174"/>
                </a:moveTo>
                <a:cubicBezTo>
                  <a:pt x="4280646" y="142174"/>
                  <a:pt x="4252103" y="164301"/>
                  <a:pt x="4236024" y="192547"/>
                </a:cubicBezTo>
                <a:lnTo>
                  <a:pt x="4231838" y="192547"/>
                </a:lnTo>
                <a:lnTo>
                  <a:pt x="4231838" y="149048"/>
                </a:lnTo>
                <a:lnTo>
                  <a:pt x="4149539" y="149048"/>
                </a:lnTo>
                <a:lnTo>
                  <a:pt x="4149539" y="494221"/>
                </a:lnTo>
                <a:lnTo>
                  <a:pt x="4231838" y="494221"/>
                </a:lnTo>
                <a:lnTo>
                  <a:pt x="4231838" y="271261"/>
                </a:lnTo>
                <a:cubicBezTo>
                  <a:pt x="4231838" y="220229"/>
                  <a:pt x="4258383" y="190476"/>
                  <a:pt x="4300911" y="190476"/>
                </a:cubicBezTo>
                <a:cubicBezTo>
                  <a:pt x="4342108" y="190476"/>
                  <a:pt x="4360185" y="217404"/>
                  <a:pt x="4360185" y="258173"/>
                </a:cubicBezTo>
                <a:lnTo>
                  <a:pt x="4360185" y="494221"/>
                </a:lnTo>
                <a:lnTo>
                  <a:pt x="4442483" y="494221"/>
                </a:lnTo>
                <a:lnTo>
                  <a:pt x="4442483" y="257420"/>
                </a:lnTo>
                <a:cubicBezTo>
                  <a:pt x="4442578" y="186333"/>
                  <a:pt x="4404902" y="142174"/>
                  <a:pt x="4332308" y="142174"/>
                </a:cubicBezTo>
                <a:moveTo>
                  <a:pt x="4629533" y="142174"/>
                </a:moveTo>
                <a:cubicBezTo>
                  <a:pt x="4553514" y="142174"/>
                  <a:pt x="4496334" y="173905"/>
                  <a:pt x="4496334" y="241602"/>
                </a:cubicBezTo>
                <a:cubicBezTo>
                  <a:pt x="4496334" y="298943"/>
                  <a:pt x="4536103" y="330014"/>
                  <a:pt x="4580725" y="341030"/>
                </a:cubicBezTo>
                <a:lnTo>
                  <a:pt x="4650464" y="358260"/>
                </a:lnTo>
                <a:cubicBezTo>
                  <a:pt x="4687475" y="367205"/>
                  <a:pt x="4704220" y="380387"/>
                  <a:pt x="4704220" y="409387"/>
                </a:cubicBezTo>
                <a:cubicBezTo>
                  <a:pt x="4704220" y="444601"/>
                  <a:pt x="4679102" y="464656"/>
                  <a:pt x="4635146" y="464656"/>
                </a:cubicBezTo>
                <a:cubicBezTo>
                  <a:pt x="4587670" y="464656"/>
                  <a:pt x="4563314" y="441870"/>
                  <a:pt x="4555607" y="384624"/>
                </a:cubicBezTo>
                <a:lnTo>
                  <a:pt x="4481682" y="405338"/>
                </a:lnTo>
                <a:cubicBezTo>
                  <a:pt x="4485868" y="464750"/>
                  <a:pt x="4541716" y="501282"/>
                  <a:pt x="4626108" y="501282"/>
                </a:cubicBezTo>
                <a:cubicBezTo>
                  <a:pt x="4720299" y="501282"/>
                  <a:pt x="4771200" y="457782"/>
                  <a:pt x="4771200" y="388767"/>
                </a:cubicBezTo>
                <a:cubicBezTo>
                  <a:pt x="4771200" y="323894"/>
                  <a:pt x="4725817" y="296965"/>
                  <a:pt x="4678436" y="285196"/>
                </a:cubicBezTo>
                <a:lnTo>
                  <a:pt x="4611456" y="268625"/>
                </a:lnTo>
                <a:cubicBezTo>
                  <a:pt x="4577966" y="260339"/>
                  <a:pt x="4563314" y="245180"/>
                  <a:pt x="4563314" y="223054"/>
                </a:cubicBezTo>
                <a:cubicBezTo>
                  <a:pt x="4563314" y="195466"/>
                  <a:pt x="4587004" y="178895"/>
                  <a:pt x="4622588" y="178895"/>
                </a:cubicBezTo>
                <a:cubicBezTo>
                  <a:pt x="4664450" y="178895"/>
                  <a:pt x="4690234" y="201680"/>
                  <a:pt x="4693754" y="245180"/>
                </a:cubicBezTo>
                <a:lnTo>
                  <a:pt x="4763493" y="224466"/>
                </a:lnTo>
                <a:cubicBezTo>
                  <a:pt x="4755026" y="175976"/>
                  <a:pt x="4706884" y="142174"/>
                  <a:pt x="4629533" y="142174"/>
                </a:cubicBezTo>
                <a:moveTo>
                  <a:pt x="4975471" y="463149"/>
                </a:moveTo>
                <a:cubicBezTo>
                  <a:pt x="4921715" y="463149"/>
                  <a:pt x="4891745" y="412776"/>
                  <a:pt x="4891745" y="321634"/>
                </a:cubicBezTo>
                <a:cubicBezTo>
                  <a:pt x="4891745" y="229080"/>
                  <a:pt x="4921715" y="180119"/>
                  <a:pt x="4975471" y="180119"/>
                </a:cubicBezTo>
                <a:cubicBezTo>
                  <a:pt x="5029226" y="180119"/>
                  <a:pt x="5059196" y="229833"/>
                  <a:pt x="5059196" y="321634"/>
                </a:cubicBezTo>
                <a:cubicBezTo>
                  <a:pt x="5059196" y="414189"/>
                  <a:pt x="5029131" y="463149"/>
                  <a:pt x="4975471" y="463149"/>
                </a:cubicBezTo>
                <a:moveTo>
                  <a:pt x="4975471" y="142174"/>
                </a:moveTo>
                <a:cubicBezTo>
                  <a:pt x="4865962" y="142174"/>
                  <a:pt x="4805261" y="222959"/>
                  <a:pt x="4805261" y="321634"/>
                </a:cubicBezTo>
                <a:cubicBezTo>
                  <a:pt x="4805261" y="420309"/>
                  <a:pt x="4865962" y="501094"/>
                  <a:pt x="4975471" y="501094"/>
                </a:cubicBezTo>
                <a:cubicBezTo>
                  <a:pt x="5084980" y="501094"/>
                  <a:pt x="5145680" y="420309"/>
                  <a:pt x="5145680" y="321634"/>
                </a:cubicBezTo>
                <a:cubicBezTo>
                  <a:pt x="5145680" y="222959"/>
                  <a:pt x="5084980" y="142174"/>
                  <a:pt x="4975471" y="142174"/>
                </a:cubicBezTo>
                <a:moveTo>
                  <a:pt x="5377257" y="142174"/>
                </a:moveTo>
                <a:cubicBezTo>
                  <a:pt x="5325595" y="142174"/>
                  <a:pt x="5297052" y="164301"/>
                  <a:pt x="5280973" y="192547"/>
                </a:cubicBezTo>
                <a:lnTo>
                  <a:pt x="5276787" y="192547"/>
                </a:lnTo>
                <a:lnTo>
                  <a:pt x="5276787" y="149048"/>
                </a:lnTo>
                <a:lnTo>
                  <a:pt x="5194488" y="149048"/>
                </a:lnTo>
                <a:lnTo>
                  <a:pt x="5194488" y="494221"/>
                </a:lnTo>
                <a:lnTo>
                  <a:pt x="5276787" y="494221"/>
                </a:lnTo>
                <a:lnTo>
                  <a:pt x="5276787" y="271261"/>
                </a:lnTo>
                <a:cubicBezTo>
                  <a:pt x="5276787" y="220229"/>
                  <a:pt x="5303331" y="190476"/>
                  <a:pt x="5345860" y="190476"/>
                </a:cubicBezTo>
                <a:cubicBezTo>
                  <a:pt x="5387057" y="190476"/>
                  <a:pt x="5405134" y="217404"/>
                  <a:pt x="5405134" y="258173"/>
                </a:cubicBezTo>
                <a:lnTo>
                  <a:pt x="5405134" y="494221"/>
                </a:lnTo>
                <a:lnTo>
                  <a:pt x="5487432" y="494221"/>
                </a:lnTo>
                <a:lnTo>
                  <a:pt x="5487432" y="257420"/>
                </a:lnTo>
                <a:cubicBezTo>
                  <a:pt x="5487432" y="186333"/>
                  <a:pt x="5449755" y="142174"/>
                  <a:pt x="5377257" y="142174"/>
                </a:cubicBezTo>
                <a:moveTo>
                  <a:pt x="323674" y="11016"/>
                </a:moveTo>
                <a:lnTo>
                  <a:pt x="237190" y="11016"/>
                </a:lnTo>
                <a:lnTo>
                  <a:pt x="237190" y="367864"/>
                </a:lnTo>
                <a:cubicBezTo>
                  <a:pt x="237190" y="425864"/>
                  <a:pt x="214831" y="460325"/>
                  <a:pt x="161837" y="460325"/>
                </a:cubicBezTo>
                <a:cubicBezTo>
                  <a:pt x="109509" y="460325"/>
                  <a:pt x="86484" y="423698"/>
                  <a:pt x="86484" y="360897"/>
                </a:cubicBezTo>
                <a:lnTo>
                  <a:pt x="86484" y="294612"/>
                </a:lnTo>
                <a:lnTo>
                  <a:pt x="0" y="315985"/>
                </a:lnTo>
                <a:lnTo>
                  <a:pt x="0" y="345644"/>
                </a:lnTo>
                <a:cubicBezTo>
                  <a:pt x="0" y="436033"/>
                  <a:pt x="45383" y="505143"/>
                  <a:pt x="161837" y="505143"/>
                </a:cubicBezTo>
                <a:cubicBezTo>
                  <a:pt x="278291" y="505143"/>
                  <a:pt x="323674" y="436127"/>
                  <a:pt x="323674" y="345644"/>
                </a:cubicBezTo>
                <a:lnTo>
                  <a:pt x="323674" y="11016"/>
                </a:lnTo>
                <a:moveTo>
                  <a:pt x="844008" y="11016"/>
                </a:moveTo>
                <a:lnTo>
                  <a:pt x="761710" y="11016"/>
                </a:lnTo>
                <a:lnTo>
                  <a:pt x="761710" y="494221"/>
                </a:lnTo>
                <a:lnTo>
                  <a:pt x="844008" y="494221"/>
                </a:lnTo>
                <a:lnTo>
                  <a:pt x="844008" y="271261"/>
                </a:lnTo>
                <a:cubicBezTo>
                  <a:pt x="844008" y="220229"/>
                  <a:pt x="870553" y="190476"/>
                  <a:pt x="913081" y="190476"/>
                </a:cubicBezTo>
                <a:cubicBezTo>
                  <a:pt x="954278" y="190476"/>
                  <a:pt x="972355" y="217404"/>
                  <a:pt x="972355" y="258173"/>
                </a:cubicBezTo>
                <a:lnTo>
                  <a:pt x="972355" y="494221"/>
                </a:lnTo>
                <a:lnTo>
                  <a:pt x="1054653" y="494221"/>
                </a:lnTo>
                <a:lnTo>
                  <a:pt x="1054653" y="257420"/>
                </a:lnTo>
                <a:cubicBezTo>
                  <a:pt x="1054653" y="186333"/>
                  <a:pt x="1016977" y="142174"/>
                  <a:pt x="944478" y="142174"/>
                </a:cubicBezTo>
                <a:cubicBezTo>
                  <a:pt x="892816" y="142174"/>
                  <a:pt x="864273" y="164301"/>
                  <a:pt x="848194" y="192547"/>
                </a:cubicBezTo>
                <a:lnTo>
                  <a:pt x="844008" y="192547"/>
                </a:lnTo>
                <a:lnTo>
                  <a:pt x="844008" y="11016"/>
                </a:lnTo>
                <a:moveTo>
                  <a:pt x="3352342" y="11016"/>
                </a:moveTo>
                <a:lnTo>
                  <a:pt x="3265857" y="11016"/>
                </a:lnTo>
                <a:lnTo>
                  <a:pt x="3265857" y="367864"/>
                </a:lnTo>
                <a:cubicBezTo>
                  <a:pt x="3265857" y="425864"/>
                  <a:pt x="3243499" y="460325"/>
                  <a:pt x="3190504" y="460325"/>
                </a:cubicBezTo>
                <a:cubicBezTo>
                  <a:pt x="3138176" y="460325"/>
                  <a:pt x="3115152" y="423698"/>
                  <a:pt x="3115152" y="360897"/>
                </a:cubicBezTo>
                <a:lnTo>
                  <a:pt x="3115152" y="294612"/>
                </a:lnTo>
                <a:lnTo>
                  <a:pt x="3028667" y="315985"/>
                </a:lnTo>
                <a:lnTo>
                  <a:pt x="3028667" y="345644"/>
                </a:lnTo>
                <a:cubicBezTo>
                  <a:pt x="3028667" y="436033"/>
                  <a:pt x="3074050" y="505143"/>
                  <a:pt x="3190504" y="505143"/>
                </a:cubicBezTo>
                <a:cubicBezTo>
                  <a:pt x="3306959" y="505143"/>
                  <a:pt x="3352342" y="436127"/>
                  <a:pt x="3352342" y="345644"/>
                </a:cubicBezTo>
                <a:lnTo>
                  <a:pt x="3352342" y="11016"/>
                </a:lnTo>
                <a:moveTo>
                  <a:pt x="3872675" y="11016"/>
                </a:moveTo>
                <a:lnTo>
                  <a:pt x="3790377" y="11016"/>
                </a:lnTo>
                <a:lnTo>
                  <a:pt x="3790377" y="494221"/>
                </a:lnTo>
                <a:lnTo>
                  <a:pt x="3872675" y="494221"/>
                </a:lnTo>
                <a:lnTo>
                  <a:pt x="3872675" y="271261"/>
                </a:lnTo>
                <a:cubicBezTo>
                  <a:pt x="3872675" y="220229"/>
                  <a:pt x="3899220" y="190476"/>
                  <a:pt x="3941749" y="190476"/>
                </a:cubicBezTo>
                <a:cubicBezTo>
                  <a:pt x="3982945" y="190476"/>
                  <a:pt x="4001022" y="217404"/>
                  <a:pt x="4001022" y="258173"/>
                </a:cubicBezTo>
                <a:lnTo>
                  <a:pt x="4001022" y="494221"/>
                </a:lnTo>
                <a:lnTo>
                  <a:pt x="4083320" y="494221"/>
                </a:lnTo>
                <a:lnTo>
                  <a:pt x="4083320" y="257420"/>
                </a:lnTo>
                <a:cubicBezTo>
                  <a:pt x="4083320" y="186333"/>
                  <a:pt x="4045644" y="142174"/>
                  <a:pt x="3973146" y="142174"/>
                </a:cubicBezTo>
                <a:cubicBezTo>
                  <a:pt x="3921483" y="142174"/>
                  <a:pt x="3892941" y="164301"/>
                  <a:pt x="3876861" y="192547"/>
                </a:cubicBezTo>
                <a:lnTo>
                  <a:pt x="3872675" y="192547"/>
                </a:lnTo>
                <a:lnTo>
                  <a:pt x="3872675" y="11016"/>
                </a:lnTo>
                <a:moveTo>
                  <a:pt x="2730110" y="454864"/>
                </a:moveTo>
                <a:cubicBezTo>
                  <a:pt x="2663130" y="454864"/>
                  <a:pt x="2622029" y="401007"/>
                  <a:pt x="2622029" y="343761"/>
                </a:cubicBezTo>
                <a:cubicBezTo>
                  <a:pt x="2622029" y="307887"/>
                  <a:pt x="2638108" y="274745"/>
                  <a:pt x="2664557" y="256102"/>
                </a:cubicBezTo>
                <a:lnTo>
                  <a:pt x="2822208" y="426617"/>
                </a:lnTo>
                <a:cubicBezTo>
                  <a:pt x="2792904" y="443848"/>
                  <a:pt x="2760080" y="454864"/>
                  <a:pt x="2730110" y="454864"/>
                </a:cubicBezTo>
                <a:moveTo>
                  <a:pt x="2883575" y="369936"/>
                </a:moveTo>
                <a:lnTo>
                  <a:pt x="2746856" y="220794"/>
                </a:lnTo>
                <a:cubicBezTo>
                  <a:pt x="2771307" y="211096"/>
                  <a:pt x="2794998" y="207706"/>
                  <a:pt x="2814502" y="207706"/>
                </a:cubicBezTo>
                <a:cubicBezTo>
                  <a:pt x="2871016" y="207706"/>
                  <a:pt x="2905838" y="240190"/>
                  <a:pt x="2905838" y="296118"/>
                </a:cubicBezTo>
                <a:cubicBezTo>
                  <a:pt x="2905934" y="320975"/>
                  <a:pt x="2898893" y="346491"/>
                  <a:pt x="2883575" y="369936"/>
                </a:cubicBezTo>
                <a:moveTo>
                  <a:pt x="2728017" y="200833"/>
                </a:moveTo>
                <a:lnTo>
                  <a:pt x="2698047" y="167690"/>
                </a:lnTo>
                <a:cubicBezTo>
                  <a:pt x="2671503" y="138691"/>
                  <a:pt x="2663891" y="120707"/>
                  <a:pt x="2663891" y="99334"/>
                </a:cubicBezTo>
                <a:cubicBezTo>
                  <a:pt x="2663891" y="59318"/>
                  <a:pt x="2689675" y="36532"/>
                  <a:pt x="2730110" y="36532"/>
                </a:cubicBezTo>
                <a:cubicBezTo>
                  <a:pt x="2771307" y="36532"/>
                  <a:pt x="2795664" y="59977"/>
                  <a:pt x="2795664" y="102817"/>
                </a:cubicBezTo>
                <a:cubicBezTo>
                  <a:pt x="2795664" y="142174"/>
                  <a:pt x="2776159" y="179460"/>
                  <a:pt x="2728017" y="200833"/>
                </a:cubicBezTo>
                <a:moveTo>
                  <a:pt x="2732204" y="0"/>
                </a:moveTo>
                <a:cubicBezTo>
                  <a:pt x="2635920" y="0"/>
                  <a:pt x="2588539" y="53198"/>
                  <a:pt x="2588539" y="119389"/>
                </a:cubicBezTo>
                <a:cubicBezTo>
                  <a:pt x="2588539" y="155262"/>
                  <a:pt x="2603857" y="191229"/>
                  <a:pt x="2644387" y="234635"/>
                </a:cubicBezTo>
                <a:lnTo>
                  <a:pt x="2645053" y="236047"/>
                </a:lnTo>
                <a:cubicBezTo>
                  <a:pt x="2576741" y="268531"/>
                  <a:pt x="2545344" y="320975"/>
                  <a:pt x="2545344" y="374832"/>
                </a:cubicBezTo>
                <a:cubicBezTo>
                  <a:pt x="2545344" y="445919"/>
                  <a:pt x="2600432" y="505331"/>
                  <a:pt x="2685584" y="505331"/>
                </a:cubicBezTo>
                <a:cubicBezTo>
                  <a:pt x="2734392" y="505331"/>
                  <a:pt x="2791573" y="485276"/>
                  <a:pt x="2843235" y="449403"/>
                </a:cubicBezTo>
                <a:lnTo>
                  <a:pt x="2885097" y="494315"/>
                </a:lnTo>
                <a:lnTo>
                  <a:pt x="2994606" y="494315"/>
                </a:lnTo>
                <a:lnTo>
                  <a:pt x="2994606" y="490831"/>
                </a:lnTo>
                <a:lnTo>
                  <a:pt x="2905363" y="393474"/>
                </a:lnTo>
                <a:cubicBezTo>
                  <a:pt x="2943039" y="349316"/>
                  <a:pt x="2964637" y="301014"/>
                  <a:pt x="2964637" y="258833"/>
                </a:cubicBezTo>
                <a:cubicBezTo>
                  <a:pt x="2964637" y="206388"/>
                  <a:pt x="2929053" y="171174"/>
                  <a:pt x="2873300" y="171174"/>
                </a:cubicBezTo>
                <a:cubicBezTo>
                  <a:pt x="2843996" y="171174"/>
                  <a:pt x="2811172" y="179460"/>
                  <a:pt x="2789574" y="187745"/>
                </a:cubicBezTo>
                <a:lnTo>
                  <a:pt x="2788147" y="185015"/>
                </a:lnTo>
                <a:cubicBezTo>
                  <a:pt x="2841142" y="156674"/>
                  <a:pt x="2863500" y="130499"/>
                  <a:pt x="2863500" y="93873"/>
                </a:cubicBezTo>
                <a:cubicBezTo>
                  <a:pt x="2863310" y="41428"/>
                  <a:pt x="2815929" y="0"/>
                  <a:pt x="2732204" y="0"/>
                </a:cubicBezTo>
              </a:path>
            </a:pathLst>
          </a:custGeom>
          <a:solidFill>
            <a:schemeClr val="accent1"/>
          </a:solidFill>
          <a:ln w="9509" cap="flat">
            <a:noFill/>
            <a:prstDash val="solid"/>
            <a:miter/>
          </a:ln>
        </p:spPr>
        <p:txBody>
          <a:bodyPr rtlCol="0" anchor="ctr"/>
          <a:lstStyle/>
          <a:p>
            <a:endParaRPr lang="en-GB"/>
          </a:p>
        </p:txBody>
      </p:sp>
      <p:sp>
        <p:nvSpPr>
          <p:cNvPr id="3" name="Footer Placeholder 4">
            <a:extLst>
              <a:ext uri="{FF2B5EF4-FFF2-40B4-BE49-F238E27FC236}">
                <a16:creationId xmlns:a16="http://schemas.microsoft.com/office/drawing/2014/main" id="{80A1E8EF-1DE0-EC73-1B00-F12B8E8434B3}"/>
              </a:ext>
            </a:extLst>
          </p:cNvPr>
          <p:cNvSpPr>
            <a:spLocks noGrp="1"/>
          </p:cNvSpPr>
          <p:nvPr>
            <p:ph type="ftr" sz="quarter" idx="3"/>
          </p:nvPr>
        </p:nvSpPr>
        <p:spPr>
          <a:xfrm>
            <a:off x="288259" y="5868000"/>
            <a:ext cx="4527581"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dirty="0"/>
              <a:t>Slide legal disclaimer goes here if required
Slide footer goes here if required. Turn off globally using the Header/Footer function (under the Insert menu).</a:t>
            </a:r>
          </a:p>
        </p:txBody>
      </p:sp>
      <p:sp>
        <p:nvSpPr>
          <p:cNvPr id="4" name="Picture Placeholder 7">
            <a:extLst>
              <a:ext uri="{FF2B5EF4-FFF2-40B4-BE49-F238E27FC236}">
                <a16:creationId xmlns:a16="http://schemas.microsoft.com/office/drawing/2014/main" id="{886367F5-983A-EDD5-0E7D-2D71962B9450}"/>
              </a:ext>
            </a:extLst>
          </p:cNvPr>
          <p:cNvSpPr>
            <a:spLocks noGrp="1"/>
          </p:cNvSpPr>
          <p:nvPr>
            <p:ph type="pic" sz="quarter" idx="10" hasCustomPrompt="1"/>
          </p:nvPr>
        </p:nvSpPr>
        <p:spPr>
          <a:xfrm>
            <a:off x="5083403" y="3424232"/>
            <a:ext cx="3041422" cy="3433767"/>
          </a:xfrm>
          <a:solidFill>
            <a:schemeClr val="tx2"/>
          </a:solidFill>
        </p:spPr>
        <p:txBody>
          <a:bodyPr lIns="108000" tIns="72000" rIns="72000" bIns="72000"/>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 Double click the image to adjust crop and scale.</a:t>
            </a:r>
          </a:p>
        </p:txBody>
      </p:sp>
      <p:sp>
        <p:nvSpPr>
          <p:cNvPr id="8" name="Picture Placeholder 7">
            <a:extLst>
              <a:ext uri="{FF2B5EF4-FFF2-40B4-BE49-F238E27FC236}">
                <a16:creationId xmlns:a16="http://schemas.microsoft.com/office/drawing/2014/main" id="{B1B21A53-5889-6EDC-41F9-2152FB8FD15F}"/>
              </a:ext>
            </a:extLst>
          </p:cNvPr>
          <p:cNvSpPr>
            <a:spLocks noGrp="1"/>
          </p:cNvSpPr>
          <p:nvPr>
            <p:ph type="pic" sz="quarter" idx="11" hasCustomPrompt="1"/>
          </p:nvPr>
        </p:nvSpPr>
        <p:spPr>
          <a:xfrm>
            <a:off x="9150578" y="0"/>
            <a:ext cx="3041422" cy="3424233"/>
          </a:xfrm>
          <a:solidFill>
            <a:schemeClr val="tx2"/>
          </a:solidFill>
        </p:spPr>
        <p:txBody>
          <a:bodyPr lIns="108000" tIns="72000" rIns="72000" bIns="72000"/>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 Double click the image to adjust crop and scale.</a:t>
            </a:r>
          </a:p>
        </p:txBody>
      </p:sp>
      <p:pic>
        <p:nvPicPr>
          <p:cNvPr id="5" name="Graphic 4">
            <a:extLst>
              <a:ext uri="{FF2B5EF4-FFF2-40B4-BE49-F238E27FC236}">
                <a16:creationId xmlns:a16="http://schemas.microsoft.com/office/drawing/2014/main" id="{B70EA5CE-79D9-1096-AAA1-E73718462916}"/>
              </a:ext>
            </a:extLst>
          </p:cNvPr>
          <p:cNvPicPr>
            <a:picLocks noChangeAspect="1"/>
          </p:cNvPicPr>
          <p:nvPr userDrawn="1"/>
        </p:nvPicPr>
        <p:blipFill>
          <a:blip>
            <a:lum/>
            <a:extLst>
              <a:ext uri="{96DAC541-7B7A-43D3-8B79-37D633B846F1}">
                <asvg:svgBlip xmlns:asvg="http://schemas.microsoft.com/office/drawing/2016/SVG/main" r:embed="rId2"/>
              </a:ext>
            </a:extLst>
          </a:blip>
          <a:stretch>
            <a:fillRect/>
          </a:stretch>
        </p:blipFill>
        <p:spPr>
          <a:xfrm>
            <a:off x="10900476" y="6347868"/>
            <a:ext cx="1017714" cy="246221"/>
          </a:xfrm>
          <a:prstGeom prst="rect">
            <a:avLst/>
          </a:prstGeom>
        </p:spPr>
      </p:pic>
    </p:spTree>
    <p:extLst>
      <p:ext uri="{BB962C8B-B14F-4D97-AF65-F5344CB8AC3E}">
        <p14:creationId xmlns:p14="http://schemas.microsoft.com/office/powerpoint/2010/main" val="42025131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B8AD4-5298-7DA9-DDAD-3AB53AF2F9F5}"/>
              </a:ext>
            </a:extLst>
          </p:cNvPr>
          <p:cNvSpPr>
            <a:spLocks noGrp="1"/>
          </p:cNvSpPr>
          <p:nvPr>
            <p:ph type="title" hasCustomPrompt="1"/>
          </p:nvPr>
        </p:nvSpPr>
        <p:spPr>
          <a:xfrm>
            <a:off x="287338" y="266400"/>
            <a:ext cx="8674100" cy="2770117"/>
          </a:xfrm>
        </p:spPr>
        <p:txBody>
          <a:bodyPr anchor="t">
            <a:normAutofit/>
          </a:bodyPr>
          <a:lstStyle>
            <a:lvl1pPr>
              <a:lnSpc>
                <a:spcPct val="80000"/>
              </a:lnSpc>
              <a:defRPr lang="en-GB" sz="7000" b="0" i="0" kern="1200" spc="0" baseline="0" dirty="0">
                <a:solidFill>
                  <a:schemeClr val="accent1"/>
                </a:solidFill>
                <a:latin typeface="+mj-lt"/>
                <a:ea typeface="+mj-ea"/>
                <a:cs typeface="+mj-cs"/>
              </a:defRPr>
            </a:lvl1pPr>
          </a:lstStyle>
          <a:p>
            <a:r>
              <a:rPr lang="en-GB" dirty="0"/>
              <a:t>Click to edit Master title style</a:t>
            </a:r>
            <a:br>
              <a:rPr lang="en-GB" dirty="0"/>
            </a:br>
            <a:endParaRPr lang="en-GB" dirty="0"/>
          </a:p>
        </p:txBody>
      </p:sp>
      <p:sp>
        <p:nvSpPr>
          <p:cNvPr id="5" name="Footer Placeholder 4">
            <a:extLst>
              <a:ext uri="{FF2B5EF4-FFF2-40B4-BE49-F238E27FC236}">
                <a16:creationId xmlns:a16="http://schemas.microsoft.com/office/drawing/2014/main" id="{895F487D-4064-92B3-E439-C4C68E6D7889}"/>
              </a:ext>
            </a:extLst>
          </p:cNvPr>
          <p:cNvSpPr>
            <a:spLocks noGrp="1"/>
          </p:cNvSpPr>
          <p:nvPr>
            <p:ph type="ftr" sz="quarter" idx="11"/>
          </p:nvPr>
        </p:nvSpPr>
        <p:spPr/>
        <p:txBody>
          <a:bodyPr/>
          <a:lstStyle/>
          <a:p>
            <a:pPr>
              <a:spcBef>
                <a:spcPts val="0"/>
              </a:spcBef>
              <a:spcAft>
                <a:spcPts val="300"/>
              </a:spcAft>
            </a:pPr>
            <a:r>
              <a:rPr lang="en-US" b="0" i="0" dirty="0">
                <a:effectLst/>
              </a:rPr>
              <a:t>Slide legal disclaimer goes here if required
Slide footer goes here if required. Turn off globally using the Header/Footer function (under the Insert menu).</a:t>
            </a:r>
          </a:p>
        </p:txBody>
      </p:sp>
      <p:sp>
        <p:nvSpPr>
          <p:cNvPr id="6" name="Slide Number Placeholder 5">
            <a:extLst>
              <a:ext uri="{FF2B5EF4-FFF2-40B4-BE49-F238E27FC236}">
                <a16:creationId xmlns:a16="http://schemas.microsoft.com/office/drawing/2014/main" id="{6F49183B-3F5F-D40F-DF08-A45F8678A099}"/>
              </a:ext>
            </a:extLst>
          </p:cNvPr>
          <p:cNvSpPr>
            <a:spLocks noGrp="1"/>
          </p:cNvSpPr>
          <p:nvPr>
            <p:ph type="sldNum" sz="quarter" idx="12"/>
          </p:nvPr>
        </p:nvSpPr>
        <p:spPr/>
        <p:txBody>
          <a:bodyPr/>
          <a:lstStyle/>
          <a:p>
            <a:fld id="{AEC8D767-5246-2244-A4A3-B8AFB218393C}" type="slidenum">
              <a:rPr lang="en-GB" smtClean="0"/>
              <a:t>‹#›</a:t>
            </a:fld>
            <a:endParaRPr lang="en-GB"/>
          </a:p>
        </p:txBody>
      </p:sp>
      <p:sp>
        <p:nvSpPr>
          <p:cNvPr id="3" name="Subtitle 2">
            <a:extLst>
              <a:ext uri="{FF2B5EF4-FFF2-40B4-BE49-F238E27FC236}">
                <a16:creationId xmlns:a16="http://schemas.microsoft.com/office/drawing/2014/main" id="{5B2F639B-6480-4C85-354E-746014146F29}"/>
              </a:ext>
            </a:extLst>
          </p:cNvPr>
          <p:cNvSpPr>
            <a:spLocks noGrp="1"/>
          </p:cNvSpPr>
          <p:nvPr>
            <p:ph type="subTitle" idx="1" hasCustomPrompt="1"/>
          </p:nvPr>
        </p:nvSpPr>
        <p:spPr>
          <a:xfrm>
            <a:off x="284805" y="4889500"/>
            <a:ext cx="5760000" cy="865834"/>
          </a:xfrm>
        </p:spPr>
        <p:txBody>
          <a:bodyPr anchor="b"/>
          <a:lstStyle>
            <a:lvl1pPr marL="0" indent="0" algn="l">
              <a:lnSpc>
                <a:spcPct val="100000"/>
              </a:lnSpc>
              <a:spcBef>
                <a:spcPts val="0"/>
              </a:spcBef>
              <a:spcAft>
                <a:spcPts val="0"/>
              </a:spcAft>
              <a:buNone/>
              <a:defRPr sz="14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Supporting details. Delete if not required.</a:t>
            </a:r>
          </a:p>
        </p:txBody>
      </p:sp>
    </p:spTree>
    <p:extLst>
      <p:ext uri="{BB962C8B-B14F-4D97-AF65-F5344CB8AC3E}">
        <p14:creationId xmlns:p14="http://schemas.microsoft.com/office/powerpoint/2010/main" val="35746279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Header with Panel">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41E30424-3D6B-9C32-D056-E12FEE159594}"/>
              </a:ext>
            </a:extLst>
          </p:cNvPr>
          <p:cNvSpPr>
            <a:spLocks noGrp="1"/>
          </p:cNvSpPr>
          <p:nvPr>
            <p:ph type="title"/>
          </p:nvPr>
        </p:nvSpPr>
        <p:spPr>
          <a:xfrm>
            <a:off x="287338" y="266400"/>
            <a:ext cx="7694612" cy="1758623"/>
          </a:xfrm>
        </p:spPr>
        <p:txBody>
          <a:bodyPr anchor="t"/>
          <a:lstStyle>
            <a:lvl1pPr>
              <a:lnSpc>
                <a:spcPct val="80000"/>
              </a:lnSpc>
              <a:defRPr lang="en-GB" sz="7000" b="0" i="0" kern="1200" spc="0" baseline="0" smtClean="0">
                <a:solidFill>
                  <a:schemeClr val="accent1"/>
                </a:solidFill>
                <a:latin typeface="+mj-lt"/>
                <a:ea typeface="+mj-ea"/>
                <a:cs typeface="+mj-cs"/>
              </a:defRPr>
            </a:lvl1pPr>
          </a:lstStyle>
          <a:p>
            <a:r>
              <a:rPr lang="en-US"/>
              <a:t>Click to edit Master title style</a:t>
            </a:r>
            <a:endParaRPr lang="en-GB" dirty="0"/>
          </a:p>
        </p:txBody>
      </p:sp>
      <p:sp>
        <p:nvSpPr>
          <p:cNvPr id="4" name="Slide Number Placeholder 5">
            <a:extLst>
              <a:ext uri="{FF2B5EF4-FFF2-40B4-BE49-F238E27FC236}">
                <a16:creationId xmlns:a16="http://schemas.microsoft.com/office/drawing/2014/main" id="{FC72F9C5-6F6D-587C-351F-0B5583DF1799}"/>
              </a:ext>
            </a:extLst>
          </p:cNvPr>
          <p:cNvSpPr>
            <a:spLocks noGrp="1"/>
          </p:cNvSpPr>
          <p:nvPr>
            <p:ph type="sldNum" sz="quarter" idx="12"/>
          </p:nvPr>
        </p:nvSpPr>
        <p:spPr>
          <a:xfrm>
            <a:off x="11581942" y="6433878"/>
            <a:ext cx="320674" cy="153463"/>
          </a:xfrm>
        </p:spPr>
        <p:txBody>
          <a:bodyPr/>
          <a:lstStyle/>
          <a:p>
            <a:fld id="{AEC8D767-5246-2244-A4A3-B8AFB218393C}" type="slidenum">
              <a:rPr lang="en-GB" smtClean="0"/>
              <a:t>‹#›</a:t>
            </a:fld>
            <a:endParaRPr lang="en-GB"/>
          </a:p>
        </p:txBody>
      </p:sp>
      <p:sp>
        <p:nvSpPr>
          <p:cNvPr id="3" name="Footer Placeholder 4">
            <a:extLst>
              <a:ext uri="{FF2B5EF4-FFF2-40B4-BE49-F238E27FC236}">
                <a16:creationId xmlns:a16="http://schemas.microsoft.com/office/drawing/2014/main" id="{59742FCF-8FC7-F781-403E-AD00D13802D4}"/>
              </a:ext>
            </a:extLst>
          </p:cNvPr>
          <p:cNvSpPr>
            <a:spLocks noGrp="1"/>
          </p:cNvSpPr>
          <p:nvPr>
            <p:ph type="ftr" sz="quarter" idx="3"/>
          </p:nvPr>
        </p:nvSpPr>
        <p:spPr>
          <a:xfrm>
            <a:off x="288259" y="5868000"/>
            <a:ext cx="7801641"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a:t>Slide legal disclaimer goes here if required
Slide footer goes here if required. Turn off globally using the Header/Footer function (under the Insert menu).</a:t>
            </a:r>
            <a:endParaRPr lang="en-US" dirty="0"/>
          </a:p>
        </p:txBody>
      </p:sp>
      <p:sp>
        <p:nvSpPr>
          <p:cNvPr id="5" name="Subtitle 2">
            <a:extLst>
              <a:ext uri="{FF2B5EF4-FFF2-40B4-BE49-F238E27FC236}">
                <a16:creationId xmlns:a16="http://schemas.microsoft.com/office/drawing/2014/main" id="{9137902E-418A-6086-125B-35CF695BBECC}"/>
              </a:ext>
            </a:extLst>
          </p:cNvPr>
          <p:cNvSpPr>
            <a:spLocks noGrp="1"/>
          </p:cNvSpPr>
          <p:nvPr>
            <p:ph type="subTitle" idx="1" hasCustomPrompt="1"/>
          </p:nvPr>
        </p:nvSpPr>
        <p:spPr>
          <a:xfrm>
            <a:off x="284805" y="4889500"/>
            <a:ext cx="5760000" cy="865834"/>
          </a:xfrm>
        </p:spPr>
        <p:txBody>
          <a:bodyPr anchor="b"/>
          <a:lstStyle>
            <a:lvl1pPr marL="0" indent="0" algn="l">
              <a:lnSpc>
                <a:spcPct val="100000"/>
              </a:lnSpc>
              <a:spcBef>
                <a:spcPts val="0"/>
              </a:spcBef>
              <a:spcAft>
                <a:spcPts val="0"/>
              </a:spcAft>
              <a:buNone/>
              <a:defRPr sz="14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Supporting details. Delete if not required.</a:t>
            </a:r>
          </a:p>
        </p:txBody>
      </p:sp>
      <p:sp>
        <p:nvSpPr>
          <p:cNvPr id="6" name="Rectangle 5">
            <a:extLst>
              <a:ext uri="{FF2B5EF4-FFF2-40B4-BE49-F238E27FC236}">
                <a16:creationId xmlns:a16="http://schemas.microsoft.com/office/drawing/2014/main" id="{50CD4E66-FCDE-4589-950A-448580DCE772}"/>
              </a:ext>
            </a:extLst>
          </p:cNvPr>
          <p:cNvSpPr/>
          <p:nvPr userDrawn="1"/>
        </p:nvSpPr>
        <p:spPr>
          <a:xfrm>
            <a:off x="8124825" y="2"/>
            <a:ext cx="4067175" cy="2282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n-lt"/>
            </a:endParaRPr>
          </a:p>
        </p:txBody>
      </p:sp>
      <p:sp>
        <p:nvSpPr>
          <p:cNvPr id="10" name="Rectangle 9">
            <a:extLst>
              <a:ext uri="{FF2B5EF4-FFF2-40B4-BE49-F238E27FC236}">
                <a16:creationId xmlns:a16="http://schemas.microsoft.com/office/drawing/2014/main" id="{01983749-CBBE-20C9-5CE9-A0FB7E9642E0}"/>
              </a:ext>
            </a:extLst>
          </p:cNvPr>
          <p:cNvSpPr/>
          <p:nvPr userDrawn="1"/>
        </p:nvSpPr>
        <p:spPr>
          <a:xfrm>
            <a:off x="10186988" y="0"/>
            <a:ext cx="2005012" cy="457543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n-lt"/>
            </a:endParaRPr>
          </a:p>
        </p:txBody>
      </p:sp>
    </p:spTree>
    <p:extLst>
      <p:ext uri="{BB962C8B-B14F-4D97-AF65-F5344CB8AC3E}">
        <p14:creationId xmlns:p14="http://schemas.microsoft.com/office/powerpoint/2010/main" val="27608774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ection Header Red with Panel">
    <p:bg>
      <p:bgPr>
        <a:solidFill>
          <a:schemeClr val="accent1"/>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01DFFC51-5FDD-DBA1-C803-B017E296ADB6}"/>
              </a:ext>
            </a:extLst>
          </p:cNvPr>
          <p:cNvSpPr/>
          <p:nvPr userDrawn="1"/>
        </p:nvSpPr>
        <p:spPr>
          <a:xfrm>
            <a:off x="8124825" y="2"/>
            <a:ext cx="4067175" cy="2282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n-lt"/>
            </a:endParaRPr>
          </a:p>
        </p:txBody>
      </p:sp>
      <p:sp>
        <p:nvSpPr>
          <p:cNvPr id="2" name="Title 1">
            <a:extLst>
              <a:ext uri="{FF2B5EF4-FFF2-40B4-BE49-F238E27FC236}">
                <a16:creationId xmlns:a16="http://schemas.microsoft.com/office/drawing/2014/main" id="{199B8AD4-5298-7DA9-DDAD-3AB53AF2F9F5}"/>
              </a:ext>
            </a:extLst>
          </p:cNvPr>
          <p:cNvSpPr>
            <a:spLocks noGrp="1"/>
          </p:cNvSpPr>
          <p:nvPr>
            <p:ph type="title"/>
          </p:nvPr>
        </p:nvSpPr>
        <p:spPr>
          <a:xfrm>
            <a:off x="287338" y="266400"/>
            <a:ext cx="7694612" cy="1758623"/>
          </a:xfrm>
        </p:spPr>
        <p:txBody>
          <a:bodyPr anchor="t"/>
          <a:lstStyle>
            <a:lvl1pPr>
              <a:lnSpc>
                <a:spcPct val="80000"/>
              </a:lnSpc>
              <a:defRPr lang="en-GB" sz="7000" b="0" i="0" kern="1200" spc="0" baseline="0" smtClean="0">
                <a:solidFill>
                  <a:schemeClr val="bg1"/>
                </a:solidFill>
                <a:latin typeface="+mj-lt"/>
                <a:ea typeface="+mj-ea"/>
                <a:cs typeface="+mj-cs"/>
              </a:defRPr>
            </a:lvl1pPr>
          </a:lstStyle>
          <a:p>
            <a:r>
              <a:rPr lang="en-US"/>
              <a:t>Click to edit Master title style</a:t>
            </a:r>
            <a:endParaRPr lang="en-GB" dirty="0"/>
          </a:p>
        </p:txBody>
      </p:sp>
      <p:sp>
        <p:nvSpPr>
          <p:cNvPr id="5" name="Slide Number Placeholder 5">
            <a:extLst>
              <a:ext uri="{FF2B5EF4-FFF2-40B4-BE49-F238E27FC236}">
                <a16:creationId xmlns:a16="http://schemas.microsoft.com/office/drawing/2014/main" id="{5996C02B-DDD3-6ECC-5C7A-81C542C2CC80}"/>
              </a:ext>
            </a:extLst>
          </p:cNvPr>
          <p:cNvSpPr>
            <a:spLocks noGrp="1"/>
          </p:cNvSpPr>
          <p:nvPr>
            <p:ph type="sldNum" sz="quarter" idx="12"/>
          </p:nvPr>
        </p:nvSpPr>
        <p:spPr>
          <a:xfrm>
            <a:off x="11581942" y="6433878"/>
            <a:ext cx="320674" cy="153463"/>
          </a:xfrm>
        </p:spPr>
        <p:txBody>
          <a:bodyPr/>
          <a:lstStyle>
            <a:lvl1pPr>
              <a:defRPr>
                <a:solidFill>
                  <a:schemeClr val="bg1"/>
                </a:solidFill>
              </a:defRPr>
            </a:lvl1pPr>
          </a:lstStyle>
          <a:p>
            <a:fld id="{AEC8D767-5246-2244-A4A3-B8AFB218393C}" type="slidenum">
              <a:rPr lang="en-GB" smtClean="0"/>
              <a:pPr/>
              <a:t>‹#›</a:t>
            </a:fld>
            <a:endParaRPr lang="en-GB"/>
          </a:p>
        </p:txBody>
      </p:sp>
      <p:sp>
        <p:nvSpPr>
          <p:cNvPr id="4" name="Footer Placeholder 4">
            <a:extLst>
              <a:ext uri="{FF2B5EF4-FFF2-40B4-BE49-F238E27FC236}">
                <a16:creationId xmlns:a16="http://schemas.microsoft.com/office/drawing/2014/main" id="{BA8361A8-BA28-9A97-B580-B5DE0DF2ADFB}"/>
              </a:ext>
            </a:extLst>
          </p:cNvPr>
          <p:cNvSpPr>
            <a:spLocks noGrp="1"/>
          </p:cNvSpPr>
          <p:nvPr>
            <p:ph type="ftr" sz="quarter" idx="3"/>
          </p:nvPr>
        </p:nvSpPr>
        <p:spPr>
          <a:xfrm>
            <a:off x="288259" y="5868000"/>
            <a:ext cx="7801641"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bg1"/>
                </a:solidFill>
                <a:latin typeface="+mn-lt"/>
              </a:defRPr>
            </a:lvl1pPr>
          </a:lstStyle>
          <a:p>
            <a:pPr>
              <a:spcBef>
                <a:spcPts val="0"/>
              </a:spcBef>
              <a:spcAft>
                <a:spcPts val="300"/>
              </a:spcAft>
            </a:pPr>
            <a:r>
              <a:rPr lang="en-US" dirty="0"/>
              <a:t>Slide legal disclaimer goes here if required
Slide footer goes here if required. Turn off globally using the Header/Footer function (under the Insert menu).</a:t>
            </a:r>
          </a:p>
        </p:txBody>
      </p:sp>
      <p:sp>
        <p:nvSpPr>
          <p:cNvPr id="7" name="Graphic 8">
            <a:extLst>
              <a:ext uri="{FF2B5EF4-FFF2-40B4-BE49-F238E27FC236}">
                <a16:creationId xmlns:a16="http://schemas.microsoft.com/office/drawing/2014/main" id="{D2D3E5EB-2CF1-B717-DE02-644E2D3BED91}"/>
              </a:ext>
            </a:extLst>
          </p:cNvPr>
          <p:cNvSpPr>
            <a:spLocks noChangeAspect="1"/>
          </p:cNvSpPr>
          <p:nvPr userDrawn="1"/>
        </p:nvSpPr>
        <p:spPr>
          <a:xfrm>
            <a:off x="287338" y="6416675"/>
            <a:ext cx="352800" cy="149403"/>
          </a:xfrm>
          <a:custGeom>
            <a:avLst/>
            <a:gdLst>
              <a:gd name="connsiteX0" fmla="*/ 5699846 w 6586631"/>
              <a:gd name="connsiteY0" fmla="*/ 2789294 h 2789293"/>
              <a:gd name="connsiteX1" fmla="*/ 6586632 w 6586631"/>
              <a:gd name="connsiteY1" fmla="*/ 1909153 h 2789293"/>
              <a:gd name="connsiteX2" fmla="*/ 6586632 w 6586631"/>
              <a:gd name="connsiteY2" fmla="*/ 60980 h 2789293"/>
              <a:gd name="connsiteX3" fmla="*/ 6112656 w 6586631"/>
              <a:gd name="connsiteY3" fmla="*/ 60980 h 2789293"/>
              <a:gd name="connsiteX4" fmla="*/ 6112656 w 6586631"/>
              <a:gd name="connsiteY4" fmla="*/ 2031114 h 2789293"/>
              <a:gd name="connsiteX5" fmla="*/ 5699846 w 6586631"/>
              <a:gd name="connsiteY5" fmla="*/ 2541669 h 2789293"/>
              <a:gd name="connsiteX6" fmla="*/ 5287036 w 6586631"/>
              <a:gd name="connsiteY6" fmla="*/ 1992847 h 2789293"/>
              <a:gd name="connsiteX7" fmla="*/ 5287036 w 6586631"/>
              <a:gd name="connsiteY7" fmla="*/ 1627212 h 2789293"/>
              <a:gd name="connsiteX8" fmla="*/ 4813060 w 6586631"/>
              <a:gd name="connsiteY8" fmla="*/ 1745222 h 2789293"/>
              <a:gd name="connsiteX9" fmla="*/ 4813060 w 6586631"/>
              <a:gd name="connsiteY9" fmla="*/ 1909153 h 2789293"/>
              <a:gd name="connsiteX10" fmla="*/ 5699846 w 6586631"/>
              <a:gd name="connsiteY10" fmla="*/ 2789294 h 2789293"/>
              <a:gd name="connsiteX11" fmla="*/ 3177175 w 6586631"/>
              <a:gd name="connsiteY11" fmla="*/ 2511056 h 2789293"/>
              <a:gd name="connsiteX12" fmla="*/ 2584828 w 6586631"/>
              <a:gd name="connsiteY12" fmla="*/ 1897549 h 2789293"/>
              <a:gd name="connsiteX13" fmla="*/ 2817854 w 6586631"/>
              <a:gd name="connsiteY13" fmla="*/ 1413657 h 2789293"/>
              <a:gd name="connsiteX14" fmla="*/ 3681610 w 6586631"/>
              <a:gd name="connsiteY14" fmla="*/ 2354778 h 2789293"/>
              <a:gd name="connsiteX15" fmla="*/ 3177175 w 6586631"/>
              <a:gd name="connsiteY15" fmla="*/ 2511056 h 2789293"/>
              <a:gd name="connsiteX16" fmla="*/ 3639512 w 6586631"/>
              <a:gd name="connsiteY16" fmla="*/ 1147022 h 2789293"/>
              <a:gd name="connsiteX17" fmla="*/ 4140232 w 6586631"/>
              <a:gd name="connsiteY17" fmla="*/ 1634865 h 2789293"/>
              <a:gd name="connsiteX18" fmla="*/ 4017900 w 6586631"/>
              <a:gd name="connsiteY18" fmla="*/ 2042717 h 2789293"/>
              <a:gd name="connsiteX19" fmla="*/ 3268800 w 6586631"/>
              <a:gd name="connsiteY19" fmla="*/ 1219359 h 2789293"/>
              <a:gd name="connsiteX20" fmla="*/ 3639512 w 6586631"/>
              <a:gd name="connsiteY20" fmla="*/ 1147022 h 2789293"/>
              <a:gd name="connsiteX21" fmla="*/ 3177175 w 6586631"/>
              <a:gd name="connsiteY21" fmla="*/ 201951 h 2789293"/>
              <a:gd name="connsiteX22" fmla="*/ 3536495 w 6586631"/>
              <a:gd name="connsiteY22" fmla="*/ 567833 h 2789293"/>
              <a:gd name="connsiteX23" fmla="*/ 3165783 w 6586631"/>
              <a:gd name="connsiteY23" fmla="*/ 1109002 h 2789293"/>
              <a:gd name="connsiteX24" fmla="*/ 3001353 w 6586631"/>
              <a:gd name="connsiteY24" fmla="*/ 926061 h 2789293"/>
              <a:gd name="connsiteX25" fmla="*/ 2814140 w 6586631"/>
              <a:gd name="connsiteY25" fmla="*/ 548823 h 2789293"/>
              <a:gd name="connsiteX26" fmla="*/ 3177175 w 6586631"/>
              <a:gd name="connsiteY26" fmla="*/ 201951 h 2789293"/>
              <a:gd name="connsiteX27" fmla="*/ 4136518 w 6586631"/>
              <a:gd name="connsiteY27" fmla="*/ 2172084 h 2789293"/>
              <a:gd name="connsiteX28" fmla="*/ 4461417 w 6586631"/>
              <a:gd name="connsiteY28" fmla="*/ 1428964 h 2789293"/>
              <a:gd name="connsiteX29" fmla="*/ 3960696 w 6586631"/>
              <a:gd name="connsiteY29" fmla="*/ 945071 h 2789293"/>
              <a:gd name="connsiteX30" fmla="*/ 3502073 w 6586631"/>
              <a:gd name="connsiteY30" fmla="*/ 1036418 h 2789293"/>
              <a:gd name="connsiteX31" fmla="*/ 3494397 w 6586631"/>
              <a:gd name="connsiteY31" fmla="*/ 1021112 h 2789293"/>
              <a:gd name="connsiteX32" fmla="*/ 3907206 w 6586631"/>
              <a:gd name="connsiteY32" fmla="*/ 518209 h 2789293"/>
              <a:gd name="connsiteX33" fmla="*/ 3188566 w 6586631"/>
              <a:gd name="connsiteY33" fmla="*/ 0 h 2789293"/>
              <a:gd name="connsiteX34" fmla="*/ 2401082 w 6586631"/>
              <a:gd name="connsiteY34" fmla="*/ 659180 h 2789293"/>
              <a:gd name="connsiteX35" fmla="*/ 2706913 w 6586631"/>
              <a:gd name="connsiteY35" fmla="*/ 1295646 h 2789293"/>
              <a:gd name="connsiteX36" fmla="*/ 2710628 w 6586631"/>
              <a:gd name="connsiteY36" fmla="*/ 1303300 h 2789293"/>
              <a:gd name="connsiteX37" fmla="*/ 2164094 w 6586631"/>
              <a:gd name="connsiteY37" fmla="*/ 2069134 h 2789293"/>
              <a:gd name="connsiteX38" fmla="*/ 2932262 w 6586631"/>
              <a:gd name="connsiteY38" fmla="*/ 2789294 h 2789293"/>
              <a:gd name="connsiteX39" fmla="*/ 3796018 w 6586631"/>
              <a:gd name="connsiteY39" fmla="*/ 2480689 h 2789293"/>
              <a:gd name="connsiteX40" fmla="*/ 4025329 w 6586631"/>
              <a:gd name="connsiteY40" fmla="*/ 2728314 h 2789293"/>
              <a:gd name="connsiteX41" fmla="*/ 4625352 w 6586631"/>
              <a:gd name="connsiteY41" fmla="*/ 2728314 h 2789293"/>
              <a:gd name="connsiteX42" fmla="*/ 4625352 w 6586631"/>
              <a:gd name="connsiteY42" fmla="*/ 2709303 h 2789293"/>
              <a:gd name="connsiteX43" fmla="*/ 4136518 w 6586631"/>
              <a:gd name="connsiteY43" fmla="*/ 2172084 h 2789293"/>
              <a:gd name="connsiteX44" fmla="*/ 886786 w 6586631"/>
              <a:gd name="connsiteY44" fmla="*/ 2789294 h 2789293"/>
              <a:gd name="connsiteX45" fmla="*/ 1773572 w 6586631"/>
              <a:gd name="connsiteY45" fmla="*/ 1909153 h 2789293"/>
              <a:gd name="connsiteX46" fmla="*/ 1773572 w 6586631"/>
              <a:gd name="connsiteY46" fmla="*/ 60980 h 2789293"/>
              <a:gd name="connsiteX47" fmla="*/ 1299596 w 6586631"/>
              <a:gd name="connsiteY47" fmla="*/ 60980 h 2789293"/>
              <a:gd name="connsiteX48" fmla="*/ 1299596 w 6586631"/>
              <a:gd name="connsiteY48" fmla="*/ 2031114 h 2789293"/>
              <a:gd name="connsiteX49" fmla="*/ 886786 w 6586631"/>
              <a:gd name="connsiteY49" fmla="*/ 2541669 h 2789293"/>
              <a:gd name="connsiteX50" fmla="*/ 473976 w 6586631"/>
              <a:gd name="connsiteY50" fmla="*/ 1992847 h 2789293"/>
              <a:gd name="connsiteX51" fmla="*/ 473976 w 6586631"/>
              <a:gd name="connsiteY51" fmla="*/ 1627212 h 2789293"/>
              <a:gd name="connsiteX52" fmla="*/ 0 w 6586631"/>
              <a:gd name="connsiteY52" fmla="*/ 1745222 h 2789293"/>
              <a:gd name="connsiteX53" fmla="*/ 0 w 6586631"/>
              <a:gd name="connsiteY53" fmla="*/ 1909153 h 2789293"/>
              <a:gd name="connsiteX54" fmla="*/ 886786 w 6586631"/>
              <a:gd name="connsiteY54" fmla="*/ 2789294 h 27892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6586631" h="2789293">
                <a:moveTo>
                  <a:pt x="5699846" y="2789294"/>
                </a:moveTo>
                <a:cubicBezTo>
                  <a:pt x="6338253" y="2789294"/>
                  <a:pt x="6586632" y="2408105"/>
                  <a:pt x="6586632" y="1909153"/>
                </a:cubicBezTo>
                <a:lnTo>
                  <a:pt x="6586632" y="60980"/>
                </a:lnTo>
                <a:lnTo>
                  <a:pt x="6112656" y="60980"/>
                </a:lnTo>
                <a:lnTo>
                  <a:pt x="6112656" y="2031114"/>
                </a:lnTo>
                <a:cubicBezTo>
                  <a:pt x="6112656" y="2351075"/>
                  <a:pt x="5990324" y="2541669"/>
                  <a:pt x="5699846" y="2541669"/>
                </a:cubicBezTo>
                <a:cubicBezTo>
                  <a:pt x="5413083" y="2541669"/>
                  <a:pt x="5287036" y="2339718"/>
                  <a:pt x="5287036" y="1992847"/>
                </a:cubicBezTo>
                <a:lnTo>
                  <a:pt x="5287036" y="1627212"/>
                </a:lnTo>
                <a:lnTo>
                  <a:pt x="4813060" y="1745222"/>
                </a:lnTo>
                <a:lnTo>
                  <a:pt x="4813060" y="1909153"/>
                </a:lnTo>
                <a:cubicBezTo>
                  <a:pt x="4813060" y="2408352"/>
                  <a:pt x="5061440" y="2789294"/>
                  <a:pt x="5699846" y="2789294"/>
                </a:cubicBezTo>
                <a:moveTo>
                  <a:pt x="3177175" y="2511056"/>
                </a:moveTo>
                <a:cubicBezTo>
                  <a:pt x="2810177" y="2511056"/>
                  <a:pt x="2584828" y="2213808"/>
                  <a:pt x="2584828" y="1897549"/>
                </a:cubicBezTo>
                <a:cubicBezTo>
                  <a:pt x="2584828" y="1699302"/>
                  <a:pt x="2672739" y="1516361"/>
                  <a:pt x="2817854" y="1413657"/>
                </a:cubicBezTo>
                <a:lnTo>
                  <a:pt x="3681610" y="2354778"/>
                </a:lnTo>
                <a:cubicBezTo>
                  <a:pt x="3521141" y="2450075"/>
                  <a:pt x="3341358" y="2511056"/>
                  <a:pt x="3177175" y="2511056"/>
                </a:cubicBezTo>
                <a:moveTo>
                  <a:pt x="3639512" y="1147022"/>
                </a:moveTo>
                <a:cubicBezTo>
                  <a:pt x="3949057" y="1147022"/>
                  <a:pt x="4140232" y="1326013"/>
                  <a:pt x="4140232" y="1634865"/>
                </a:cubicBezTo>
                <a:cubicBezTo>
                  <a:pt x="4140232" y="1772132"/>
                  <a:pt x="4102096" y="1913103"/>
                  <a:pt x="4017900" y="2042717"/>
                </a:cubicBezTo>
                <a:lnTo>
                  <a:pt x="3268800" y="1219359"/>
                </a:lnTo>
                <a:cubicBezTo>
                  <a:pt x="3402524" y="1166032"/>
                  <a:pt x="3532533" y="1147022"/>
                  <a:pt x="3639512" y="1147022"/>
                </a:cubicBezTo>
                <a:moveTo>
                  <a:pt x="3177175" y="201951"/>
                </a:moveTo>
                <a:cubicBezTo>
                  <a:pt x="3402771" y="201951"/>
                  <a:pt x="3536495" y="331565"/>
                  <a:pt x="3536495" y="567833"/>
                </a:cubicBezTo>
                <a:cubicBezTo>
                  <a:pt x="3536495" y="785091"/>
                  <a:pt x="3429516" y="990745"/>
                  <a:pt x="3165783" y="1109002"/>
                </a:cubicBezTo>
                <a:lnTo>
                  <a:pt x="3001353" y="926061"/>
                </a:lnTo>
                <a:cubicBezTo>
                  <a:pt x="2855990" y="766081"/>
                  <a:pt x="2814140" y="666833"/>
                  <a:pt x="2814140" y="548823"/>
                </a:cubicBezTo>
                <a:cubicBezTo>
                  <a:pt x="2813892" y="327615"/>
                  <a:pt x="2955292" y="201951"/>
                  <a:pt x="3177175" y="201951"/>
                </a:cubicBezTo>
                <a:moveTo>
                  <a:pt x="4136518" y="2172084"/>
                </a:moveTo>
                <a:cubicBezTo>
                  <a:pt x="4343047" y="1928163"/>
                  <a:pt x="4461417" y="1661528"/>
                  <a:pt x="4461417" y="1428964"/>
                </a:cubicBezTo>
                <a:cubicBezTo>
                  <a:pt x="4461417" y="1139369"/>
                  <a:pt x="4266527" y="945071"/>
                  <a:pt x="3960696" y="945071"/>
                </a:cubicBezTo>
                <a:cubicBezTo>
                  <a:pt x="3800228" y="945071"/>
                  <a:pt x="3620443" y="990745"/>
                  <a:pt x="3502073" y="1036418"/>
                </a:cubicBezTo>
                <a:lnTo>
                  <a:pt x="3494397" y="1021112"/>
                </a:lnTo>
                <a:cubicBezTo>
                  <a:pt x="3784874" y="864834"/>
                  <a:pt x="3907206" y="720160"/>
                  <a:pt x="3907206" y="518209"/>
                </a:cubicBezTo>
                <a:cubicBezTo>
                  <a:pt x="3907206" y="228614"/>
                  <a:pt x="3647188" y="0"/>
                  <a:pt x="3188566" y="0"/>
                </a:cubicBezTo>
                <a:cubicBezTo>
                  <a:pt x="2661100" y="0"/>
                  <a:pt x="2401082" y="293545"/>
                  <a:pt x="2401082" y="659180"/>
                </a:cubicBezTo>
                <a:cubicBezTo>
                  <a:pt x="2401082" y="857428"/>
                  <a:pt x="2485278" y="1055429"/>
                  <a:pt x="2706913" y="1295646"/>
                </a:cubicBezTo>
                <a:lnTo>
                  <a:pt x="2710628" y="1303300"/>
                </a:lnTo>
                <a:cubicBezTo>
                  <a:pt x="2336201" y="1482291"/>
                  <a:pt x="2164094" y="1771886"/>
                  <a:pt x="2164094" y="2069134"/>
                </a:cubicBezTo>
                <a:cubicBezTo>
                  <a:pt x="2164094" y="2461679"/>
                  <a:pt x="2465963" y="2789294"/>
                  <a:pt x="2932262" y="2789294"/>
                </a:cubicBezTo>
                <a:cubicBezTo>
                  <a:pt x="3199710" y="2789294"/>
                  <a:pt x="3513217" y="2678690"/>
                  <a:pt x="3796018" y="2480689"/>
                </a:cubicBezTo>
                <a:lnTo>
                  <a:pt x="4025329" y="2728314"/>
                </a:lnTo>
                <a:lnTo>
                  <a:pt x="4625352" y="2728314"/>
                </a:lnTo>
                <a:lnTo>
                  <a:pt x="4625352" y="2709303"/>
                </a:lnTo>
                <a:lnTo>
                  <a:pt x="4136518" y="2172084"/>
                </a:lnTo>
                <a:close/>
                <a:moveTo>
                  <a:pt x="886786" y="2789294"/>
                </a:moveTo>
                <a:cubicBezTo>
                  <a:pt x="1525192" y="2789294"/>
                  <a:pt x="1773572" y="2408105"/>
                  <a:pt x="1773572" y="1909153"/>
                </a:cubicBezTo>
                <a:lnTo>
                  <a:pt x="1773572" y="60980"/>
                </a:lnTo>
                <a:lnTo>
                  <a:pt x="1299596" y="60980"/>
                </a:lnTo>
                <a:lnTo>
                  <a:pt x="1299596" y="2031114"/>
                </a:lnTo>
                <a:cubicBezTo>
                  <a:pt x="1299596" y="2351075"/>
                  <a:pt x="1177263" y="2541669"/>
                  <a:pt x="886786" y="2541669"/>
                </a:cubicBezTo>
                <a:cubicBezTo>
                  <a:pt x="600023" y="2541669"/>
                  <a:pt x="473976" y="2339718"/>
                  <a:pt x="473976" y="1992847"/>
                </a:cubicBezTo>
                <a:lnTo>
                  <a:pt x="473976" y="1627212"/>
                </a:lnTo>
                <a:lnTo>
                  <a:pt x="0" y="1745222"/>
                </a:lnTo>
                <a:lnTo>
                  <a:pt x="0" y="1909153"/>
                </a:lnTo>
                <a:cubicBezTo>
                  <a:pt x="0" y="2408352"/>
                  <a:pt x="248379" y="2789294"/>
                  <a:pt x="886786" y="2789294"/>
                </a:cubicBezTo>
              </a:path>
            </a:pathLst>
          </a:custGeom>
          <a:solidFill>
            <a:schemeClr val="bg1"/>
          </a:solidFill>
          <a:ln w="24751" cap="flat">
            <a:noFill/>
            <a:prstDash val="solid"/>
            <a:miter/>
          </a:ln>
        </p:spPr>
        <p:txBody>
          <a:bodyPr rtlCol="0" anchor="ctr"/>
          <a:lstStyle/>
          <a:p>
            <a:endParaRPr lang="en-GB"/>
          </a:p>
        </p:txBody>
      </p:sp>
      <p:sp>
        <p:nvSpPr>
          <p:cNvPr id="8" name="Subtitle 2">
            <a:extLst>
              <a:ext uri="{FF2B5EF4-FFF2-40B4-BE49-F238E27FC236}">
                <a16:creationId xmlns:a16="http://schemas.microsoft.com/office/drawing/2014/main" id="{CE0D41B9-C193-99A5-8526-5485CAF5031E}"/>
              </a:ext>
            </a:extLst>
          </p:cNvPr>
          <p:cNvSpPr>
            <a:spLocks noGrp="1"/>
          </p:cNvSpPr>
          <p:nvPr>
            <p:ph type="subTitle" idx="1" hasCustomPrompt="1"/>
          </p:nvPr>
        </p:nvSpPr>
        <p:spPr>
          <a:xfrm>
            <a:off x="284805" y="4889500"/>
            <a:ext cx="5760000" cy="865834"/>
          </a:xfrm>
        </p:spPr>
        <p:txBody>
          <a:bodyPr anchor="b"/>
          <a:lstStyle>
            <a:lvl1pPr marL="0" indent="0" algn="l">
              <a:lnSpc>
                <a:spcPct val="100000"/>
              </a:lnSpc>
              <a:spcBef>
                <a:spcPts val="0"/>
              </a:spcBef>
              <a:spcAft>
                <a:spcPts val="0"/>
              </a:spcAft>
              <a:buNone/>
              <a:defRPr sz="1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Supporting details. Delete if not required.</a:t>
            </a:r>
          </a:p>
        </p:txBody>
      </p:sp>
      <p:sp>
        <p:nvSpPr>
          <p:cNvPr id="9" name="Rectangle 8">
            <a:extLst>
              <a:ext uri="{FF2B5EF4-FFF2-40B4-BE49-F238E27FC236}">
                <a16:creationId xmlns:a16="http://schemas.microsoft.com/office/drawing/2014/main" id="{6733309B-1C6F-838B-4FB1-90C6D8B4502F}"/>
              </a:ext>
            </a:extLst>
          </p:cNvPr>
          <p:cNvSpPr/>
          <p:nvPr userDrawn="1"/>
        </p:nvSpPr>
        <p:spPr>
          <a:xfrm>
            <a:off x="10186988" y="0"/>
            <a:ext cx="2005012" cy="457543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n-lt"/>
            </a:endParaRPr>
          </a:p>
        </p:txBody>
      </p:sp>
      <p:pic>
        <p:nvPicPr>
          <p:cNvPr id="3" name="Graphic 2">
            <a:extLst>
              <a:ext uri="{FF2B5EF4-FFF2-40B4-BE49-F238E27FC236}">
                <a16:creationId xmlns:a16="http://schemas.microsoft.com/office/drawing/2014/main" id="{AEEBFE99-0778-DC53-A209-7ECEEA271C5D}"/>
              </a:ext>
            </a:extLst>
          </p:cNvPr>
          <p:cNvPicPr>
            <a:picLocks noChangeAspect="1"/>
          </p:cNvPicPr>
          <p:nvPr userDrawn="1"/>
        </p:nvPicPr>
        <p:blipFill>
          <a:blip>
            <a:lum bright="100000"/>
            <a:extLst>
              <a:ext uri="{96DAC541-7B7A-43D3-8B79-37D633B846F1}">
                <asvg:svgBlip xmlns:asvg="http://schemas.microsoft.com/office/drawing/2016/SVG/main" r:embed="rId2"/>
              </a:ext>
            </a:extLst>
          </a:blip>
          <a:stretch>
            <a:fillRect/>
          </a:stretch>
        </p:blipFill>
        <p:spPr>
          <a:xfrm>
            <a:off x="10612438" y="6396841"/>
            <a:ext cx="787400" cy="190500"/>
          </a:xfrm>
          <a:prstGeom prst="rect">
            <a:avLst/>
          </a:prstGeom>
        </p:spPr>
      </p:pic>
    </p:spTree>
    <p:extLst>
      <p:ext uri="{BB962C8B-B14F-4D97-AF65-F5344CB8AC3E}">
        <p14:creationId xmlns:p14="http://schemas.microsoft.com/office/powerpoint/2010/main" val="8708776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Section Header Gray">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B8AD4-5298-7DA9-DDAD-3AB53AF2F9F5}"/>
              </a:ext>
            </a:extLst>
          </p:cNvPr>
          <p:cNvSpPr>
            <a:spLocks noGrp="1"/>
          </p:cNvSpPr>
          <p:nvPr>
            <p:ph type="title"/>
          </p:nvPr>
        </p:nvSpPr>
        <p:spPr>
          <a:xfrm>
            <a:off x="287338" y="266705"/>
            <a:ext cx="8674100" cy="1758623"/>
          </a:xfrm>
        </p:spPr>
        <p:txBody>
          <a:bodyPr anchor="t">
            <a:spAutoFit/>
          </a:bodyPr>
          <a:lstStyle>
            <a:lvl1pPr>
              <a:lnSpc>
                <a:spcPct val="80000"/>
              </a:lnSpc>
              <a:defRPr lang="en-GB" sz="7000" b="0" i="0" kern="1200" spc="0" baseline="0" smtClean="0">
                <a:solidFill>
                  <a:schemeClr val="bg1"/>
                </a:solidFill>
                <a:latin typeface="+mj-lt"/>
                <a:ea typeface="+mj-ea"/>
                <a:cs typeface="+mj-cs"/>
              </a:defRPr>
            </a:lvl1pPr>
          </a:lstStyle>
          <a:p>
            <a:r>
              <a:rPr lang="en-US"/>
              <a:t>Click to edit Master title style</a:t>
            </a:r>
            <a:endParaRPr lang="en-GB" dirty="0"/>
          </a:p>
        </p:txBody>
      </p:sp>
      <p:sp>
        <p:nvSpPr>
          <p:cNvPr id="6" name="Slide Number Placeholder 5">
            <a:extLst>
              <a:ext uri="{FF2B5EF4-FFF2-40B4-BE49-F238E27FC236}">
                <a16:creationId xmlns:a16="http://schemas.microsoft.com/office/drawing/2014/main" id="{6F49183B-3F5F-D40F-DF08-A45F8678A099}"/>
              </a:ext>
            </a:extLst>
          </p:cNvPr>
          <p:cNvSpPr>
            <a:spLocks noGrp="1"/>
          </p:cNvSpPr>
          <p:nvPr>
            <p:ph type="sldNum" sz="quarter" idx="12"/>
          </p:nvPr>
        </p:nvSpPr>
        <p:spPr/>
        <p:txBody>
          <a:bodyPr/>
          <a:lstStyle>
            <a:lvl1pPr>
              <a:defRPr>
                <a:solidFill>
                  <a:schemeClr val="bg1"/>
                </a:solidFill>
              </a:defRPr>
            </a:lvl1pPr>
          </a:lstStyle>
          <a:p>
            <a:fld id="{AEC8D767-5246-2244-A4A3-B8AFB218393C}" type="slidenum">
              <a:rPr lang="en-GB" smtClean="0"/>
              <a:pPr/>
              <a:t>‹#›</a:t>
            </a:fld>
            <a:endParaRPr lang="en-GB"/>
          </a:p>
        </p:txBody>
      </p:sp>
      <p:sp>
        <p:nvSpPr>
          <p:cNvPr id="3" name="Text Placeholder 31">
            <a:extLst>
              <a:ext uri="{FF2B5EF4-FFF2-40B4-BE49-F238E27FC236}">
                <a16:creationId xmlns:a16="http://schemas.microsoft.com/office/drawing/2014/main" id="{4D4C34F6-671F-EEC0-FEE1-02A18D85B646}"/>
              </a:ext>
            </a:extLst>
          </p:cNvPr>
          <p:cNvSpPr>
            <a:spLocks noGrp="1"/>
          </p:cNvSpPr>
          <p:nvPr>
            <p:ph type="body" sz="quarter" idx="10" hasCustomPrompt="1"/>
          </p:nvPr>
        </p:nvSpPr>
        <p:spPr>
          <a:xfrm>
            <a:off x="287339" y="4389438"/>
            <a:ext cx="5760000" cy="1376362"/>
          </a:xfrm>
        </p:spPr>
        <p:txBody>
          <a:bodyPr anchor="b"/>
          <a:lstStyle>
            <a:lvl1pPr>
              <a:lnSpc>
                <a:spcPct val="100000"/>
              </a:lnSpc>
              <a:spcBef>
                <a:spcPts val="0"/>
              </a:spcBef>
              <a:spcAft>
                <a:spcPts val="0"/>
              </a:spcAft>
              <a:defRPr sz="1400">
                <a:solidFill>
                  <a:schemeClr val="bg1"/>
                </a:solidFill>
              </a:defRPr>
            </a:lvl1pPr>
          </a:lstStyle>
          <a:p>
            <a:r>
              <a:rPr lang="en-US" noProof="0" dirty="0"/>
              <a:t>Supporting details.</a:t>
            </a:r>
            <a:r>
              <a:rPr lang="en-GB" dirty="0"/>
              <a:t> Delete if not required. </a:t>
            </a:r>
            <a:r>
              <a:rPr lang="en-US" noProof="0" dirty="0"/>
              <a:t>Right click on background &gt; Select ‘Format background’ &gt; Select color fill to change color.</a:t>
            </a:r>
          </a:p>
        </p:txBody>
      </p:sp>
      <p:sp>
        <p:nvSpPr>
          <p:cNvPr id="4" name="Footer Placeholder 4">
            <a:extLst>
              <a:ext uri="{FF2B5EF4-FFF2-40B4-BE49-F238E27FC236}">
                <a16:creationId xmlns:a16="http://schemas.microsoft.com/office/drawing/2014/main" id="{A83A6692-6756-028A-9F7E-2811210F0747}"/>
              </a:ext>
            </a:extLst>
          </p:cNvPr>
          <p:cNvSpPr>
            <a:spLocks noGrp="1"/>
          </p:cNvSpPr>
          <p:nvPr>
            <p:ph type="ftr" sz="quarter" idx="3"/>
          </p:nvPr>
        </p:nvSpPr>
        <p:spPr>
          <a:xfrm>
            <a:off x="288259" y="5868000"/>
            <a:ext cx="1161051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bg1"/>
                </a:solidFill>
                <a:latin typeface="+mn-lt"/>
              </a:defRPr>
            </a:lvl1pPr>
          </a:lstStyle>
          <a:p>
            <a:pPr>
              <a:spcBef>
                <a:spcPts val="0"/>
              </a:spcBef>
              <a:spcAft>
                <a:spcPts val="300"/>
              </a:spcAft>
            </a:pPr>
            <a:r>
              <a:rPr lang="en-US" b="0" i="0" dirty="0">
                <a:effectLst/>
              </a:rPr>
              <a:t>Slide legal disclaimer goes here if required
Slide footer goes here if required. Turn off globally using the Header/Footer function (under the Insert menu).</a:t>
            </a:r>
          </a:p>
        </p:txBody>
      </p:sp>
      <p:sp>
        <p:nvSpPr>
          <p:cNvPr id="5" name="Graphic 8">
            <a:extLst>
              <a:ext uri="{FF2B5EF4-FFF2-40B4-BE49-F238E27FC236}">
                <a16:creationId xmlns:a16="http://schemas.microsoft.com/office/drawing/2014/main" id="{C2666627-5EC6-6B74-6176-F0B74B3F4F65}"/>
              </a:ext>
            </a:extLst>
          </p:cNvPr>
          <p:cNvSpPr>
            <a:spLocks noChangeAspect="1"/>
          </p:cNvSpPr>
          <p:nvPr userDrawn="1"/>
        </p:nvSpPr>
        <p:spPr>
          <a:xfrm>
            <a:off x="287338" y="6416675"/>
            <a:ext cx="352800" cy="149403"/>
          </a:xfrm>
          <a:custGeom>
            <a:avLst/>
            <a:gdLst>
              <a:gd name="connsiteX0" fmla="*/ 5699846 w 6586631"/>
              <a:gd name="connsiteY0" fmla="*/ 2789294 h 2789293"/>
              <a:gd name="connsiteX1" fmla="*/ 6586632 w 6586631"/>
              <a:gd name="connsiteY1" fmla="*/ 1909153 h 2789293"/>
              <a:gd name="connsiteX2" fmla="*/ 6586632 w 6586631"/>
              <a:gd name="connsiteY2" fmla="*/ 60980 h 2789293"/>
              <a:gd name="connsiteX3" fmla="*/ 6112656 w 6586631"/>
              <a:gd name="connsiteY3" fmla="*/ 60980 h 2789293"/>
              <a:gd name="connsiteX4" fmla="*/ 6112656 w 6586631"/>
              <a:gd name="connsiteY4" fmla="*/ 2031114 h 2789293"/>
              <a:gd name="connsiteX5" fmla="*/ 5699846 w 6586631"/>
              <a:gd name="connsiteY5" fmla="*/ 2541669 h 2789293"/>
              <a:gd name="connsiteX6" fmla="*/ 5287036 w 6586631"/>
              <a:gd name="connsiteY6" fmla="*/ 1992847 h 2789293"/>
              <a:gd name="connsiteX7" fmla="*/ 5287036 w 6586631"/>
              <a:gd name="connsiteY7" fmla="*/ 1627212 h 2789293"/>
              <a:gd name="connsiteX8" fmla="*/ 4813060 w 6586631"/>
              <a:gd name="connsiteY8" fmla="*/ 1745222 h 2789293"/>
              <a:gd name="connsiteX9" fmla="*/ 4813060 w 6586631"/>
              <a:gd name="connsiteY9" fmla="*/ 1909153 h 2789293"/>
              <a:gd name="connsiteX10" fmla="*/ 5699846 w 6586631"/>
              <a:gd name="connsiteY10" fmla="*/ 2789294 h 2789293"/>
              <a:gd name="connsiteX11" fmla="*/ 3177175 w 6586631"/>
              <a:gd name="connsiteY11" fmla="*/ 2511056 h 2789293"/>
              <a:gd name="connsiteX12" fmla="*/ 2584828 w 6586631"/>
              <a:gd name="connsiteY12" fmla="*/ 1897549 h 2789293"/>
              <a:gd name="connsiteX13" fmla="*/ 2817854 w 6586631"/>
              <a:gd name="connsiteY13" fmla="*/ 1413657 h 2789293"/>
              <a:gd name="connsiteX14" fmla="*/ 3681610 w 6586631"/>
              <a:gd name="connsiteY14" fmla="*/ 2354778 h 2789293"/>
              <a:gd name="connsiteX15" fmla="*/ 3177175 w 6586631"/>
              <a:gd name="connsiteY15" fmla="*/ 2511056 h 2789293"/>
              <a:gd name="connsiteX16" fmla="*/ 3639512 w 6586631"/>
              <a:gd name="connsiteY16" fmla="*/ 1147022 h 2789293"/>
              <a:gd name="connsiteX17" fmla="*/ 4140232 w 6586631"/>
              <a:gd name="connsiteY17" fmla="*/ 1634865 h 2789293"/>
              <a:gd name="connsiteX18" fmla="*/ 4017900 w 6586631"/>
              <a:gd name="connsiteY18" fmla="*/ 2042717 h 2789293"/>
              <a:gd name="connsiteX19" fmla="*/ 3268800 w 6586631"/>
              <a:gd name="connsiteY19" fmla="*/ 1219359 h 2789293"/>
              <a:gd name="connsiteX20" fmla="*/ 3639512 w 6586631"/>
              <a:gd name="connsiteY20" fmla="*/ 1147022 h 2789293"/>
              <a:gd name="connsiteX21" fmla="*/ 3177175 w 6586631"/>
              <a:gd name="connsiteY21" fmla="*/ 201951 h 2789293"/>
              <a:gd name="connsiteX22" fmla="*/ 3536495 w 6586631"/>
              <a:gd name="connsiteY22" fmla="*/ 567833 h 2789293"/>
              <a:gd name="connsiteX23" fmla="*/ 3165783 w 6586631"/>
              <a:gd name="connsiteY23" fmla="*/ 1109002 h 2789293"/>
              <a:gd name="connsiteX24" fmla="*/ 3001353 w 6586631"/>
              <a:gd name="connsiteY24" fmla="*/ 926061 h 2789293"/>
              <a:gd name="connsiteX25" fmla="*/ 2814140 w 6586631"/>
              <a:gd name="connsiteY25" fmla="*/ 548823 h 2789293"/>
              <a:gd name="connsiteX26" fmla="*/ 3177175 w 6586631"/>
              <a:gd name="connsiteY26" fmla="*/ 201951 h 2789293"/>
              <a:gd name="connsiteX27" fmla="*/ 4136518 w 6586631"/>
              <a:gd name="connsiteY27" fmla="*/ 2172084 h 2789293"/>
              <a:gd name="connsiteX28" fmla="*/ 4461417 w 6586631"/>
              <a:gd name="connsiteY28" fmla="*/ 1428964 h 2789293"/>
              <a:gd name="connsiteX29" fmla="*/ 3960696 w 6586631"/>
              <a:gd name="connsiteY29" fmla="*/ 945071 h 2789293"/>
              <a:gd name="connsiteX30" fmla="*/ 3502073 w 6586631"/>
              <a:gd name="connsiteY30" fmla="*/ 1036418 h 2789293"/>
              <a:gd name="connsiteX31" fmla="*/ 3494397 w 6586631"/>
              <a:gd name="connsiteY31" fmla="*/ 1021112 h 2789293"/>
              <a:gd name="connsiteX32" fmla="*/ 3907206 w 6586631"/>
              <a:gd name="connsiteY32" fmla="*/ 518209 h 2789293"/>
              <a:gd name="connsiteX33" fmla="*/ 3188566 w 6586631"/>
              <a:gd name="connsiteY33" fmla="*/ 0 h 2789293"/>
              <a:gd name="connsiteX34" fmla="*/ 2401082 w 6586631"/>
              <a:gd name="connsiteY34" fmla="*/ 659180 h 2789293"/>
              <a:gd name="connsiteX35" fmla="*/ 2706913 w 6586631"/>
              <a:gd name="connsiteY35" fmla="*/ 1295646 h 2789293"/>
              <a:gd name="connsiteX36" fmla="*/ 2710628 w 6586631"/>
              <a:gd name="connsiteY36" fmla="*/ 1303300 h 2789293"/>
              <a:gd name="connsiteX37" fmla="*/ 2164094 w 6586631"/>
              <a:gd name="connsiteY37" fmla="*/ 2069134 h 2789293"/>
              <a:gd name="connsiteX38" fmla="*/ 2932262 w 6586631"/>
              <a:gd name="connsiteY38" fmla="*/ 2789294 h 2789293"/>
              <a:gd name="connsiteX39" fmla="*/ 3796018 w 6586631"/>
              <a:gd name="connsiteY39" fmla="*/ 2480689 h 2789293"/>
              <a:gd name="connsiteX40" fmla="*/ 4025329 w 6586631"/>
              <a:gd name="connsiteY40" fmla="*/ 2728314 h 2789293"/>
              <a:gd name="connsiteX41" fmla="*/ 4625352 w 6586631"/>
              <a:gd name="connsiteY41" fmla="*/ 2728314 h 2789293"/>
              <a:gd name="connsiteX42" fmla="*/ 4625352 w 6586631"/>
              <a:gd name="connsiteY42" fmla="*/ 2709303 h 2789293"/>
              <a:gd name="connsiteX43" fmla="*/ 4136518 w 6586631"/>
              <a:gd name="connsiteY43" fmla="*/ 2172084 h 2789293"/>
              <a:gd name="connsiteX44" fmla="*/ 886786 w 6586631"/>
              <a:gd name="connsiteY44" fmla="*/ 2789294 h 2789293"/>
              <a:gd name="connsiteX45" fmla="*/ 1773572 w 6586631"/>
              <a:gd name="connsiteY45" fmla="*/ 1909153 h 2789293"/>
              <a:gd name="connsiteX46" fmla="*/ 1773572 w 6586631"/>
              <a:gd name="connsiteY46" fmla="*/ 60980 h 2789293"/>
              <a:gd name="connsiteX47" fmla="*/ 1299596 w 6586631"/>
              <a:gd name="connsiteY47" fmla="*/ 60980 h 2789293"/>
              <a:gd name="connsiteX48" fmla="*/ 1299596 w 6586631"/>
              <a:gd name="connsiteY48" fmla="*/ 2031114 h 2789293"/>
              <a:gd name="connsiteX49" fmla="*/ 886786 w 6586631"/>
              <a:gd name="connsiteY49" fmla="*/ 2541669 h 2789293"/>
              <a:gd name="connsiteX50" fmla="*/ 473976 w 6586631"/>
              <a:gd name="connsiteY50" fmla="*/ 1992847 h 2789293"/>
              <a:gd name="connsiteX51" fmla="*/ 473976 w 6586631"/>
              <a:gd name="connsiteY51" fmla="*/ 1627212 h 2789293"/>
              <a:gd name="connsiteX52" fmla="*/ 0 w 6586631"/>
              <a:gd name="connsiteY52" fmla="*/ 1745222 h 2789293"/>
              <a:gd name="connsiteX53" fmla="*/ 0 w 6586631"/>
              <a:gd name="connsiteY53" fmla="*/ 1909153 h 2789293"/>
              <a:gd name="connsiteX54" fmla="*/ 886786 w 6586631"/>
              <a:gd name="connsiteY54" fmla="*/ 2789294 h 27892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6586631" h="2789293">
                <a:moveTo>
                  <a:pt x="5699846" y="2789294"/>
                </a:moveTo>
                <a:cubicBezTo>
                  <a:pt x="6338253" y="2789294"/>
                  <a:pt x="6586632" y="2408105"/>
                  <a:pt x="6586632" y="1909153"/>
                </a:cubicBezTo>
                <a:lnTo>
                  <a:pt x="6586632" y="60980"/>
                </a:lnTo>
                <a:lnTo>
                  <a:pt x="6112656" y="60980"/>
                </a:lnTo>
                <a:lnTo>
                  <a:pt x="6112656" y="2031114"/>
                </a:lnTo>
                <a:cubicBezTo>
                  <a:pt x="6112656" y="2351075"/>
                  <a:pt x="5990324" y="2541669"/>
                  <a:pt x="5699846" y="2541669"/>
                </a:cubicBezTo>
                <a:cubicBezTo>
                  <a:pt x="5413083" y="2541669"/>
                  <a:pt x="5287036" y="2339718"/>
                  <a:pt x="5287036" y="1992847"/>
                </a:cubicBezTo>
                <a:lnTo>
                  <a:pt x="5287036" y="1627212"/>
                </a:lnTo>
                <a:lnTo>
                  <a:pt x="4813060" y="1745222"/>
                </a:lnTo>
                <a:lnTo>
                  <a:pt x="4813060" y="1909153"/>
                </a:lnTo>
                <a:cubicBezTo>
                  <a:pt x="4813060" y="2408352"/>
                  <a:pt x="5061440" y="2789294"/>
                  <a:pt x="5699846" y="2789294"/>
                </a:cubicBezTo>
                <a:moveTo>
                  <a:pt x="3177175" y="2511056"/>
                </a:moveTo>
                <a:cubicBezTo>
                  <a:pt x="2810177" y="2511056"/>
                  <a:pt x="2584828" y="2213808"/>
                  <a:pt x="2584828" y="1897549"/>
                </a:cubicBezTo>
                <a:cubicBezTo>
                  <a:pt x="2584828" y="1699302"/>
                  <a:pt x="2672739" y="1516361"/>
                  <a:pt x="2817854" y="1413657"/>
                </a:cubicBezTo>
                <a:lnTo>
                  <a:pt x="3681610" y="2354778"/>
                </a:lnTo>
                <a:cubicBezTo>
                  <a:pt x="3521141" y="2450075"/>
                  <a:pt x="3341358" y="2511056"/>
                  <a:pt x="3177175" y="2511056"/>
                </a:cubicBezTo>
                <a:moveTo>
                  <a:pt x="3639512" y="1147022"/>
                </a:moveTo>
                <a:cubicBezTo>
                  <a:pt x="3949057" y="1147022"/>
                  <a:pt x="4140232" y="1326013"/>
                  <a:pt x="4140232" y="1634865"/>
                </a:cubicBezTo>
                <a:cubicBezTo>
                  <a:pt x="4140232" y="1772132"/>
                  <a:pt x="4102096" y="1913103"/>
                  <a:pt x="4017900" y="2042717"/>
                </a:cubicBezTo>
                <a:lnTo>
                  <a:pt x="3268800" y="1219359"/>
                </a:lnTo>
                <a:cubicBezTo>
                  <a:pt x="3402524" y="1166032"/>
                  <a:pt x="3532533" y="1147022"/>
                  <a:pt x="3639512" y="1147022"/>
                </a:cubicBezTo>
                <a:moveTo>
                  <a:pt x="3177175" y="201951"/>
                </a:moveTo>
                <a:cubicBezTo>
                  <a:pt x="3402771" y="201951"/>
                  <a:pt x="3536495" y="331565"/>
                  <a:pt x="3536495" y="567833"/>
                </a:cubicBezTo>
                <a:cubicBezTo>
                  <a:pt x="3536495" y="785091"/>
                  <a:pt x="3429516" y="990745"/>
                  <a:pt x="3165783" y="1109002"/>
                </a:cubicBezTo>
                <a:lnTo>
                  <a:pt x="3001353" y="926061"/>
                </a:lnTo>
                <a:cubicBezTo>
                  <a:pt x="2855990" y="766081"/>
                  <a:pt x="2814140" y="666833"/>
                  <a:pt x="2814140" y="548823"/>
                </a:cubicBezTo>
                <a:cubicBezTo>
                  <a:pt x="2813892" y="327615"/>
                  <a:pt x="2955292" y="201951"/>
                  <a:pt x="3177175" y="201951"/>
                </a:cubicBezTo>
                <a:moveTo>
                  <a:pt x="4136518" y="2172084"/>
                </a:moveTo>
                <a:cubicBezTo>
                  <a:pt x="4343047" y="1928163"/>
                  <a:pt x="4461417" y="1661528"/>
                  <a:pt x="4461417" y="1428964"/>
                </a:cubicBezTo>
                <a:cubicBezTo>
                  <a:pt x="4461417" y="1139369"/>
                  <a:pt x="4266527" y="945071"/>
                  <a:pt x="3960696" y="945071"/>
                </a:cubicBezTo>
                <a:cubicBezTo>
                  <a:pt x="3800228" y="945071"/>
                  <a:pt x="3620443" y="990745"/>
                  <a:pt x="3502073" y="1036418"/>
                </a:cubicBezTo>
                <a:lnTo>
                  <a:pt x="3494397" y="1021112"/>
                </a:lnTo>
                <a:cubicBezTo>
                  <a:pt x="3784874" y="864834"/>
                  <a:pt x="3907206" y="720160"/>
                  <a:pt x="3907206" y="518209"/>
                </a:cubicBezTo>
                <a:cubicBezTo>
                  <a:pt x="3907206" y="228614"/>
                  <a:pt x="3647188" y="0"/>
                  <a:pt x="3188566" y="0"/>
                </a:cubicBezTo>
                <a:cubicBezTo>
                  <a:pt x="2661100" y="0"/>
                  <a:pt x="2401082" y="293545"/>
                  <a:pt x="2401082" y="659180"/>
                </a:cubicBezTo>
                <a:cubicBezTo>
                  <a:pt x="2401082" y="857428"/>
                  <a:pt x="2485278" y="1055429"/>
                  <a:pt x="2706913" y="1295646"/>
                </a:cubicBezTo>
                <a:lnTo>
                  <a:pt x="2710628" y="1303300"/>
                </a:lnTo>
                <a:cubicBezTo>
                  <a:pt x="2336201" y="1482291"/>
                  <a:pt x="2164094" y="1771886"/>
                  <a:pt x="2164094" y="2069134"/>
                </a:cubicBezTo>
                <a:cubicBezTo>
                  <a:pt x="2164094" y="2461679"/>
                  <a:pt x="2465963" y="2789294"/>
                  <a:pt x="2932262" y="2789294"/>
                </a:cubicBezTo>
                <a:cubicBezTo>
                  <a:pt x="3199710" y="2789294"/>
                  <a:pt x="3513217" y="2678690"/>
                  <a:pt x="3796018" y="2480689"/>
                </a:cubicBezTo>
                <a:lnTo>
                  <a:pt x="4025329" y="2728314"/>
                </a:lnTo>
                <a:lnTo>
                  <a:pt x="4625352" y="2728314"/>
                </a:lnTo>
                <a:lnTo>
                  <a:pt x="4625352" y="2709303"/>
                </a:lnTo>
                <a:lnTo>
                  <a:pt x="4136518" y="2172084"/>
                </a:lnTo>
                <a:close/>
                <a:moveTo>
                  <a:pt x="886786" y="2789294"/>
                </a:moveTo>
                <a:cubicBezTo>
                  <a:pt x="1525192" y="2789294"/>
                  <a:pt x="1773572" y="2408105"/>
                  <a:pt x="1773572" y="1909153"/>
                </a:cubicBezTo>
                <a:lnTo>
                  <a:pt x="1773572" y="60980"/>
                </a:lnTo>
                <a:lnTo>
                  <a:pt x="1299596" y="60980"/>
                </a:lnTo>
                <a:lnTo>
                  <a:pt x="1299596" y="2031114"/>
                </a:lnTo>
                <a:cubicBezTo>
                  <a:pt x="1299596" y="2351075"/>
                  <a:pt x="1177263" y="2541669"/>
                  <a:pt x="886786" y="2541669"/>
                </a:cubicBezTo>
                <a:cubicBezTo>
                  <a:pt x="600023" y="2541669"/>
                  <a:pt x="473976" y="2339718"/>
                  <a:pt x="473976" y="1992847"/>
                </a:cubicBezTo>
                <a:lnTo>
                  <a:pt x="473976" y="1627212"/>
                </a:lnTo>
                <a:lnTo>
                  <a:pt x="0" y="1745222"/>
                </a:lnTo>
                <a:lnTo>
                  <a:pt x="0" y="1909153"/>
                </a:lnTo>
                <a:cubicBezTo>
                  <a:pt x="0" y="2408352"/>
                  <a:pt x="248379" y="2789294"/>
                  <a:pt x="886786" y="2789294"/>
                </a:cubicBezTo>
              </a:path>
            </a:pathLst>
          </a:custGeom>
          <a:solidFill>
            <a:schemeClr val="bg1"/>
          </a:solidFill>
          <a:ln w="24751" cap="flat">
            <a:noFill/>
            <a:prstDash val="solid"/>
            <a:miter/>
          </a:ln>
        </p:spPr>
        <p:txBody>
          <a:bodyPr rtlCol="0" anchor="ctr"/>
          <a:lstStyle/>
          <a:p>
            <a:endParaRPr lang="en-GB"/>
          </a:p>
        </p:txBody>
      </p:sp>
      <p:pic>
        <p:nvPicPr>
          <p:cNvPr id="7" name="Graphic 6">
            <a:extLst>
              <a:ext uri="{FF2B5EF4-FFF2-40B4-BE49-F238E27FC236}">
                <a16:creationId xmlns:a16="http://schemas.microsoft.com/office/drawing/2014/main" id="{E166B3DA-D50A-BDD2-1CA8-834E493DC61B}"/>
              </a:ext>
            </a:extLst>
          </p:cNvPr>
          <p:cNvPicPr>
            <a:picLocks noChangeAspect="1"/>
          </p:cNvPicPr>
          <p:nvPr userDrawn="1"/>
        </p:nvPicPr>
        <p:blipFill>
          <a:blip>
            <a:lum bright="100000"/>
            <a:extLst>
              <a:ext uri="{96DAC541-7B7A-43D3-8B79-37D633B846F1}">
                <asvg:svgBlip xmlns:asvg="http://schemas.microsoft.com/office/drawing/2016/SVG/main" r:embed="rId2"/>
              </a:ext>
            </a:extLst>
          </a:blip>
          <a:stretch>
            <a:fillRect/>
          </a:stretch>
        </p:blipFill>
        <p:spPr>
          <a:xfrm>
            <a:off x="10612438" y="6396841"/>
            <a:ext cx="787400" cy="190500"/>
          </a:xfrm>
          <a:prstGeom prst="rect">
            <a:avLst/>
          </a:prstGeom>
        </p:spPr>
      </p:pic>
    </p:spTree>
    <p:extLst>
      <p:ext uri="{BB962C8B-B14F-4D97-AF65-F5344CB8AC3E}">
        <p14:creationId xmlns:p14="http://schemas.microsoft.com/office/powerpoint/2010/main" val="13840730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Section Header with Full Image">
    <p:bg>
      <p:bgPr>
        <a:solidFill>
          <a:schemeClr val="bg1"/>
        </a:solidFill>
        <a:effectLst/>
      </p:bgPr>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A6BED0E8-5F3C-7ED5-6D85-7ADCF623965A}"/>
              </a:ext>
            </a:extLst>
          </p:cNvPr>
          <p:cNvSpPr>
            <a:spLocks noGrp="1"/>
          </p:cNvSpPr>
          <p:nvPr>
            <p:ph type="pic" sz="quarter" idx="13" hasCustomPrompt="1"/>
          </p:nvPr>
        </p:nvSpPr>
        <p:spPr>
          <a:xfrm>
            <a:off x="0" y="0"/>
            <a:ext cx="12192000" cy="6858000"/>
          </a:xfrm>
          <a:solidFill>
            <a:srgbClr val="F6F3F2"/>
          </a:solidFill>
        </p:spPr>
        <p:txBody>
          <a:bodyPr anchor="ctr"/>
          <a:lstStyle>
            <a:lvl1pPr algn="ctr">
              <a:defRPr b="0" i="0">
                <a:latin typeface="+mn-lt"/>
              </a:defRPr>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 If using a title over the image, ensure the text is legible. Double click the image to adjust crop and scale.</a:t>
            </a:r>
          </a:p>
        </p:txBody>
      </p:sp>
      <p:sp>
        <p:nvSpPr>
          <p:cNvPr id="2" name="Title 1">
            <a:extLst>
              <a:ext uri="{FF2B5EF4-FFF2-40B4-BE49-F238E27FC236}">
                <a16:creationId xmlns:a16="http://schemas.microsoft.com/office/drawing/2014/main" id="{199B8AD4-5298-7DA9-DDAD-3AB53AF2F9F5}"/>
              </a:ext>
            </a:extLst>
          </p:cNvPr>
          <p:cNvSpPr>
            <a:spLocks noGrp="1"/>
          </p:cNvSpPr>
          <p:nvPr>
            <p:ph type="title"/>
          </p:nvPr>
        </p:nvSpPr>
        <p:spPr>
          <a:xfrm>
            <a:off x="289384" y="270000"/>
            <a:ext cx="8672054" cy="1758623"/>
          </a:xfrm>
        </p:spPr>
        <p:txBody>
          <a:bodyPr anchor="t">
            <a:spAutoFit/>
          </a:bodyPr>
          <a:lstStyle>
            <a:lvl1pPr>
              <a:lnSpc>
                <a:spcPct val="80000"/>
              </a:lnSpc>
              <a:defRPr lang="en-GB" sz="7000" b="0" i="0" kern="1200" spc="0" baseline="0" dirty="0" smtClean="0">
                <a:solidFill>
                  <a:schemeClr val="tx1"/>
                </a:solidFill>
                <a:latin typeface="+mj-lt"/>
                <a:ea typeface="+mj-ea"/>
                <a:cs typeface="+mj-cs"/>
              </a:defRPr>
            </a:lvl1pPr>
          </a:lstStyle>
          <a:p>
            <a:r>
              <a:rPr lang="en-US"/>
              <a:t>Click to edit Master title style</a:t>
            </a:r>
            <a:endParaRPr lang="en-GB" dirty="0"/>
          </a:p>
        </p:txBody>
      </p:sp>
      <p:sp>
        <p:nvSpPr>
          <p:cNvPr id="6" name="Slide Number Placeholder 5">
            <a:extLst>
              <a:ext uri="{FF2B5EF4-FFF2-40B4-BE49-F238E27FC236}">
                <a16:creationId xmlns:a16="http://schemas.microsoft.com/office/drawing/2014/main" id="{6F49183B-3F5F-D40F-DF08-A45F8678A099}"/>
              </a:ext>
            </a:extLst>
          </p:cNvPr>
          <p:cNvSpPr>
            <a:spLocks noGrp="1"/>
          </p:cNvSpPr>
          <p:nvPr>
            <p:ph type="sldNum" sz="quarter" idx="12"/>
          </p:nvPr>
        </p:nvSpPr>
        <p:spPr/>
        <p:txBody>
          <a:bodyPr/>
          <a:lstStyle>
            <a:lvl1pPr>
              <a:defRPr>
                <a:solidFill>
                  <a:schemeClr val="tx1"/>
                </a:solidFill>
              </a:defRPr>
            </a:lvl1pPr>
          </a:lstStyle>
          <a:p>
            <a:fld id="{AEC8D767-5246-2244-A4A3-B8AFB218393C}" type="slidenum">
              <a:rPr lang="en-GB" smtClean="0"/>
              <a:pPr/>
              <a:t>‹#›</a:t>
            </a:fld>
            <a:endParaRPr lang="en-GB" dirty="0"/>
          </a:p>
        </p:txBody>
      </p:sp>
      <p:sp>
        <p:nvSpPr>
          <p:cNvPr id="3" name="Footer Placeholder 4">
            <a:extLst>
              <a:ext uri="{FF2B5EF4-FFF2-40B4-BE49-F238E27FC236}">
                <a16:creationId xmlns:a16="http://schemas.microsoft.com/office/drawing/2014/main" id="{9491BFCC-4CF5-814A-036A-AA78247FF396}"/>
              </a:ext>
            </a:extLst>
          </p:cNvPr>
          <p:cNvSpPr>
            <a:spLocks noGrp="1"/>
          </p:cNvSpPr>
          <p:nvPr>
            <p:ph type="ftr" sz="quarter" idx="3"/>
          </p:nvPr>
        </p:nvSpPr>
        <p:spPr>
          <a:xfrm>
            <a:off x="288259" y="5868000"/>
            <a:ext cx="1161051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b="0" i="0" dirty="0">
                <a:effectLst/>
              </a:rPr>
              <a:t>Slide legal disclaimer goes here if required
Slide footer goes here if required. Turn off globally using the Header/Footer function (under the Insert menu).</a:t>
            </a:r>
          </a:p>
        </p:txBody>
      </p:sp>
      <p:sp>
        <p:nvSpPr>
          <p:cNvPr id="10" name="SmartArt Placeholder 9">
            <a:extLst>
              <a:ext uri="{FF2B5EF4-FFF2-40B4-BE49-F238E27FC236}">
                <a16:creationId xmlns:a16="http://schemas.microsoft.com/office/drawing/2014/main" id="{5A280A0E-8ABE-87F1-05FC-BB3C20B16178}"/>
              </a:ext>
            </a:extLst>
          </p:cNvPr>
          <p:cNvSpPr>
            <a:spLocks noGrp="1"/>
          </p:cNvSpPr>
          <p:nvPr>
            <p:ph type="dgm" sz="quarter" idx="14" hasCustomPrompt="1"/>
          </p:nvPr>
        </p:nvSpPr>
        <p:spPr>
          <a:xfrm>
            <a:off x="287338" y="6416675"/>
            <a:ext cx="352800" cy="149403"/>
          </a:xfrm>
          <a:custGeom>
            <a:avLst/>
            <a:gdLst>
              <a:gd name="connsiteX0" fmla="*/ 150933 w 352800"/>
              <a:gd name="connsiteY0" fmla="*/ 75720 h 149403"/>
              <a:gd name="connsiteX1" fmla="*/ 138451 w 352800"/>
              <a:gd name="connsiteY1" fmla="*/ 101639 h 149403"/>
              <a:gd name="connsiteX2" fmla="*/ 170179 w 352800"/>
              <a:gd name="connsiteY2" fmla="*/ 134500 h 149403"/>
              <a:gd name="connsiteX3" fmla="*/ 197198 w 352800"/>
              <a:gd name="connsiteY3" fmla="*/ 126129 h 149403"/>
              <a:gd name="connsiteX4" fmla="*/ 194943 w 352800"/>
              <a:gd name="connsiteY4" fmla="*/ 61438 h 149403"/>
              <a:gd name="connsiteX5" fmla="*/ 175087 w 352800"/>
              <a:gd name="connsiteY5" fmla="*/ 65313 h 149403"/>
              <a:gd name="connsiteX6" fmla="*/ 215211 w 352800"/>
              <a:gd name="connsiteY6" fmla="*/ 109414 h 149403"/>
              <a:gd name="connsiteX7" fmla="*/ 221763 w 352800"/>
              <a:gd name="connsiteY7" fmla="*/ 87569 h 149403"/>
              <a:gd name="connsiteX8" fmla="*/ 194943 w 352800"/>
              <a:gd name="connsiteY8" fmla="*/ 61438 h 149403"/>
              <a:gd name="connsiteX9" fmla="*/ 170179 w 352800"/>
              <a:gd name="connsiteY9" fmla="*/ 10817 h 149403"/>
              <a:gd name="connsiteX10" fmla="*/ 150734 w 352800"/>
              <a:gd name="connsiteY10" fmla="*/ 29397 h 149403"/>
              <a:gd name="connsiteX11" fmla="*/ 160762 w 352800"/>
              <a:gd name="connsiteY11" fmla="*/ 49603 h 149403"/>
              <a:gd name="connsiteX12" fmla="*/ 169569 w 352800"/>
              <a:gd name="connsiteY12" fmla="*/ 59402 h 149403"/>
              <a:gd name="connsiteX13" fmla="*/ 189425 w 352800"/>
              <a:gd name="connsiteY13" fmla="*/ 30415 h 149403"/>
              <a:gd name="connsiteX14" fmla="*/ 170179 w 352800"/>
              <a:gd name="connsiteY14" fmla="*/ 10817 h 149403"/>
              <a:gd name="connsiteX15" fmla="*/ 327413 w 352800"/>
              <a:gd name="connsiteY15" fmla="*/ 3267 h 149403"/>
              <a:gd name="connsiteX16" fmla="*/ 352800 w 352800"/>
              <a:gd name="connsiteY16" fmla="*/ 3267 h 149403"/>
              <a:gd name="connsiteX17" fmla="*/ 352800 w 352800"/>
              <a:gd name="connsiteY17" fmla="*/ 102260 h 149403"/>
              <a:gd name="connsiteX18" fmla="*/ 305301 w 352800"/>
              <a:gd name="connsiteY18" fmla="*/ 149403 h 149403"/>
              <a:gd name="connsiteX19" fmla="*/ 257802 w 352800"/>
              <a:gd name="connsiteY19" fmla="*/ 102260 h 149403"/>
              <a:gd name="connsiteX20" fmla="*/ 257802 w 352800"/>
              <a:gd name="connsiteY20" fmla="*/ 93480 h 149403"/>
              <a:gd name="connsiteX21" fmla="*/ 283190 w 352800"/>
              <a:gd name="connsiteY21" fmla="*/ 87159 h 149403"/>
              <a:gd name="connsiteX22" fmla="*/ 283190 w 352800"/>
              <a:gd name="connsiteY22" fmla="*/ 106743 h 149403"/>
              <a:gd name="connsiteX23" fmla="*/ 305301 w 352800"/>
              <a:gd name="connsiteY23" fmla="*/ 136140 h 149403"/>
              <a:gd name="connsiteX24" fmla="*/ 327413 w 352800"/>
              <a:gd name="connsiteY24" fmla="*/ 108793 h 149403"/>
              <a:gd name="connsiteX25" fmla="*/ 69610 w 352800"/>
              <a:gd name="connsiteY25" fmla="*/ 3267 h 149403"/>
              <a:gd name="connsiteX26" fmla="*/ 94998 w 352800"/>
              <a:gd name="connsiteY26" fmla="*/ 3267 h 149403"/>
              <a:gd name="connsiteX27" fmla="*/ 94998 w 352800"/>
              <a:gd name="connsiteY27" fmla="*/ 102260 h 149403"/>
              <a:gd name="connsiteX28" fmla="*/ 47499 w 352800"/>
              <a:gd name="connsiteY28" fmla="*/ 149403 h 149403"/>
              <a:gd name="connsiteX29" fmla="*/ 0 w 352800"/>
              <a:gd name="connsiteY29" fmla="*/ 102260 h 149403"/>
              <a:gd name="connsiteX30" fmla="*/ 0 w 352800"/>
              <a:gd name="connsiteY30" fmla="*/ 93480 h 149403"/>
              <a:gd name="connsiteX31" fmla="*/ 25388 w 352800"/>
              <a:gd name="connsiteY31" fmla="*/ 87159 h 149403"/>
              <a:gd name="connsiteX32" fmla="*/ 25388 w 352800"/>
              <a:gd name="connsiteY32" fmla="*/ 106743 h 149403"/>
              <a:gd name="connsiteX33" fmla="*/ 47499 w 352800"/>
              <a:gd name="connsiteY33" fmla="*/ 136140 h 149403"/>
              <a:gd name="connsiteX34" fmla="*/ 69610 w 352800"/>
              <a:gd name="connsiteY34" fmla="*/ 108793 h 149403"/>
              <a:gd name="connsiteX35" fmla="*/ 170789 w 352800"/>
              <a:gd name="connsiteY35" fmla="*/ 0 h 149403"/>
              <a:gd name="connsiteX36" fmla="*/ 209282 w 352800"/>
              <a:gd name="connsiteY36" fmla="*/ 27757 h 149403"/>
              <a:gd name="connsiteX37" fmla="*/ 187171 w 352800"/>
              <a:gd name="connsiteY37" fmla="*/ 54694 h 149403"/>
              <a:gd name="connsiteX38" fmla="*/ 187582 w 352800"/>
              <a:gd name="connsiteY38" fmla="*/ 55514 h 149403"/>
              <a:gd name="connsiteX39" fmla="*/ 212147 w 352800"/>
              <a:gd name="connsiteY39" fmla="*/ 50621 h 149403"/>
              <a:gd name="connsiteX40" fmla="*/ 238967 w 352800"/>
              <a:gd name="connsiteY40" fmla="*/ 76540 h 149403"/>
              <a:gd name="connsiteX41" fmla="*/ 221565 w 352800"/>
              <a:gd name="connsiteY41" fmla="*/ 116344 h 149403"/>
              <a:gd name="connsiteX42" fmla="*/ 247748 w 352800"/>
              <a:gd name="connsiteY42" fmla="*/ 145119 h 149403"/>
              <a:gd name="connsiteX43" fmla="*/ 247748 w 352800"/>
              <a:gd name="connsiteY43" fmla="*/ 146137 h 149403"/>
              <a:gd name="connsiteX44" fmla="*/ 215609 w 352800"/>
              <a:gd name="connsiteY44" fmla="*/ 146137 h 149403"/>
              <a:gd name="connsiteX45" fmla="*/ 203326 w 352800"/>
              <a:gd name="connsiteY45" fmla="*/ 132873 h 149403"/>
              <a:gd name="connsiteX46" fmla="*/ 157061 w 352800"/>
              <a:gd name="connsiteY46" fmla="*/ 149403 h 149403"/>
              <a:gd name="connsiteX47" fmla="*/ 115915 w 352800"/>
              <a:gd name="connsiteY47" fmla="*/ 110829 h 149403"/>
              <a:gd name="connsiteX48" fmla="*/ 145190 w 352800"/>
              <a:gd name="connsiteY48" fmla="*/ 69809 h 149403"/>
              <a:gd name="connsiteX49" fmla="*/ 144991 w 352800"/>
              <a:gd name="connsiteY49" fmla="*/ 69399 h 149403"/>
              <a:gd name="connsiteX50" fmla="*/ 128609 w 352800"/>
              <a:gd name="connsiteY50" fmla="*/ 35308 h 149403"/>
              <a:gd name="connsiteX51" fmla="*/ 170789 w 352800"/>
              <a:gd name="connsiteY51" fmla="*/ 0 h 1494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352800" h="149403">
                <a:moveTo>
                  <a:pt x="150933" y="75720"/>
                </a:moveTo>
                <a:cubicBezTo>
                  <a:pt x="143160" y="81221"/>
                  <a:pt x="138451" y="91020"/>
                  <a:pt x="138451" y="101639"/>
                </a:cubicBezTo>
                <a:cubicBezTo>
                  <a:pt x="138451" y="118579"/>
                  <a:pt x="150522" y="134500"/>
                  <a:pt x="170179" y="134500"/>
                </a:cubicBezTo>
                <a:cubicBezTo>
                  <a:pt x="178973" y="134500"/>
                  <a:pt x="188603" y="131234"/>
                  <a:pt x="197198" y="126129"/>
                </a:cubicBezTo>
                <a:close/>
                <a:moveTo>
                  <a:pt x="194943" y="61438"/>
                </a:moveTo>
                <a:cubicBezTo>
                  <a:pt x="189213" y="61438"/>
                  <a:pt x="182250" y="62456"/>
                  <a:pt x="175087" y="65313"/>
                </a:cubicBezTo>
                <a:lnTo>
                  <a:pt x="215211" y="109414"/>
                </a:lnTo>
                <a:cubicBezTo>
                  <a:pt x="219721" y="102472"/>
                  <a:pt x="221763" y="94921"/>
                  <a:pt x="221763" y="87569"/>
                </a:cubicBezTo>
                <a:cubicBezTo>
                  <a:pt x="221763" y="71026"/>
                  <a:pt x="211524" y="61438"/>
                  <a:pt x="194943" y="61438"/>
                </a:cubicBezTo>
                <a:close/>
                <a:moveTo>
                  <a:pt x="170179" y="10817"/>
                </a:moveTo>
                <a:cubicBezTo>
                  <a:pt x="158294" y="10817"/>
                  <a:pt x="150721" y="17548"/>
                  <a:pt x="150734" y="29397"/>
                </a:cubicBezTo>
                <a:cubicBezTo>
                  <a:pt x="150734" y="35718"/>
                  <a:pt x="152976" y="41034"/>
                  <a:pt x="160762" y="49603"/>
                </a:cubicBezTo>
                <a:lnTo>
                  <a:pt x="169569" y="59402"/>
                </a:lnTo>
                <a:cubicBezTo>
                  <a:pt x="183695" y="53068"/>
                  <a:pt x="189425" y="42052"/>
                  <a:pt x="189425" y="30415"/>
                </a:cubicBezTo>
                <a:cubicBezTo>
                  <a:pt x="189425" y="17760"/>
                  <a:pt x="182263" y="10817"/>
                  <a:pt x="170179" y="10817"/>
                </a:cubicBezTo>
                <a:close/>
                <a:moveTo>
                  <a:pt x="327413" y="3267"/>
                </a:moveTo>
                <a:lnTo>
                  <a:pt x="352800" y="3267"/>
                </a:lnTo>
                <a:lnTo>
                  <a:pt x="352800" y="102260"/>
                </a:lnTo>
                <a:cubicBezTo>
                  <a:pt x="352800" y="128986"/>
                  <a:pt x="339496" y="149403"/>
                  <a:pt x="305301" y="149403"/>
                </a:cubicBezTo>
                <a:cubicBezTo>
                  <a:pt x="271106" y="149403"/>
                  <a:pt x="257802" y="128999"/>
                  <a:pt x="257802" y="102260"/>
                </a:cubicBezTo>
                <a:lnTo>
                  <a:pt x="257802" y="93480"/>
                </a:lnTo>
                <a:lnTo>
                  <a:pt x="283190" y="87159"/>
                </a:lnTo>
                <a:lnTo>
                  <a:pt x="283190" y="106743"/>
                </a:lnTo>
                <a:cubicBezTo>
                  <a:pt x="283190" y="125323"/>
                  <a:pt x="289941" y="136140"/>
                  <a:pt x="305301" y="136140"/>
                </a:cubicBezTo>
                <a:cubicBezTo>
                  <a:pt x="320860" y="136140"/>
                  <a:pt x="327413" y="125931"/>
                  <a:pt x="327413" y="108793"/>
                </a:cubicBezTo>
                <a:close/>
                <a:moveTo>
                  <a:pt x="69610" y="3267"/>
                </a:moveTo>
                <a:lnTo>
                  <a:pt x="94998" y="3267"/>
                </a:lnTo>
                <a:lnTo>
                  <a:pt x="94998" y="102260"/>
                </a:lnTo>
                <a:cubicBezTo>
                  <a:pt x="94998" y="128986"/>
                  <a:pt x="81694" y="149403"/>
                  <a:pt x="47499" y="149403"/>
                </a:cubicBezTo>
                <a:cubicBezTo>
                  <a:pt x="13304" y="149403"/>
                  <a:pt x="0" y="128999"/>
                  <a:pt x="0" y="102260"/>
                </a:cubicBezTo>
                <a:lnTo>
                  <a:pt x="0" y="93480"/>
                </a:lnTo>
                <a:lnTo>
                  <a:pt x="25388" y="87159"/>
                </a:lnTo>
                <a:lnTo>
                  <a:pt x="25388" y="106743"/>
                </a:lnTo>
                <a:cubicBezTo>
                  <a:pt x="25388" y="125323"/>
                  <a:pt x="32139" y="136140"/>
                  <a:pt x="47499" y="136140"/>
                </a:cubicBezTo>
                <a:cubicBezTo>
                  <a:pt x="63058" y="136140"/>
                  <a:pt x="69610" y="125931"/>
                  <a:pt x="69610" y="108793"/>
                </a:cubicBezTo>
                <a:close/>
                <a:moveTo>
                  <a:pt x="170789" y="0"/>
                </a:moveTo>
                <a:cubicBezTo>
                  <a:pt x="195355" y="0"/>
                  <a:pt x="209282" y="12246"/>
                  <a:pt x="209282" y="27757"/>
                </a:cubicBezTo>
                <a:cubicBezTo>
                  <a:pt x="209282" y="38574"/>
                  <a:pt x="202729" y="46323"/>
                  <a:pt x="187171" y="54694"/>
                </a:cubicBezTo>
                <a:lnTo>
                  <a:pt x="187582" y="55514"/>
                </a:lnTo>
                <a:cubicBezTo>
                  <a:pt x="193922" y="53068"/>
                  <a:pt x="203552" y="50621"/>
                  <a:pt x="212147" y="50621"/>
                </a:cubicBezTo>
                <a:cubicBezTo>
                  <a:pt x="228528" y="50621"/>
                  <a:pt x="238967" y="61028"/>
                  <a:pt x="238967" y="76540"/>
                </a:cubicBezTo>
                <a:cubicBezTo>
                  <a:pt x="238967" y="88997"/>
                  <a:pt x="232627" y="103279"/>
                  <a:pt x="221565" y="116344"/>
                </a:cubicBezTo>
                <a:lnTo>
                  <a:pt x="247748" y="145119"/>
                </a:lnTo>
                <a:lnTo>
                  <a:pt x="247748" y="146137"/>
                </a:lnTo>
                <a:lnTo>
                  <a:pt x="215609" y="146137"/>
                </a:lnTo>
                <a:lnTo>
                  <a:pt x="203326" y="132873"/>
                </a:lnTo>
                <a:cubicBezTo>
                  <a:pt x="188179" y="143479"/>
                  <a:pt x="171386" y="149403"/>
                  <a:pt x="157061" y="149403"/>
                </a:cubicBezTo>
                <a:cubicBezTo>
                  <a:pt x="132085" y="149403"/>
                  <a:pt x="115915" y="131855"/>
                  <a:pt x="115915" y="110829"/>
                </a:cubicBezTo>
                <a:cubicBezTo>
                  <a:pt x="115915" y="94908"/>
                  <a:pt x="125134" y="79396"/>
                  <a:pt x="145190" y="69809"/>
                </a:cubicBezTo>
                <a:lnTo>
                  <a:pt x="144991" y="69399"/>
                </a:lnTo>
                <a:cubicBezTo>
                  <a:pt x="133119" y="56532"/>
                  <a:pt x="128609" y="45927"/>
                  <a:pt x="128609" y="35308"/>
                </a:cubicBezTo>
                <a:cubicBezTo>
                  <a:pt x="128609" y="15723"/>
                  <a:pt x="142537" y="0"/>
                  <a:pt x="170789" y="0"/>
                </a:cubicBezTo>
                <a:close/>
              </a:path>
            </a:pathLst>
          </a:custGeom>
          <a:solidFill>
            <a:schemeClr val="accent1"/>
          </a:solidFill>
        </p:spPr>
        <p:txBody>
          <a:bodyPr wrap="square">
            <a:noAutofit/>
          </a:bodyPr>
          <a:lstStyle/>
          <a:p>
            <a:r>
              <a:rPr lang="en-US" dirty="0"/>
              <a:t>  </a:t>
            </a:r>
          </a:p>
        </p:txBody>
      </p:sp>
      <p:sp>
        <p:nvSpPr>
          <p:cNvPr id="4" name="Subtitle 2">
            <a:extLst>
              <a:ext uri="{FF2B5EF4-FFF2-40B4-BE49-F238E27FC236}">
                <a16:creationId xmlns:a16="http://schemas.microsoft.com/office/drawing/2014/main" id="{ED7FA108-29C1-EF3A-0837-89432CE7B9CC}"/>
              </a:ext>
            </a:extLst>
          </p:cNvPr>
          <p:cNvSpPr>
            <a:spLocks noGrp="1"/>
          </p:cNvSpPr>
          <p:nvPr>
            <p:ph type="subTitle" idx="1" hasCustomPrompt="1"/>
          </p:nvPr>
        </p:nvSpPr>
        <p:spPr>
          <a:xfrm>
            <a:off x="284805" y="4889500"/>
            <a:ext cx="5760000" cy="865834"/>
          </a:xfrm>
        </p:spPr>
        <p:txBody>
          <a:bodyPr anchor="b"/>
          <a:lstStyle>
            <a:lvl1pPr marL="0" indent="0" algn="l">
              <a:lnSpc>
                <a:spcPct val="100000"/>
              </a:lnSpc>
              <a:spcBef>
                <a:spcPts val="0"/>
              </a:spcBef>
              <a:spcAft>
                <a:spcPts val="0"/>
              </a:spcAft>
              <a:buNone/>
              <a:defRPr sz="14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Supporting details. Delete if not required.</a:t>
            </a:r>
          </a:p>
        </p:txBody>
      </p:sp>
      <p:sp>
        <p:nvSpPr>
          <p:cNvPr id="64" name="SmartArt Placeholder 63">
            <a:extLst>
              <a:ext uri="{FF2B5EF4-FFF2-40B4-BE49-F238E27FC236}">
                <a16:creationId xmlns:a16="http://schemas.microsoft.com/office/drawing/2014/main" id="{10167EE8-05D8-78B4-69FC-C125EE51CAC0}"/>
              </a:ext>
            </a:extLst>
          </p:cNvPr>
          <p:cNvSpPr>
            <a:spLocks noGrp="1"/>
          </p:cNvSpPr>
          <p:nvPr>
            <p:ph type="dgm" sz="quarter" idx="16" hasCustomPrompt="1"/>
          </p:nvPr>
        </p:nvSpPr>
        <p:spPr>
          <a:xfrm>
            <a:off x="10620216" y="6422112"/>
            <a:ext cx="762734" cy="142875"/>
          </a:xfrm>
          <a:custGeom>
            <a:avLst/>
            <a:gdLst>
              <a:gd name="connsiteX0" fmla="*/ 648405 w 762734"/>
              <a:gd name="connsiteY0" fmla="*/ 125536 h 142875"/>
              <a:gd name="connsiteX1" fmla="*/ 648893 w 762734"/>
              <a:gd name="connsiteY1" fmla="*/ 125730 h 142875"/>
              <a:gd name="connsiteX2" fmla="*/ 647944 w 762734"/>
              <a:gd name="connsiteY2" fmla="*/ 125730 h 142875"/>
              <a:gd name="connsiteX3" fmla="*/ 320164 w 762734"/>
              <a:gd name="connsiteY3" fmla="*/ 125536 h 142875"/>
              <a:gd name="connsiteX4" fmla="*/ 320652 w 762734"/>
              <a:gd name="connsiteY4" fmla="*/ 125730 h 142875"/>
              <a:gd name="connsiteX5" fmla="*/ 319703 w 762734"/>
              <a:gd name="connsiteY5" fmla="*/ 125730 h 142875"/>
              <a:gd name="connsiteX6" fmla="*/ 487619 w 762734"/>
              <a:gd name="connsiteY6" fmla="*/ 84772 h 142875"/>
              <a:gd name="connsiteX7" fmla="*/ 479081 w 762734"/>
              <a:gd name="connsiteY7" fmla="*/ 87630 h 142875"/>
              <a:gd name="connsiteX8" fmla="*/ 468645 w 762734"/>
              <a:gd name="connsiteY8" fmla="*/ 90487 h 142875"/>
              <a:gd name="connsiteX9" fmla="*/ 457261 w 762734"/>
              <a:gd name="connsiteY9" fmla="*/ 102870 h 142875"/>
              <a:gd name="connsiteX10" fmla="*/ 461174 w 762734"/>
              <a:gd name="connsiteY10" fmla="*/ 111561 h 142875"/>
              <a:gd name="connsiteX11" fmla="*/ 471026 w 762734"/>
              <a:gd name="connsiteY11" fmla="*/ 115086 h 142875"/>
              <a:gd name="connsiteX12" fmla="*/ 470543 w 762734"/>
              <a:gd name="connsiteY12" fmla="*/ 115252 h 142875"/>
              <a:gd name="connsiteX13" fmla="*/ 471491 w 762734"/>
              <a:gd name="connsiteY13" fmla="*/ 115252 h 142875"/>
              <a:gd name="connsiteX14" fmla="*/ 471026 w 762734"/>
              <a:gd name="connsiteY14" fmla="*/ 115086 h 142875"/>
              <a:gd name="connsiteX15" fmla="*/ 482638 w 762734"/>
              <a:gd name="connsiteY15" fmla="*/ 111085 h 142875"/>
              <a:gd name="connsiteX16" fmla="*/ 487619 w 762734"/>
              <a:gd name="connsiteY16" fmla="*/ 99060 h 142875"/>
              <a:gd name="connsiteX17" fmla="*/ 648893 w 762734"/>
              <a:gd name="connsiteY17" fmla="*/ 58103 h 142875"/>
              <a:gd name="connsiteX18" fmla="*/ 628022 w 762734"/>
              <a:gd name="connsiteY18" fmla="*/ 85725 h 142875"/>
              <a:gd name="connsiteX19" fmla="*/ 648893 w 762734"/>
              <a:gd name="connsiteY19" fmla="*/ 113347 h 142875"/>
              <a:gd name="connsiteX20" fmla="*/ 669764 w 762734"/>
              <a:gd name="connsiteY20" fmla="*/ 85725 h 142875"/>
              <a:gd name="connsiteX21" fmla="*/ 648893 w 762734"/>
              <a:gd name="connsiteY21" fmla="*/ 58103 h 142875"/>
              <a:gd name="connsiteX22" fmla="*/ 320652 w 762734"/>
              <a:gd name="connsiteY22" fmla="*/ 58103 h 142875"/>
              <a:gd name="connsiteX23" fmla="*/ 299781 w 762734"/>
              <a:gd name="connsiteY23" fmla="*/ 85725 h 142875"/>
              <a:gd name="connsiteX24" fmla="*/ 320652 w 762734"/>
              <a:gd name="connsiteY24" fmla="*/ 113347 h 142875"/>
              <a:gd name="connsiteX25" fmla="*/ 341523 w 762734"/>
              <a:gd name="connsiteY25" fmla="*/ 85725 h 142875"/>
              <a:gd name="connsiteX26" fmla="*/ 320652 w 762734"/>
              <a:gd name="connsiteY26" fmla="*/ 58103 h 142875"/>
              <a:gd name="connsiteX27" fmla="*/ 582486 w 762734"/>
              <a:gd name="connsiteY27" fmla="*/ 47625 h 142875"/>
              <a:gd name="connsiteX28" fmla="*/ 596716 w 762734"/>
              <a:gd name="connsiteY28" fmla="*/ 47625 h 142875"/>
              <a:gd name="connsiteX29" fmla="*/ 596716 w 762734"/>
              <a:gd name="connsiteY29" fmla="*/ 123825 h 142875"/>
              <a:gd name="connsiteX30" fmla="*/ 582486 w 762734"/>
              <a:gd name="connsiteY30" fmla="*/ 123825 h 142875"/>
              <a:gd name="connsiteX31" fmla="*/ 365240 w 762734"/>
              <a:gd name="connsiteY31" fmla="*/ 47625 h 142875"/>
              <a:gd name="connsiteX32" fmla="*/ 380419 w 762734"/>
              <a:gd name="connsiteY32" fmla="*/ 47625 h 142875"/>
              <a:gd name="connsiteX33" fmla="*/ 399392 w 762734"/>
              <a:gd name="connsiteY33" fmla="*/ 108585 h 142875"/>
              <a:gd name="connsiteX34" fmla="*/ 418366 w 762734"/>
              <a:gd name="connsiteY34" fmla="*/ 47625 h 142875"/>
              <a:gd name="connsiteX35" fmla="*/ 432596 w 762734"/>
              <a:gd name="connsiteY35" fmla="*/ 47625 h 142875"/>
              <a:gd name="connsiteX36" fmla="*/ 407930 w 762734"/>
              <a:gd name="connsiteY36" fmla="*/ 123825 h 142875"/>
              <a:gd name="connsiteX37" fmla="*/ 389906 w 762734"/>
              <a:gd name="connsiteY37" fmla="*/ 123825 h 142875"/>
              <a:gd name="connsiteX38" fmla="*/ 738069 w 762734"/>
              <a:gd name="connsiteY38" fmla="*/ 45720 h 142875"/>
              <a:gd name="connsiteX39" fmla="*/ 762734 w 762734"/>
              <a:gd name="connsiteY39" fmla="*/ 71437 h 142875"/>
              <a:gd name="connsiteX40" fmla="*/ 762734 w 762734"/>
              <a:gd name="connsiteY40" fmla="*/ 123825 h 142875"/>
              <a:gd name="connsiteX41" fmla="*/ 748504 w 762734"/>
              <a:gd name="connsiteY41" fmla="*/ 123825 h 142875"/>
              <a:gd name="connsiteX42" fmla="*/ 748504 w 762734"/>
              <a:gd name="connsiteY42" fmla="*/ 73342 h 142875"/>
              <a:gd name="connsiteX43" fmla="*/ 732377 w 762734"/>
              <a:gd name="connsiteY43" fmla="*/ 56197 h 142875"/>
              <a:gd name="connsiteX44" fmla="*/ 716249 w 762734"/>
              <a:gd name="connsiteY44" fmla="*/ 73342 h 142875"/>
              <a:gd name="connsiteX45" fmla="*/ 716249 w 762734"/>
              <a:gd name="connsiteY45" fmla="*/ 123825 h 142875"/>
              <a:gd name="connsiteX46" fmla="*/ 702019 w 762734"/>
              <a:gd name="connsiteY46" fmla="*/ 123825 h 142875"/>
              <a:gd name="connsiteX47" fmla="*/ 702019 w 762734"/>
              <a:gd name="connsiteY47" fmla="*/ 47625 h 142875"/>
              <a:gd name="connsiteX48" fmla="*/ 716249 w 762734"/>
              <a:gd name="connsiteY48" fmla="*/ 47625 h 142875"/>
              <a:gd name="connsiteX49" fmla="*/ 716249 w 762734"/>
              <a:gd name="connsiteY49" fmla="*/ 59055 h 142875"/>
              <a:gd name="connsiteX50" fmla="*/ 738069 w 762734"/>
              <a:gd name="connsiteY50" fmla="*/ 45720 h 142875"/>
              <a:gd name="connsiteX51" fmla="*/ 649842 w 762734"/>
              <a:gd name="connsiteY51" fmla="*/ 45720 h 142875"/>
              <a:gd name="connsiteX52" fmla="*/ 683994 w 762734"/>
              <a:gd name="connsiteY52" fmla="*/ 84772 h 142875"/>
              <a:gd name="connsiteX53" fmla="*/ 674507 w 762734"/>
              <a:gd name="connsiteY53" fmla="*/ 114538 h 142875"/>
              <a:gd name="connsiteX54" fmla="*/ 648405 w 762734"/>
              <a:gd name="connsiteY54" fmla="*/ 125536 h 142875"/>
              <a:gd name="connsiteX55" fmla="*/ 623160 w 762734"/>
              <a:gd name="connsiteY55" fmla="*/ 115491 h 142875"/>
              <a:gd name="connsiteX56" fmla="*/ 613792 w 762734"/>
              <a:gd name="connsiteY56" fmla="*/ 86678 h 142875"/>
              <a:gd name="connsiteX57" fmla="*/ 649842 w 762734"/>
              <a:gd name="connsiteY57" fmla="*/ 45720 h 142875"/>
              <a:gd name="connsiteX58" fmla="*/ 321601 w 762734"/>
              <a:gd name="connsiteY58" fmla="*/ 45720 h 142875"/>
              <a:gd name="connsiteX59" fmla="*/ 355753 w 762734"/>
              <a:gd name="connsiteY59" fmla="*/ 84772 h 142875"/>
              <a:gd name="connsiteX60" fmla="*/ 346266 w 762734"/>
              <a:gd name="connsiteY60" fmla="*/ 114538 h 142875"/>
              <a:gd name="connsiteX61" fmla="*/ 320164 w 762734"/>
              <a:gd name="connsiteY61" fmla="*/ 125536 h 142875"/>
              <a:gd name="connsiteX62" fmla="*/ 294919 w 762734"/>
              <a:gd name="connsiteY62" fmla="*/ 115491 h 142875"/>
              <a:gd name="connsiteX63" fmla="*/ 285551 w 762734"/>
              <a:gd name="connsiteY63" fmla="*/ 86678 h 142875"/>
              <a:gd name="connsiteX64" fmla="*/ 321601 w 762734"/>
              <a:gd name="connsiteY64" fmla="*/ 45720 h 142875"/>
              <a:gd name="connsiteX65" fmla="*/ 244758 w 762734"/>
              <a:gd name="connsiteY65" fmla="*/ 45720 h 142875"/>
              <a:gd name="connsiteX66" fmla="*/ 269423 w 762734"/>
              <a:gd name="connsiteY66" fmla="*/ 71437 h 142875"/>
              <a:gd name="connsiteX67" fmla="*/ 269423 w 762734"/>
              <a:gd name="connsiteY67" fmla="*/ 123825 h 142875"/>
              <a:gd name="connsiteX68" fmla="*/ 255193 w 762734"/>
              <a:gd name="connsiteY68" fmla="*/ 123825 h 142875"/>
              <a:gd name="connsiteX69" fmla="*/ 255193 w 762734"/>
              <a:gd name="connsiteY69" fmla="*/ 73342 h 142875"/>
              <a:gd name="connsiteX70" fmla="*/ 239066 w 762734"/>
              <a:gd name="connsiteY70" fmla="*/ 56197 h 142875"/>
              <a:gd name="connsiteX71" fmla="*/ 222938 w 762734"/>
              <a:gd name="connsiteY71" fmla="*/ 73342 h 142875"/>
              <a:gd name="connsiteX72" fmla="*/ 222938 w 762734"/>
              <a:gd name="connsiteY72" fmla="*/ 123825 h 142875"/>
              <a:gd name="connsiteX73" fmla="*/ 208708 w 762734"/>
              <a:gd name="connsiteY73" fmla="*/ 123825 h 142875"/>
              <a:gd name="connsiteX74" fmla="*/ 208708 w 762734"/>
              <a:gd name="connsiteY74" fmla="*/ 47625 h 142875"/>
              <a:gd name="connsiteX75" fmla="*/ 222938 w 762734"/>
              <a:gd name="connsiteY75" fmla="*/ 47625 h 142875"/>
              <a:gd name="connsiteX76" fmla="*/ 222938 w 762734"/>
              <a:gd name="connsiteY76" fmla="*/ 59055 h 142875"/>
              <a:gd name="connsiteX77" fmla="*/ 244758 w 762734"/>
              <a:gd name="connsiteY77" fmla="*/ 45720 h 142875"/>
              <a:gd name="connsiteX78" fmla="*/ 165070 w 762734"/>
              <a:gd name="connsiteY78" fmla="*/ 45720 h 142875"/>
              <a:gd name="connsiteX79" fmla="*/ 189735 w 762734"/>
              <a:gd name="connsiteY79" fmla="*/ 71437 h 142875"/>
              <a:gd name="connsiteX80" fmla="*/ 189735 w 762734"/>
              <a:gd name="connsiteY80" fmla="*/ 123825 h 142875"/>
              <a:gd name="connsiteX81" fmla="*/ 175505 w 762734"/>
              <a:gd name="connsiteY81" fmla="*/ 123825 h 142875"/>
              <a:gd name="connsiteX82" fmla="*/ 175505 w 762734"/>
              <a:gd name="connsiteY82" fmla="*/ 73342 h 142875"/>
              <a:gd name="connsiteX83" fmla="*/ 159378 w 762734"/>
              <a:gd name="connsiteY83" fmla="*/ 56197 h 142875"/>
              <a:gd name="connsiteX84" fmla="*/ 143250 w 762734"/>
              <a:gd name="connsiteY84" fmla="*/ 73342 h 142875"/>
              <a:gd name="connsiteX85" fmla="*/ 143250 w 762734"/>
              <a:gd name="connsiteY85" fmla="*/ 123825 h 142875"/>
              <a:gd name="connsiteX86" fmla="*/ 129020 w 762734"/>
              <a:gd name="connsiteY86" fmla="*/ 123825 h 142875"/>
              <a:gd name="connsiteX87" fmla="*/ 129020 w 762734"/>
              <a:gd name="connsiteY87" fmla="*/ 47625 h 142875"/>
              <a:gd name="connsiteX88" fmla="*/ 143250 w 762734"/>
              <a:gd name="connsiteY88" fmla="*/ 47625 h 142875"/>
              <a:gd name="connsiteX89" fmla="*/ 143250 w 762734"/>
              <a:gd name="connsiteY89" fmla="*/ 59055 h 142875"/>
              <a:gd name="connsiteX90" fmla="*/ 165070 w 762734"/>
              <a:gd name="connsiteY90" fmla="*/ 45720 h 142875"/>
              <a:gd name="connsiteX91" fmla="*/ 475286 w 762734"/>
              <a:gd name="connsiteY91" fmla="*/ 44767 h 142875"/>
              <a:gd name="connsiteX92" fmla="*/ 502798 w 762734"/>
              <a:gd name="connsiteY92" fmla="*/ 68580 h 142875"/>
              <a:gd name="connsiteX93" fmla="*/ 502798 w 762734"/>
              <a:gd name="connsiteY93" fmla="*/ 106680 h 142875"/>
              <a:gd name="connsiteX94" fmla="*/ 504695 w 762734"/>
              <a:gd name="connsiteY94" fmla="*/ 122872 h 142875"/>
              <a:gd name="connsiteX95" fmla="*/ 490465 w 762734"/>
              <a:gd name="connsiteY95" fmla="*/ 122872 h 142875"/>
              <a:gd name="connsiteX96" fmla="*/ 488567 w 762734"/>
              <a:gd name="connsiteY96" fmla="*/ 111442 h 142875"/>
              <a:gd name="connsiteX97" fmla="*/ 466748 w 762734"/>
              <a:gd name="connsiteY97" fmla="*/ 123825 h 142875"/>
              <a:gd name="connsiteX98" fmla="*/ 466748 w 762734"/>
              <a:gd name="connsiteY98" fmla="*/ 125730 h 142875"/>
              <a:gd name="connsiteX99" fmla="*/ 443031 w 762734"/>
              <a:gd name="connsiteY99" fmla="*/ 103822 h 142875"/>
              <a:gd name="connsiteX100" fmla="*/ 462004 w 762734"/>
              <a:gd name="connsiteY100" fmla="*/ 81915 h 142875"/>
              <a:gd name="connsiteX101" fmla="*/ 483824 w 762734"/>
              <a:gd name="connsiteY101" fmla="*/ 76200 h 142875"/>
              <a:gd name="connsiteX102" fmla="*/ 488567 w 762734"/>
              <a:gd name="connsiteY102" fmla="*/ 70484 h 142875"/>
              <a:gd name="connsiteX103" fmla="*/ 488567 w 762734"/>
              <a:gd name="connsiteY103" fmla="*/ 68580 h 142875"/>
              <a:gd name="connsiteX104" fmla="*/ 474337 w 762734"/>
              <a:gd name="connsiteY104" fmla="*/ 56197 h 142875"/>
              <a:gd name="connsiteX105" fmla="*/ 457261 w 762734"/>
              <a:gd name="connsiteY105" fmla="*/ 71437 h 142875"/>
              <a:gd name="connsiteX106" fmla="*/ 443980 w 762734"/>
              <a:gd name="connsiteY106" fmla="*/ 68580 h 142875"/>
              <a:gd name="connsiteX107" fmla="*/ 475286 w 762734"/>
              <a:gd name="connsiteY107" fmla="*/ 44767 h 142875"/>
              <a:gd name="connsiteX108" fmla="*/ 543590 w 762734"/>
              <a:gd name="connsiteY108" fmla="*/ 24765 h 142875"/>
              <a:gd name="connsiteX109" fmla="*/ 543590 w 762734"/>
              <a:gd name="connsiteY109" fmla="*/ 46673 h 142875"/>
              <a:gd name="connsiteX110" fmla="*/ 565410 w 762734"/>
              <a:gd name="connsiteY110" fmla="*/ 46673 h 142875"/>
              <a:gd name="connsiteX111" fmla="*/ 565410 w 762734"/>
              <a:gd name="connsiteY111" fmla="*/ 58103 h 142875"/>
              <a:gd name="connsiteX112" fmla="*/ 543590 w 762734"/>
              <a:gd name="connsiteY112" fmla="*/ 58103 h 142875"/>
              <a:gd name="connsiteX113" fmla="*/ 543590 w 762734"/>
              <a:gd name="connsiteY113" fmla="*/ 100965 h 142875"/>
              <a:gd name="connsiteX114" fmla="*/ 554026 w 762734"/>
              <a:gd name="connsiteY114" fmla="*/ 112395 h 142875"/>
              <a:gd name="connsiteX115" fmla="*/ 565410 w 762734"/>
              <a:gd name="connsiteY115" fmla="*/ 109538 h 142875"/>
              <a:gd name="connsiteX116" fmla="*/ 564461 w 762734"/>
              <a:gd name="connsiteY116" fmla="*/ 110490 h 142875"/>
              <a:gd name="connsiteX117" fmla="*/ 568256 w 762734"/>
              <a:gd name="connsiteY117" fmla="*/ 120968 h 142875"/>
              <a:gd name="connsiteX118" fmla="*/ 552128 w 762734"/>
              <a:gd name="connsiteY118" fmla="*/ 125730 h 142875"/>
              <a:gd name="connsiteX119" fmla="*/ 529360 w 762734"/>
              <a:gd name="connsiteY119" fmla="*/ 103823 h 142875"/>
              <a:gd name="connsiteX120" fmla="*/ 529360 w 762734"/>
              <a:gd name="connsiteY120" fmla="*/ 59055 h 142875"/>
              <a:gd name="connsiteX121" fmla="*/ 515130 w 762734"/>
              <a:gd name="connsiteY121" fmla="*/ 59055 h 142875"/>
              <a:gd name="connsiteX122" fmla="*/ 515130 w 762734"/>
              <a:gd name="connsiteY122" fmla="*/ 47625 h 142875"/>
              <a:gd name="connsiteX123" fmla="*/ 529360 w 762734"/>
              <a:gd name="connsiteY123" fmla="*/ 47625 h 142875"/>
              <a:gd name="connsiteX124" fmla="*/ 529360 w 762734"/>
              <a:gd name="connsiteY124" fmla="*/ 28575 h 142875"/>
              <a:gd name="connsiteX125" fmla="*/ 93919 w 762734"/>
              <a:gd name="connsiteY125" fmla="*/ 17145 h 142875"/>
              <a:gd name="connsiteX126" fmla="*/ 109098 w 762734"/>
              <a:gd name="connsiteY126" fmla="*/ 17145 h 142875"/>
              <a:gd name="connsiteX127" fmla="*/ 109098 w 762734"/>
              <a:gd name="connsiteY127" fmla="*/ 123825 h 142875"/>
              <a:gd name="connsiteX128" fmla="*/ 93919 w 762734"/>
              <a:gd name="connsiteY128" fmla="*/ 123825 h 142875"/>
              <a:gd name="connsiteX129" fmla="*/ 589127 w 762734"/>
              <a:gd name="connsiteY129" fmla="*/ 14288 h 142875"/>
              <a:gd name="connsiteX130" fmla="*/ 598613 w 762734"/>
              <a:gd name="connsiteY130" fmla="*/ 23813 h 142875"/>
              <a:gd name="connsiteX131" fmla="*/ 589127 w 762734"/>
              <a:gd name="connsiteY131" fmla="*/ 33338 h 142875"/>
              <a:gd name="connsiteX132" fmla="*/ 579640 w 762734"/>
              <a:gd name="connsiteY132" fmla="*/ 23813 h 142875"/>
              <a:gd name="connsiteX133" fmla="*/ 589127 w 762734"/>
              <a:gd name="connsiteY133" fmla="*/ 14288 h 142875"/>
              <a:gd name="connsiteX134" fmla="*/ 0 w 762734"/>
              <a:gd name="connsiteY134" fmla="*/ 0 h 142875"/>
              <a:gd name="connsiteX135" fmla="*/ 14230 w 762734"/>
              <a:gd name="connsiteY135" fmla="*/ 0 h 142875"/>
              <a:gd name="connsiteX136" fmla="*/ 14230 w 762734"/>
              <a:gd name="connsiteY136" fmla="*/ 142875 h 142875"/>
              <a:gd name="connsiteX137" fmla="*/ 0 w 762734"/>
              <a:gd name="connsiteY137" fmla="*/ 142875 h 142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Lst>
            <a:rect l="l" t="t" r="r" b="b"/>
            <a:pathLst>
              <a:path w="762734" h="142875">
                <a:moveTo>
                  <a:pt x="648405" y="125536"/>
                </a:moveTo>
                <a:lnTo>
                  <a:pt x="648893" y="125730"/>
                </a:lnTo>
                <a:lnTo>
                  <a:pt x="647944" y="125730"/>
                </a:lnTo>
                <a:close/>
                <a:moveTo>
                  <a:pt x="320164" y="125536"/>
                </a:moveTo>
                <a:lnTo>
                  <a:pt x="320652" y="125730"/>
                </a:lnTo>
                <a:lnTo>
                  <a:pt x="319703" y="125730"/>
                </a:lnTo>
                <a:close/>
                <a:moveTo>
                  <a:pt x="487619" y="84772"/>
                </a:moveTo>
                <a:cubicBezTo>
                  <a:pt x="486670" y="84772"/>
                  <a:pt x="483824" y="86677"/>
                  <a:pt x="479081" y="87630"/>
                </a:cubicBezTo>
                <a:lnTo>
                  <a:pt x="468645" y="90487"/>
                </a:lnTo>
                <a:cubicBezTo>
                  <a:pt x="461056" y="92392"/>
                  <a:pt x="457261" y="96202"/>
                  <a:pt x="457261" y="102870"/>
                </a:cubicBezTo>
                <a:cubicBezTo>
                  <a:pt x="457261" y="106204"/>
                  <a:pt x="458684" y="109299"/>
                  <a:pt x="461174" y="111561"/>
                </a:cubicBezTo>
                <a:lnTo>
                  <a:pt x="471026" y="115086"/>
                </a:lnTo>
                <a:lnTo>
                  <a:pt x="470543" y="115252"/>
                </a:lnTo>
                <a:lnTo>
                  <a:pt x="471491" y="115252"/>
                </a:lnTo>
                <a:lnTo>
                  <a:pt x="471026" y="115086"/>
                </a:lnTo>
                <a:lnTo>
                  <a:pt x="482638" y="111085"/>
                </a:lnTo>
                <a:cubicBezTo>
                  <a:pt x="485721" y="108347"/>
                  <a:pt x="487619" y="104299"/>
                  <a:pt x="487619" y="99060"/>
                </a:cubicBezTo>
                <a:close/>
                <a:moveTo>
                  <a:pt x="648893" y="58103"/>
                </a:moveTo>
                <a:cubicBezTo>
                  <a:pt x="636560" y="58103"/>
                  <a:pt x="628022" y="66675"/>
                  <a:pt x="628022" y="85725"/>
                </a:cubicBezTo>
                <a:cubicBezTo>
                  <a:pt x="628022" y="104775"/>
                  <a:pt x="636560" y="113347"/>
                  <a:pt x="648893" y="113347"/>
                </a:cubicBezTo>
                <a:cubicBezTo>
                  <a:pt x="661226" y="113347"/>
                  <a:pt x="669764" y="104775"/>
                  <a:pt x="669764" y="85725"/>
                </a:cubicBezTo>
                <a:cubicBezTo>
                  <a:pt x="669764" y="66675"/>
                  <a:pt x="661226" y="58103"/>
                  <a:pt x="648893" y="58103"/>
                </a:cubicBezTo>
                <a:close/>
                <a:moveTo>
                  <a:pt x="320652" y="58103"/>
                </a:moveTo>
                <a:cubicBezTo>
                  <a:pt x="308319" y="58103"/>
                  <a:pt x="299781" y="66675"/>
                  <a:pt x="299781" y="85725"/>
                </a:cubicBezTo>
                <a:cubicBezTo>
                  <a:pt x="299781" y="104775"/>
                  <a:pt x="308319" y="113347"/>
                  <a:pt x="320652" y="113347"/>
                </a:cubicBezTo>
                <a:cubicBezTo>
                  <a:pt x="332985" y="113347"/>
                  <a:pt x="341523" y="104775"/>
                  <a:pt x="341523" y="85725"/>
                </a:cubicBezTo>
                <a:cubicBezTo>
                  <a:pt x="341523" y="66675"/>
                  <a:pt x="332985" y="58103"/>
                  <a:pt x="320652" y="58103"/>
                </a:cubicBezTo>
                <a:close/>
                <a:moveTo>
                  <a:pt x="582486" y="47625"/>
                </a:moveTo>
                <a:lnTo>
                  <a:pt x="596716" y="47625"/>
                </a:lnTo>
                <a:lnTo>
                  <a:pt x="596716" y="123825"/>
                </a:lnTo>
                <a:lnTo>
                  <a:pt x="582486" y="123825"/>
                </a:lnTo>
                <a:close/>
                <a:moveTo>
                  <a:pt x="365240" y="47625"/>
                </a:moveTo>
                <a:lnTo>
                  <a:pt x="380419" y="47625"/>
                </a:lnTo>
                <a:lnTo>
                  <a:pt x="399392" y="108585"/>
                </a:lnTo>
                <a:lnTo>
                  <a:pt x="418366" y="47625"/>
                </a:lnTo>
                <a:lnTo>
                  <a:pt x="432596" y="47625"/>
                </a:lnTo>
                <a:lnTo>
                  <a:pt x="407930" y="123825"/>
                </a:lnTo>
                <a:lnTo>
                  <a:pt x="389906" y="123825"/>
                </a:lnTo>
                <a:close/>
                <a:moveTo>
                  <a:pt x="738069" y="45720"/>
                </a:moveTo>
                <a:cubicBezTo>
                  <a:pt x="753247" y="45720"/>
                  <a:pt x="762734" y="56197"/>
                  <a:pt x="762734" y="71437"/>
                </a:cubicBezTo>
                <a:lnTo>
                  <a:pt x="762734" y="123825"/>
                </a:lnTo>
                <a:lnTo>
                  <a:pt x="748504" y="123825"/>
                </a:lnTo>
                <a:lnTo>
                  <a:pt x="748504" y="73342"/>
                </a:lnTo>
                <a:cubicBezTo>
                  <a:pt x="748504" y="63817"/>
                  <a:pt x="743761" y="56197"/>
                  <a:pt x="732377" y="56197"/>
                </a:cubicBezTo>
                <a:cubicBezTo>
                  <a:pt x="720992" y="56197"/>
                  <a:pt x="716249" y="62865"/>
                  <a:pt x="716249" y="73342"/>
                </a:cubicBezTo>
                <a:lnTo>
                  <a:pt x="716249" y="123825"/>
                </a:lnTo>
                <a:lnTo>
                  <a:pt x="702019" y="123825"/>
                </a:lnTo>
                <a:lnTo>
                  <a:pt x="702019" y="47625"/>
                </a:lnTo>
                <a:lnTo>
                  <a:pt x="716249" y="47625"/>
                </a:lnTo>
                <a:lnTo>
                  <a:pt x="716249" y="59055"/>
                </a:lnTo>
                <a:cubicBezTo>
                  <a:pt x="719095" y="51435"/>
                  <a:pt x="726685" y="45720"/>
                  <a:pt x="738069" y="45720"/>
                </a:cubicBezTo>
                <a:close/>
                <a:moveTo>
                  <a:pt x="649842" y="45720"/>
                </a:moveTo>
                <a:cubicBezTo>
                  <a:pt x="672610" y="45720"/>
                  <a:pt x="683994" y="60008"/>
                  <a:pt x="683994" y="84772"/>
                </a:cubicBezTo>
                <a:cubicBezTo>
                  <a:pt x="683994" y="97155"/>
                  <a:pt x="680674" y="107395"/>
                  <a:pt x="674507" y="114538"/>
                </a:cubicBezTo>
                <a:lnTo>
                  <a:pt x="648405" y="125536"/>
                </a:lnTo>
                <a:lnTo>
                  <a:pt x="623160" y="115491"/>
                </a:lnTo>
                <a:cubicBezTo>
                  <a:pt x="617112" y="108824"/>
                  <a:pt x="613792" y="99061"/>
                  <a:pt x="613792" y="86678"/>
                </a:cubicBezTo>
                <a:cubicBezTo>
                  <a:pt x="613792" y="61912"/>
                  <a:pt x="627073" y="45720"/>
                  <a:pt x="649842" y="45720"/>
                </a:cubicBezTo>
                <a:close/>
                <a:moveTo>
                  <a:pt x="321601" y="45720"/>
                </a:moveTo>
                <a:cubicBezTo>
                  <a:pt x="344369" y="45720"/>
                  <a:pt x="355753" y="60008"/>
                  <a:pt x="355753" y="84772"/>
                </a:cubicBezTo>
                <a:cubicBezTo>
                  <a:pt x="355753" y="97155"/>
                  <a:pt x="352433" y="107395"/>
                  <a:pt x="346266" y="114538"/>
                </a:cubicBezTo>
                <a:lnTo>
                  <a:pt x="320164" y="125536"/>
                </a:lnTo>
                <a:lnTo>
                  <a:pt x="294919" y="115491"/>
                </a:lnTo>
                <a:cubicBezTo>
                  <a:pt x="288871" y="108824"/>
                  <a:pt x="285551" y="99061"/>
                  <a:pt x="285551" y="86678"/>
                </a:cubicBezTo>
                <a:cubicBezTo>
                  <a:pt x="285551" y="61912"/>
                  <a:pt x="298832" y="45720"/>
                  <a:pt x="321601" y="45720"/>
                </a:cubicBezTo>
                <a:close/>
                <a:moveTo>
                  <a:pt x="244758" y="45720"/>
                </a:moveTo>
                <a:cubicBezTo>
                  <a:pt x="259936" y="45720"/>
                  <a:pt x="269423" y="56197"/>
                  <a:pt x="269423" y="71437"/>
                </a:cubicBezTo>
                <a:lnTo>
                  <a:pt x="269423" y="123825"/>
                </a:lnTo>
                <a:lnTo>
                  <a:pt x="255193" y="123825"/>
                </a:lnTo>
                <a:lnTo>
                  <a:pt x="255193" y="73342"/>
                </a:lnTo>
                <a:cubicBezTo>
                  <a:pt x="255193" y="63817"/>
                  <a:pt x="250450" y="56197"/>
                  <a:pt x="239066" y="56197"/>
                </a:cubicBezTo>
                <a:cubicBezTo>
                  <a:pt x="227681" y="56197"/>
                  <a:pt x="222938" y="62865"/>
                  <a:pt x="222938" y="73342"/>
                </a:cubicBezTo>
                <a:lnTo>
                  <a:pt x="222938" y="123825"/>
                </a:lnTo>
                <a:lnTo>
                  <a:pt x="208708" y="123825"/>
                </a:lnTo>
                <a:lnTo>
                  <a:pt x="208708" y="47625"/>
                </a:lnTo>
                <a:lnTo>
                  <a:pt x="222938" y="47625"/>
                </a:lnTo>
                <a:lnTo>
                  <a:pt x="222938" y="59055"/>
                </a:lnTo>
                <a:cubicBezTo>
                  <a:pt x="225784" y="51435"/>
                  <a:pt x="233374" y="45720"/>
                  <a:pt x="244758" y="45720"/>
                </a:cubicBezTo>
                <a:close/>
                <a:moveTo>
                  <a:pt x="165070" y="45720"/>
                </a:moveTo>
                <a:cubicBezTo>
                  <a:pt x="180248" y="45720"/>
                  <a:pt x="189735" y="56197"/>
                  <a:pt x="189735" y="71437"/>
                </a:cubicBezTo>
                <a:lnTo>
                  <a:pt x="189735" y="123825"/>
                </a:lnTo>
                <a:lnTo>
                  <a:pt x="175505" y="123825"/>
                </a:lnTo>
                <a:lnTo>
                  <a:pt x="175505" y="73342"/>
                </a:lnTo>
                <a:cubicBezTo>
                  <a:pt x="175505" y="63817"/>
                  <a:pt x="170762" y="56197"/>
                  <a:pt x="159378" y="56197"/>
                </a:cubicBezTo>
                <a:cubicBezTo>
                  <a:pt x="147993" y="56197"/>
                  <a:pt x="143250" y="62865"/>
                  <a:pt x="143250" y="73342"/>
                </a:cubicBezTo>
                <a:lnTo>
                  <a:pt x="143250" y="123825"/>
                </a:lnTo>
                <a:lnTo>
                  <a:pt x="129020" y="123825"/>
                </a:lnTo>
                <a:lnTo>
                  <a:pt x="129020" y="47625"/>
                </a:lnTo>
                <a:lnTo>
                  <a:pt x="143250" y="47625"/>
                </a:lnTo>
                <a:lnTo>
                  <a:pt x="143250" y="59055"/>
                </a:lnTo>
                <a:cubicBezTo>
                  <a:pt x="146096" y="51435"/>
                  <a:pt x="153686" y="45720"/>
                  <a:pt x="165070" y="45720"/>
                </a:cubicBezTo>
                <a:close/>
                <a:moveTo>
                  <a:pt x="475286" y="44767"/>
                </a:moveTo>
                <a:cubicBezTo>
                  <a:pt x="494259" y="44767"/>
                  <a:pt x="502798" y="53340"/>
                  <a:pt x="502798" y="68580"/>
                </a:cubicBezTo>
                <a:lnTo>
                  <a:pt x="502798" y="106680"/>
                </a:lnTo>
                <a:cubicBezTo>
                  <a:pt x="502798" y="113347"/>
                  <a:pt x="502798" y="118110"/>
                  <a:pt x="504695" y="122872"/>
                </a:cubicBezTo>
                <a:lnTo>
                  <a:pt x="490465" y="122872"/>
                </a:lnTo>
                <a:cubicBezTo>
                  <a:pt x="490465" y="121920"/>
                  <a:pt x="488567" y="118110"/>
                  <a:pt x="488567" y="111442"/>
                </a:cubicBezTo>
                <a:cubicBezTo>
                  <a:pt x="486670" y="119062"/>
                  <a:pt x="478132" y="123825"/>
                  <a:pt x="466748" y="123825"/>
                </a:cubicBezTo>
                <a:lnTo>
                  <a:pt x="466748" y="125730"/>
                </a:lnTo>
                <a:cubicBezTo>
                  <a:pt x="453466" y="125730"/>
                  <a:pt x="443031" y="117157"/>
                  <a:pt x="443031" y="103822"/>
                </a:cubicBezTo>
                <a:cubicBezTo>
                  <a:pt x="443031" y="90487"/>
                  <a:pt x="450620" y="84772"/>
                  <a:pt x="462004" y="81915"/>
                </a:cubicBezTo>
                <a:lnTo>
                  <a:pt x="483824" y="76200"/>
                </a:lnTo>
                <a:cubicBezTo>
                  <a:pt x="487619" y="76200"/>
                  <a:pt x="488567" y="73342"/>
                  <a:pt x="488567" y="70484"/>
                </a:cubicBezTo>
                <a:lnTo>
                  <a:pt x="488567" y="68580"/>
                </a:lnTo>
                <a:cubicBezTo>
                  <a:pt x="488567" y="60959"/>
                  <a:pt x="483824" y="56197"/>
                  <a:pt x="474337" y="56197"/>
                </a:cubicBezTo>
                <a:cubicBezTo>
                  <a:pt x="464851" y="56197"/>
                  <a:pt x="457261" y="63817"/>
                  <a:pt x="457261" y="71437"/>
                </a:cubicBezTo>
                <a:lnTo>
                  <a:pt x="443980" y="68580"/>
                </a:lnTo>
                <a:cubicBezTo>
                  <a:pt x="443980" y="57150"/>
                  <a:pt x="456312" y="44767"/>
                  <a:pt x="475286" y="44767"/>
                </a:cubicBezTo>
                <a:close/>
                <a:moveTo>
                  <a:pt x="543590" y="24765"/>
                </a:moveTo>
                <a:lnTo>
                  <a:pt x="543590" y="46673"/>
                </a:lnTo>
                <a:lnTo>
                  <a:pt x="565410" y="46673"/>
                </a:lnTo>
                <a:lnTo>
                  <a:pt x="565410" y="58103"/>
                </a:lnTo>
                <a:lnTo>
                  <a:pt x="543590" y="58103"/>
                </a:lnTo>
                <a:lnTo>
                  <a:pt x="543590" y="100965"/>
                </a:lnTo>
                <a:cubicBezTo>
                  <a:pt x="543590" y="109538"/>
                  <a:pt x="547385" y="112395"/>
                  <a:pt x="554026" y="112395"/>
                </a:cubicBezTo>
                <a:cubicBezTo>
                  <a:pt x="560666" y="112395"/>
                  <a:pt x="565410" y="109538"/>
                  <a:pt x="565410" y="109538"/>
                </a:cubicBezTo>
                <a:lnTo>
                  <a:pt x="564461" y="110490"/>
                </a:lnTo>
                <a:lnTo>
                  <a:pt x="568256" y="120968"/>
                </a:lnTo>
                <a:cubicBezTo>
                  <a:pt x="566358" y="122873"/>
                  <a:pt x="560666" y="125730"/>
                  <a:pt x="552128" y="125730"/>
                </a:cubicBezTo>
                <a:cubicBezTo>
                  <a:pt x="535052" y="125730"/>
                  <a:pt x="529360" y="116205"/>
                  <a:pt x="529360" y="103823"/>
                </a:cubicBezTo>
                <a:lnTo>
                  <a:pt x="529360" y="59055"/>
                </a:lnTo>
                <a:lnTo>
                  <a:pt x="515130" y="59055"/>
                </a:lnTo>
                <a:lnTo>
                  <a:pt x="515130" y="47625"/>
                </a:lnTo>
                <a:lnTo>
                  <a:pt x="529360" y="47625"/>
                </a:lnTo>
                <a:lnTo>
                  <a:pt x="529360" y="28575"/>
                </a:lnTo>
                <a:close/>
                <a:moveTo>
                  <a:pt x="93919" y="17145"/>
                </a:moveTo>
                <a:lnTo>
                  <a:pt x="109098" y="17145"/>
                </a:lnTo>
                <a:lnTo>
                  <a:pt x="109098" y="123825"/>
                </a:lnTo>
                <a:lnTo>
                  <a:pt x="93919" y="123825"/>
                </a:lnTo>
                <a:close/>
                <a:moveTo>
                  <a:pt x="589127" y="14288"/>
                </a:moveTo>
                <a:cubicBezTo>
                  <a:pt x="594819" y="14288"/>
                  <a:pt x="598613" y="18098"/>
                  <a:pt x="598613" y="23813"/>
                </a:cubicBezTo>
                <a:cubicBezTo>
                  <a:pt x="598613" y="29528"/>
                  <a:pt x="594819" y="33338"/>
                  <a:pt x="589127" y="33338"/>
                </a:cubicBezTo>
                <a:cubicBezTo>
                  <a:pt x="583435" y="33338"/>
                  <a:pt x="579640" y="29528"/>
                  <a:pt x="579640" y="23813"/>
                </a:cubicBezTo>
                <a:cubicBezTo>
                  <a:pt x="579640" y="18098"/>
                  <a:pt x="583435" y="14288"/>
                  <a:pt x="589127" y="14288"/>
                </a:cubicBezTo>
                <a:close/>
                <a:moveTo>
                  <a:pt x="0" y="0"/>
                </a:moveTo>
                <a:lnTo>
                  <a:pt x="14230" y="0"/>
                </a:lnTo>
                <a:lnTo>
                  <a:pt x="14230" y="142875"/>
                </a:lnTo>
                <a:lnTo>
                  <a:pt x="0" y="142875"/>
                </a:lnTo>
                <a:close/>
              </a:path>
            </a:pathLst>
          </a:custGeom>
          <a:solidFill>
            <a:schemeClr val="accent1"/>
          </a:solidFill>
        </p:spPr>
        <p:txBody>
          <a:bodyPr wrap="square">
            <a:noAutofit/>
          </a:bodyPr>
          <a:lstStyle/>
          <a:p>
            <a:r>
              <a:rPr lang="en-US" dirty="0"/>
              <a:t> </a:t>
            </a:r>
          </a:p>
        </p:txBody>
      </p:sp>
    </p:spTree>
    <p:extLst>
      <p:ext uri="{BB962C8B-B14F-4D97-AF65-F5344CB8AC3E}">
        <p14:creationId xmlns:p14="http://schemas.microsoft.com/office/powerpoint/2010/main" val="21699963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Header with Full Dark Image">
    <p:bg>
      <p:bgPr>
        <a:solidFill>
          <a:schemeClr val="bg1"/>
        </a:solidFill>
        <a:effectLst/>
      </p:bgPr>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A6BED0E8-5F3C-7ED5-6D85-7ADCF623965A}"/>
              </a:ext>
            </a:extLst>
          </p:cNvPr>
          <p:cNvSpPr>
            <a:spLocks noGrp="1"/>
          </p:cNvSpPr>
          <p:nvPr>
            <p:ph type="pic" sz="quarter" idx="13" hasCustomPrompt="1"/>
          </p:nvPr>
        </p:nvSpPr>
        <p:spPr>
          <a:xfrm>
            <a:off x="0" y="0"/>
            <a:ext cx="12192000" cy="6858000"/>
          </a:xfrm>
          <a:solidFill>
            <a:schemeClr val="bg2"/>
          </a:solidFill>
        </p:spPr>
        <p:txBody>
          <a:bodyPr anchor="ctr"/>
          <a:lstStyle>
            <a:lvl1pPr algn="ctr">
              <a:defRPr b="0" i="0">
                <a:solidFill>
                  <a:schemeClr val="bg1"/>
                </a:solidFill>
                <a:latin typeface="+mn-lt"/>
              </a:defRPr>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 If using a title over the image, ensure the text is legible. Double click the image to adjust crop and scale.</a:t>
            </a:r>
          </a:p>
        </p:txBody>
      </p:sp>
      <p:sp>
        <p:nvSpPr>
          <p:cNvPr id="2" name="Title 1">
            <a:extLst>
              <a:ext uri="{FF2B5EF4-FFF2-40B4-BE49-F238E27FC236}">
                <a16:creationId xmlns:a16="http://schemas.microsoft.com/office/drawing/2014/main" id="{199B8AD4-5298-7DA9-DDAD-3AB53AF2F9F5}"/>
              </a:ext>
            </a:extLst>
          </p:cNvPr>
          <p:cNvSpPr>
            <a:spLocks noGrp="1"/>
          </p:cNvSpPr>
          <p:nvPr>
            <p:ph type="title"/>
          </p:nvPr>
        </p:nvSpPr>
        <p:spPr>
          <a:xfrm>
            <a:off x="289384" y="270000"/>
            <a:ext cx="8672054" cy="1758623"/>
          </a:xfrm>
        </p:spPr>
        <p:txBody>
          <a:bodyPr anchor="t">
            <a:spAutoFit/>
          </a:bodyPr>
          <a:lstStyle>
            <a:lvl1pPr>
              <a:lnSpc>
                <a:spcPct val="80000"/>
              </a:lnSpc>
              <a:defRPr lang="en-GB" sz="7000" b="0" i="0" kern="1200" spc="0" baseline="0" smtClean="0">
                <a:solidFill>
                  <a:schemeClr val="bg1"/>
                </a:solidFill>
                <a:latin typeface="+mj-lt"/>
                <a:ea typeface="+mj-ea"/>
                <a:cs typeface="+mj-cs"/>
              </a:defRPr>
            </a:lvl1pPr>
          </a:lstStyle>
          <a:p>
            <a:r>
              <a:rPr lang="en-US"/>
              <a:t>Click to edit Master title style</a:t>
            </a:r>
            <a:endParaRPr lang="en-GB" dirty="0"/>
          </a:p>
        </p:txBody>
      </p:sp>
      <p:sp>
        <p:nvSpPr>
          <p:cNvPr id="6" name="Slide Number Placeholder 5">
            <a:extLst>
              <a:ext uri="{FF2B5EF4-FFF2-40B4-BE49-F238E27FC236}">
                <a16:creationId xmlns:a16="http://schemas.microsoft.com/office/drawing/2014/main" id="{6F49183B-3F5F-D40F-DF08-A45F8678A099}"/>
              </a:ext>
            </a:extLst>
          </p:cNvPr>
          <p:cNvSpPr>
            <a:spLocks noGrp="1"/>
          </p:cNvSpPr>
          <p:nvPr>
            <p:ph type="sldNum" sz="quarter" idx="12"/>
          </p:nvPr>
        </p:nvSpPr>
        <p:spPr/>
        <p:txBody>
          <a:bodyPr/>
          <a:lstStyle>
            <a:lvl1pPr>
              <a:defRPr>
                <a:solidFill>
                  <a:schemeClr val="bg1"/>
                </a:solidFill>
              </a:defRPr>
            </a:lvl1pPr>
          </a:lstStyle>
          <a:p>
            <a:fld id="{AEC8D767-5246-2244-A4A3-B8AFB218393C}" type="slidenum">
              <a:rPr lang="en-GB" smtClean="0"/>
              <a:pPr/>
              <a:t>‹#›</a:t>
            </a:fld>
            <a:endParaRPr lang="en-GB" dirty="0"/>
          </a:p>
        </p:txBody>
      </p:sp>
      <p:sp>
        <p:nvSpPr>
          <p:cNvPr id="3" name="Footer Placeholder 4">
            <a:extLst>
              <a:ext uri="{FF2B5EF4-FFF2-40B4-BE49-F238E27FC236}">
                <a16:creationId xmlns:a16="http://schemas.microsoft.com/office/drawing/2014/main" id="{9491BFCC-4CF5-814A-036A-AA78247FF396}"/>
              </a:ext>
            </a:extLst>
          </p:cNvPr>
          <p:cNvSpPr>
            <a:spLocks noGrp="1"/>
          </p:cNvSpPr>
          <p:nvPr>
            <p:ph type="ftr" sz="quarter" idx="3"/>
          </p:nvPr>
        </p:nvSpPr>
        <p:spPr>
          <a:xfrm>
            <a:off x="288259" y="5868000"/>
            <a:ext cx="1161051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bg1"/>
                </a:solidFill>
                <a:latin typeface="+mn-lt"/>
              </a:defRPr>
            </a:lvl1pPr>
          </a:lstStyle>
          <a:p>
            <a:pPr>
              <a:spcBef>
                <a:spcPts val="0"/>
              </a:spcBef>
              <a:spcAft>
                <a:spcPts val="300"/>
              </a:spcAft>
            </a:pPr>
            <a:r>
              <a:rPr lang="en-US" dirty="0"/>
              <a:t>Slide legal disclaimer goes here if required
Slide footer goes here if required. Turn off globally using the Header/Footer function (under the Insert menu).</a:t>
            </a:r>
          </a:p>
        </p:txBody>
      </p:sp>
      <p:sp>
        <p:nvSpPr>
          <p:cNvPr id="10" name="SmartArt Placeholder 9">
            <a:extLst>
              <a:ext uri="{FF2B5EF4-FFF2-40B4-BE49-F238E27FC236}">
                <a16:creationId xmlns:a16="http://schemas.microsoft.com/office/drawing/2014/main" id="{5A280A0E-8ABE-87F1-05FC-BB3C20B16178}"/>
              </a:ext>
            </a:extLst>
          </p:cNvPr>
          <p:cNvSpPr>
            <a:spLocks noGrp="1" noRot="1" noMove="1" noResize="1" noEditPoints="1" noAdjustHandles="1" noChangeArrowheads="1" noChangeShapeType="1"/>
          </p:cNvSpPr>
          <p:nvPr>
            <p:ph type="dgm" sz="quarter" idx="14" hasCustomPrompt="1"/>
          </p:nvPr>
        </p:nvSpPr>
        <p:spPr>
          <a:xfrm>
            <a:off x="287338" y="6416675"/>
            <a:ext cx="352800" cy="149403"/>
          </a:xfrm>
          <a:custGeom>
            <a:avLst/>
            <a:gdLst>
              <a:gd name="connsiteX0" fmla="*/ 150933 w 352800"/>
              <a:gd name="connsiteY0" fmla="*/ 75720 h 149403"/>
              <a:gd name="connsiteX1" fmla="*/ 138451 w 352800"/>
              <a:gd name="connsiteY1" fmla="*/ 101639 h 149403"/>
              <a:gd name="connsiteX2" fmla="*/ 170179 w 352800"/>
              <a:gd name="connsiteY2" fmla="*/ 134500 h 149403"/>
              <a:gd name="connsiteX3" fmla="*/ 197198 w 352800"/>
              <a:gd name="connsiteY3" fmla="*/ 126129 h 149403"/>
              <a:gd name="connsiteX4" fmla="*/ 194943 w 352800"/>
              <a:gd name="connsiteY4" fmla="*/ 61438 h 149403"/>
              <a:gd name="connsiteX5" fmla="*/ 175087 w 352800"/>
              <a:gd name="connsiteY5" fmla="*/ 65313 h 149403"/>
              <a:gd name="connsiteX6" fmla="*/ 215211 w 352800"/>
              <a:gd name="connsiteY6" fmla="*/ 109414 h 149403"/>
              <a:gd name="connsiteX7" fmla="*/ 221763 w 352800"/>
              <a:gd name="connsiteY7" fmla="*/ 87569 h 149403"/>
              <a:gd name="connsiteX8" fmla="*/ 194943 w 352800"/>
              <a:gd name="connsiteY8" fmla="*/ 61438 h 149403"/>
              <a:gd name="connsiteX9" fmla="*/ 170179 w 352800"/>
              <a:gd name="connsiteY9" fmla="*/ 10817 h 149403"/>
              <a:gd name="connsiteX10" fmla="*/ 150734 w 352800"/>
              <a:gd name="connsiteY10" fmla="*/ 29397 h 149403"/>
              <a:gd name="connsiteX11" fmla="*/ 160762 w 352800"/>
              <a:gd name="connsiteY11" fmla="*/ 49603 h 149403"/>
              <a:gd name="connsiteX12" fmla="*/ 169569 w 352800"/>
              <a:gd name="connsiteY12" fmla="*/ 59402 h 149403"/>
              <a:gd name="connsiteX13" fmla="*/ 189425 w 352800"/>
              <a:gd name="connsiteY13" fmla="*/ 30415 h 149403"/>
              <a:gd name="connsiteX14" fmla="*/ 170179 w 352800"/>
              <a:gd name="connsiteY14" fmla="*/ 10817 h 149403"/>
              <a:gd name="connsiteX15" fmla="*/ 327413 w 352800"/>
              <a:gd name="connsiteY15" fmla="*/ 3267 h 149403"/>
              <a:gd name="connsiteX16" fmla="*/ 352800 w 352800"/>
              <a:gd name="connsiteY16" fmla="*/ 3267 h 149403"/>
              <a:gd name="connsiteX17" fmla="*/ 352800 w 352800"/>
              <a:gd name="connsiteY17" fmla="*/ 102260 h 149403"/>
              <a:gd name="connsiteX18" fmla="*/ 305301 w 352800"/>
              <a:gd name="connsiteY18" fmla="*/ 149403 h 149403"/>
              <a:gd name="connsiteX19" fmla="*/ 257802 w 352800"/>
              <a:gd name="connsiteY19" fmla="*/ 102260 h 149403"/>
              <a:gd name="connsiteX20" fmla="*/ 257802 w 352800"/>
              <a:gd name="connsiteY20" fmla="*/ 93480 h 149403"/>
              <a:gd name="connsiteX21" fmla="*/ 283190 w 352800"/>
              <a:gd name="connsiteY21" fmla="*/ 87159 h 149403"/>
              <a:gd name="connsiteX22" fmla="*/ 283190 w 352800"/>
              <a:gd name="connsiteY22" fmla="*/ 106743 h 149403"/>
              <a:gd name="connsiteX23" fmla="*/ 305301 w 352800"/>
              <a:gd name="connsiteY23" fmla="*/ 136140 h 149403"/>
              <a:gd name="connsiteX24" fmla="*/ 327413 w 352800"/>
              <a:gd name="connsiteY24" fmla="*/ 108793 h 149403"/>
              <a:gd name="connsiteX25" fmla="*/ 69610 w 352800"/>
              <a:gd name="connsiteY25" fmla="*/ 3267 h 149403"/>
              <a:gd name="connsiteX26" fmla="*/ 94998 w 352800"/>
              <a:gd name="connsiteY26" fmla="*/ 3267 h 149403"/>
              <a:gd name="connsiteX27" fmla="*/ 94998 w 352800"/>
              <a:gd name="connsiteY27" fmla="*/ 102260 h 149403"/>
              <a:gd name="connsiteX28" fmla="*/ 47499 w 352800"/>
              <a:gd name="connsiteY28" fmla="*/ 149403 h 149403"/>
              <a:gd name="connsiteX29" fmla="*/ 0 w 352800"/>
              <a:gd name="connsiteY29" fmla="*/ 102260 h 149403"/>
              <a:gd name="connsiteX30" fmla="*/ 0 w 352800"/>
              <a:gd name="connsiteY30" fmla="*/ 93480 h 149403"/>
              <a:gd name="connsiteX31" fmla="*/ 25388 w 352800"/>
              <a:gd name="connsiteY31" fmla="*/ 87159 h 149403"/>
              <a:gd name="connsiteX32" fmla="*/ 25388 w 352800"/>
              <a:gd name="connsiteY32" fmla="*/ 106743 h 149403"/>
              <a:gd name="connsiteX33" fmla="*/ 47499 w 352800"/>
              <a:gd name="connsiteY33" fmla="*/ 136140 h 149403"/>
              <a:gd name="connsiteX34" fmla="*/ 69610 w 352800"/>
              <a:gd name="connsiteY34" fmla="*/ 108793 h 149403"/>
              <a:gd name="connsiteX35" fmla="*/ 170789 w 352800"/>
              <a:gd name="connsiteY35" fmla="*/ 0 h 149403"/>
              <a:gd name="connsiteX36" fmla="*/ 209282 w 352800"/>
              <a:gd name="connsiteY36" fmla="*/ 27757 h 149403"/>
              <a:gd name="connsiteX37" fmla="*/ 187171 w 352800"/>
              <a:gd name="connsiteY37" fmla="*/ 54694 h 149403"/>
              <a:gd name="connsiteX38" fmla="*/ 187582 w 352800"/>
              <a:gd name="connsiteY38" fmla="*/ 55514 h 149403"/>
              <a:gd name="connsiteX39" fmla="*/ 212147 w 352800"/>
              <a:gd name="connsiteY39" fmla="*/ 50621 h 149403"/>
              <a:gd name="connsiteX40" fmla="*/ 238967 w 352800"/>
              <a:gd name="connsiteY40" fmla="*/ 76540 h 149403"/>
              <a:gd name="connsiteX41" fmla="*/ 221565 w 352800"/>
              <a:gd name="connsiteY41" fmla="*/ 116344 h 149403"/>
              <a:gd name="connsiteX42" fmla="*/ 247748 w 352800"/>
              <a:gd name="connsiteY42" fmla="*/ 145119 h 149403"/>
              <a:gd name="connsiteX43" fmla="*/ 247748 w 352800"/>
              <a:gd name="connsiteY43" fmla="*/ 146137 h 149403"/>
              <a:gd name="connsiteX44" fmla="*/ 215609 w 352800"/>
              <a:gd name="connsiteY44" fmla="*/ 146137 h 149403"/>
              <a:gd name="connsiteX45" fmla="*/ 203326 w 352800"/>
              <a:gd name="connsiteY45" fmla="*/ 132873 h 149403"/>
              <a:gd name="connsiteX46" fmla="*/ 157061 w 352800"/>
              <a:gd name="connsiteY46" fmla="*/ 149403 h 149403"/>
              <a:gd name="connsiteX47" fmla="*/ 115915 w 352800"/>
              <a:gd name="connsiteY47" fmla="*/ 110829 h 149403"/>
              <a:gd name="connsiteX48" fmla="*/ 145190 w 352800"/>
              <a:gd name="connsiteY48" fmla="*/ 69809 h 149403"/>
              <a:gd name="connsiteX49" fmla="*/ 144991 w 352800"/>
              <a:gd name="connsiteY49" fmla="*/ 69399 h 149403"/>
              <a:gd name="connsiteX50" fmla="*/ 128609 w 352800"/>
              <a:gd name="connsiteY50" fmla="*/ 35308 h 149403"/>
              <a:gd name="connsiteX51" fmla="*/ 170789 w 352800"/>
              <a:gd name="connsiteY51" fmla="*/ 0 h 1494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352800" h="149403">
                <a:moveTo>
                  <a:pt x="150933" y="75720"/>
                </a:moveTo>
                <a:cubicBezTo>
                  <a:pt x="143160" y="81221"/>
                  <a:pt x="138451" y="91020"/>
                  <a:pt x="138451" y="101639"/>
                </a:cubicBezTo>
                <a:cubicBezTo>
                  <a:pt x="138451" y="118579"/>
                  <a:pt x="150522" y="134500"/>
                  <a:pt x="170179" y="134500"/>
                </a:cubicBezTo>
                <a:cubicBezTo>
                  <a:pt x="178973" y="134500"/>
                  <a:pt x="188603" y="131234"/>
                  <a:pt x="197198" y="126129"/>
                </a:cubicBezTo>
                <a:close/>
                <a:moveTo>
                  <a:pt x="194943" y="61438"/>
                </a:moveTo>
                <a:cubicBezTo>
                  <a:pt x="189213" y="61438"/>
                  <a:pt x="182250" y="62456"/>
                  <a:pt x="175087" y="65313"/>
                </a:cubicBezTo>
                <a:lnTo>
                  <a:pt x="215211" y="109414"/>
                </a:lnTo>
                <a:cubicBezTo>
                  <a:pt x="219721" y="102472"/>
                  <a:pt x="221763" y="94921"/>
                  <a:pt x="221763" y="87569"/>
                </a:cubicBezTo>
                <a:cubicBezTo>
                  <a:pt x="221763" y="71026"/>
                  <a:pt x="211524" y="61438"/>
                  <a:pt x="194943" y="61438"/>
                </a:cubicBezTo>
                <a:close/>
                <a:moveTo>
                  <a:pt x="170179" y="10817"/>
                </a:moveTo>
                <a:cubicBezTo>
                  <a:pt x="158294" y="10817"/>
                  <a:pt x="150721" y="17548"/>
                  <a:pt x="150734" y="29397"/>
                </a:cubicBezTo>
                <a:cubicBezTo>
                  <a:pt x="150734" y="35718"/>
                  <a:pt x="152976" y="41034"/>
                  <a:pt x="160762" y="49603"/>
                </a:cubicBezTo>
                <a:lnTo>
                  <a:pt x="169569" y="59402"/>
                </a:lnTo>
                <a:cubicBezTo>
                  <a:pt x="183695" y="53068"/>
                  <a:pt x="189425" y="42052"/>
                  <a:pt x="189425" y="30415"/>
                </a:cubicBezTo>
                <a:cubicBezTo>
                  <a:pt x="189425" y="17760"/>
                  <a:pt x="182263" y="10817"/>
                  <a:pt x="170179" y="10817"/>
                </a:cubicBezTo>
                <a:close/>
                <a:moveTo>
                  <a:pt x="327413" y="3267"/>
                </a:moveTo>
                <a:lnTo>
                  <a:pt x="352800" y="3267"/>
                </a:lnTo>
                <a:lnTo>
                  <a:pt x="352800" y="102260"/>
                </a:lnTo>
                <a:cubicBezTo>
                  <a:pt x="352800" y="128986"/>
                  <a:pt x="339496" y="149403"/>
                  <a:pt x="305301" y="149403"/>
                </a:cubicBezTo>
                <a:cubicBezTo>
                  <a:pt x="271106" y="149403"/>
                  <a:pt x="257802" y="128999"/>
                  <a:pt x="257802" y="102260"/>
                </a:cubicBezTo>
                <a:lnTo>
                  <a:pt x="257802" y="93480"/>
                </a:lnTo>
                <a:lnTo>
                  <a:pt x="283190" y="87159"/>
                </a:lnTo>
                <a:lnTo>
                  <a:pt x="283190" y="106743"/>
                </a:lnTo>
                <a:cubicBezTo>
                  <a:pt x="283190" y="125323"/>
                  <a:pt x="289941" y="136140"/>
                  <a:pt x="305301" y="136140"/>
                </a:cubicBezTo>
                <a:cubicBezTo>
                  <a:pt x="320860" y="136140"/>
                  <a:pt x="327413" y="125931"/>
                  <a:pt x="327413" y="108793"/>
                </a:cubicBezTo>
                <a:close/>
                <a:moveTo>
                  <a:pt x="69610" y="3267"/>
                </a:moveTo>
                <a:lnTo>
                  <a:pt x="94998" y="3267"/>
                </a:lnTo>
                <a:lnTo>
                  <a:pt x="94998" y="102260"/>
                </a:lnTo>
                <a:cubicBezTo>
                  <a:pt x="94998" y="128986"/>
                  <a:pt x="81694" y="149403"/>
                  <a:pt x="47499" y="149403"/>
                </a:cubicBezTo>
                <a:cubicBezTo>
                  <a:pt x="13304" y="149403"/>
                  <a:pt x="0" y="128999"/>
                  <a:pt x="0" y="102260"/>
                </a:cubicBezTo>
                <a:lnTo>
                  <a:pt x="0" y="93480"/>
                </a:lnTo>
                <a:lnTo>
                  <a:pt x="25388" y="87159"/>
                </a:lnTo>
                <a:lnTo>
                  <a:pt x="25388" y="106743"/>
                </a:lnTo>
                <a:cubicBezTo>
                  <a:pt x="25388" y="125323"/>
                  <a:pt x="32139" y="136140"/>
                  <a:pt x="47499" y="136140"/>
                </a:cubicBezTo>
                <a:cubicBezTo>
                  <a:pt x="63058" y="136140"/>
                  <a:pt x="69610" y="125931"/>
                  <a:pt x="69610" y="108793"/>
                </a:cubicBezTo>
                <a:close/>
                <a:moveTo>
                  <a:pt x="170789" y="0"/>
                </a:moveTo>
                <a:cubicBezTo>
                  <a:pt x="195355" y="0"/>
                  <a:pt x="209282" y="12246"/>
                  <a:pt x="209282" y="27757"/>
                </a:cubicBezTo>
                <a:cubicBezTo>
                  <a:pt x="209282" y="38574"/>
                  <a:pt x="202729" y="46323"/>
                  <a:pt x="187171" y="54694"/>
                </a:cubicBezTo>
                <a:lnTo>
                  <a:pt x="187582" y="55514"/>
                </a:lnTo>
                <a:cubicBezTo>
                  <a:pt x="193922" y="53068"/>
                  <a:pt x="203552" y="50621"/>
                  <a:pt x="212147" y="50621"/>
                </a:cubicBezTo>
                <a:cubicBezTo>
                  <a:pt x="228528" y="50621"/>
                  <a:pt x="238967" y="61028"/>
                  <a:pt x="238967" y="76540"/>
                </a:cubicBezTo>
                <a:cubicBezTo>
                  <a:pt x="238967" y="88997"/>
                  <a:pt x="232627" y="103279"/>
                  <a:pt x="221565" y="116344"/>
                </a:cubicBezTo>
                <a:lnTo>
                  <a:pt x="247748" y="145119"/>
                </a:lnTo>
                <a:lnTo>
                  <a:pt x="247748" y="146137"/>
                </a:lnTo>
                <a:lnTo>
                  <a:pt x="215609" y="146137"/>
                </a:lnTo>
                <a:lnTo>
                  <a:pt x="203326" y="132873"/>
                </a:lnTo>
                <a:cubicBezTo>
                  <a:pt x="188179" y="143479"/>
                  <a:pt x="171386" y="149403"/>
                  <a:pt x="157061" y="149403"/>
                </a:cubicBezTo>
                <a:cubicBezTo>
                  <a:pt x="132085" y="149403"/>
                  <a:pt x="115915" y="131855"/>
                  <a:pt x="115915" y="110829"/>
                </a:cubicBezTo>
                <a:cubicBezTo>
                  <a:pt x="115915" y="94908"/>
                  <a:pt x="125134" y="79396"/>
                  <a:pt x="145190" y="69809"/>
                </a:cubicBezTo>
                <a:lnTo>
                  <a:pt x="144991" y="69399"/>
                </a:lnTo>
                <a:cubicBezTo>
                  <a:pt x="133119" y="56532"/>
                  <a:pt x="128609" y="45927"/>
                  <a:pt x="128609" y="35308"/>
                </a:cubicBezTo>
                <a:cubicBezTo>
                  <a:pt x="128609" y="15723"/>
                  <a:pt x="142537" y="0"/>
                  <a:pt x="170789" y="0"/>
                </a:cubicBezTo>
                <a:close/>
              </a:path>
            </a:pathLst>
          </a:custGeom>
          <a:solidFill>
            <a:schemeClr val="bg1"/>
          </a:solidFill>
        </p:spPr>
        <p:txBody>
          <a:bodyPr wrap="square">
            <a:noAutofit/>
          </a:bodyPr>
          <a:lstStyle>
            <a:lvl1pPr>
              <a:defRPr>
                <a:solidFill>
                  <a:schemeClr val="bg1"/>
                </a:solidFill>
              </a:defRPr>
            </a:lvl1pPr>
          </a:lstStyle>
          <a:p>
            <a:r>
              <a:rPr lang="en-US" dirty="0"/>
              <a:t>  </a:t>
            </a:r>
          </a:p>
        </p:txBody>
      </p:sp>
      <p:sp>
        <p:nvSpPr>
          <p:cNvPr id="4" name="Subtitle 2">
            <a:extLst>
              <a:ext uri="{FF2B5EF4-FFF2-40B4-BE49-F238E27FC236}">
                <a16:creationId xmlns:a16="http://schemas.microsoft.com/office/drawing/2014/main" id="{A477576C-4DAC-133C-26FB-AA2139F25803}"/>
              </a:ext>
            </a:extLst>
          </p:cNvPr>
          <p:cNvSpPr>
            <a:spLocks noGrp="1"/>
          </p:cNvSpPr>
          <p:nvPr>
            <p:ph type="subTitle" idx="1" hasCustomPrompt="1"/>
          </p:nvPr>
        </p:nvSpPr>
        <p:spPr>
          <a:xfrm>
            <a:off x="284805" y="4889500"/>
            <a:ext cx="5760000" cy="865834"/>
          </a:xfrm>
        </p:spPr>
        <p:txBody>
          <a:bodyPr anchor="b"/>
          <a:lstStyle>
            <a:lvl1pPr marL="0" indent="0" algn="l">
              <a:lnSpc>
                <a:spcPct val="100000"/>
              </a:lnSpc>
              <a:spcBef>
                <a:spcPts val="0"/>
              </a:spcBef>
              <a:spcAft>
                <a:spcPts val="0"/>
              </a:spcAft>
              <a:buNone/>
              <a:defRPr sz="1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Supporting details. Delete if not required.</a:t>
            </a:r>
          </a:p>
        </p:txBody>
      </p:sp>
      <p:sp>
        <p:nvSpPr>
          <p:cNvPr id="8" name="SmartArt Placeholder 7">
            <a:extLst>
              <a:ext uri="{FF2B5EF4-FFF2-40B4-BE49-F238E27FC236}">
                <a16:creationId xmlns:a16="http://schemas.microsoft.com/office/drawing/2014/main" id="{582DB593-3E28-D111-D858-2C2907D8A727}"/>
              </a:ext>
            </a:extLst>
          </p:cNvPr>
          <p:cNvSpPr>
            <a:spLocks noGrp="1"/>
          </p:cNvSpPr>
          <p:nvPr>
            <p:ph type="dgm" sz="quarter" idx="16" hasCustomPrompt="1"/>
          </p:nvPr>
        </p:nvSpPr>
        <p:spPr>
          <a:xfrm>
            <a:off x="10620216" y="6422112"/>
            <a:ext cx="762734" cy="142875"/>
          </a:xfrm>
          <a:custGeom>
            <a:avLst/>
            <a:gdLst>
              <a:gd name="connsiteX0" fmla="*/ 648405 w 762734"/>
              <a:gd name="connsiteY0" fmla="*/ 125536 h 142875"/>
              <a:gd name="connsiteX1" fmla="*/ 648893 w 762734"/>
              <a:gd name="connsiteY1" fmla="*/ 125730 h 142875"/>
              <a:gd name="connsiteX2" fmla="*/ 647944 w 762734"/>
              <a:gd name="connsiteY2" fmla="*/ 125730 h 142875"/>
              <a:gd name="connsiteX3" fmla="*/ 320164 w 762734"/>
              <a:gd name="connsiteY3" fmla="*/ 125536 h 142875"/>
              <a:gd name="connsiteX4" fmla="*/ 320652 w 762734"/>
              <a:gd name="connsiteY4" fmla="*/ 125730 h 142875"/>
              <a:gd name="connsiteX5" fmla="*/ 319703 w 762734"/>
              <a:gd name="connsiteY5" fmla="*/ 125730 h 142875"/>
              <a:gd name="connsiteX6" fmla="*/ 487619 w 762734"/>
              <a:gd name="connsiteY6" fmla="*/ 84772 h 142875"/>
              <a:gd name="connsiteX7" fmla="*/ 479081 w 762734"/>
              <a:gd name="connsiteY7" fmla="*/ 87630 h 142875"/>
              <a:gd name="connsiteX8" fmla="*/ 468645 w 762734"/>
              <a:gd name="connsiteY8" fmla="*/ 90487 h 142875"/>
              <a:gd name="connsiteX9" fmla="*/ 457261 w 762734"/>
              <a:gd name="connsiteY9" fmla="*/ 102870 h 142875"/>
              <a:gd name="connsiteX10" fmla="*/ 461174 w 762734"/>
              <a:gd name="connsiteY10" fmla="*/ 111561 h 142875"/>
              <a:gd name="connsiteX11" fmla="*/ 471026 w 762734"/>
              <a:gd name="connsiteY11" fmla="*/ 115086 h 142875"/>
              <a:gd name="connsiteX12" fmla="*/ 470543 w 762734"/>
              <a:gd name="connsiteY12" fmla="*/ 115252 h 142875"/>
              <a:gd name="connsiteX13" fmla="*/ 471491 w 762734"/>
              <a:gd name="connsiteY13" fmla="*/ 115252 h 142875"/>
              <a:gd name="connsiteX14" fmla="*/ 471026 w 762734"/>
              <a:gd name="connsiteY14" fmla="*/ 115086 h 142875"/>
              <a:gd name="connsiteX15" fmla="*/ 482638 w 762734"/>
              <a:gd name="connsiteY15" fmla="*/ 111085 h 142875"/>
              <a:gd name="connsiteX16" fmla="*/ 487619 w 762734"/>
              <a:gd name="connsiteY16" fmla="*/ 99060 h 142875"/>
              <a:gd name="connsiteX17" fmla="*/ 648893 w 762734"/>
              <a:gd name="connsiteY17" fmla="*/ 58103 h 142875"/>
              <a:gd name="connsiteX18" fmla="*/ 628022 w 762734"/>
              <a:gd name="connsiteY18" fmla="*/ 85725 h 142875"/>
              <a:gd name="connsiteX19" fmla="*/ 648893 w 762734"/>
              <a:gd name="connsiteY19" fmla="*/ 113347 h 142875"/>
              <a:gd name="connsiteX20" fmla="*/ 669764 w 762734"/>
              <a:gd name="connsiteY20" fmla="*/ 85725 h 142875"/>
              <a:gd name="connsiteX21" fmla="*/ 648893 w 762734"/>
              <a:gd name="connsiteY21" fmla="*/ 58103 h 142875"/>
              <a:gd name="connsiteX22" fmla="*/ 320652 w 762734"/>
              <a:gd name="connsiteY22" fmla="*/ 58103 h 142875"/>
              <a:gd name="connsiteX23" fmla="*/ 299781 w 762734"/>
              <a:gd name="connsiteY23" fmla="*/ 85725 h 142875"/>
              <a:gd name="connsiteX24" fmla="*/ 320652 w 762734"/>
              <a:gd name="connsiteY24" fmla="*/ 113347 h 142875"/>
              <a:gd name="connsiteX25" fmla="*/ 341523 w 762734"/>
              <a:gd name="connsiteY25" fmla="*/ 85725 h 142875"/>
              <a:gd name="connsiteX26" fmla="*/ 320652 w 762734"/>
              <a:gd name="connsiteY26" fmla="*/ 58103 h 142875"/>
              <a:gd name="connsiteX27" fmla="*/ 582486 w 762734"/>
              <a:gd name="connsiteY27" fmla="*/ 47625 h 142875"/>
              <a:gd name="connsiteX28" fmla="*/ 596716 w 762734"/>
              <a:gd name="connsiteY28" fmla="*/ 47625 h 142875"/>
              <a:gd name="connsiteX29" fmla="*/ 596716 w 762734"/>
              <a:gd name="connsiteY29" fmla="*/ 123825 h 142875"/>
              <a:gd name="connsiteX30" fmla="*/ 582486 w 762734"/>
              <a:gd name="connsiteY30" fmla="*/ 123825 h 142875"/>
              <a:gd name="connsiteX31" fmla="*/ 365240 w 762734"/>
              <a:gd name="connsiteY31" fmla="*/ 47625 h 142875"/>
              <a:gd name="connsiteX32" fmla="*/ 380419 w 762734"/>
              <a:gd name="connsiteY32" fmla="*/ 47625 h 142875"/>
              <a:gd name="connsiteX33" fmla="*/ 399392 w 762734"/>
              <a:gd name="connsiteY33" fmla="*/ 108585 h 142875"/>
              <a:gd name="connsiteX34" fmla="*/ 418366 w 762734"/>
              <a:gd name="connsiteY34" fmla="*/ 47625 h 142875"/>
              <a:gd name="connsiteX35" fmla="*/ 432596 w 762734"/>
              <a:gd name="connsiteY35" fmla="*/ 47625 h 142875"/>
              <a:gd name="connsiteX36" fmla="*/ 407930 w 762734"/>
              <a:gd name="connsiteY36" fmla="*/ 123825 h 142875"/>
              <a:gd name="connsiteX37" fmla="*/ 389906 w 762734"/>
              <a:gd name="connsiteY37" fmla="*/ 123825 h 142875"/>
              <a:gd name="connsiteX38" fmla="*/ 738069 w 762734"/>
              <a:gd name="connsiteY38" fmla="*/ 45720 h 142875"/>
              <a:gd name="connsiteX39" fmla="*/ 762734 w 762734"/>
              <a:gd name="connsiteY39" fmla="*/ 71437 h 142875"/>
              <a:gd name="connsiteX40" fmla="*/ 762734 w 762734"/>
              <a:gd name="connsiteY40" fmla="*/ 123825 h 142875"/>
              <a:gd name="connsiteX41" fmla="*/ 748504 w 762734"/>
              <a:gd name="connsiteY41" fmla="*/ 123825 h 142875"/>
              <a:gd name="connsiteX42" fmla="*/ 748504 w 762734"/>
              <a:gd name="connsiteY42" fmla="*/ 73342 h 142875"/>
              <a:gd name="connsiteX43" fmla="*/ 732377 w 762734"/>
              <a:gd name="connsiteY43" fmla="*/ 56197 h 142875"/>
              <a:gd name="connsiteX44" fmla="*/ 716249 w 762734"/>
              <a:gd name="connsiteY44" fmla="*/ 73342 h 142875"/>
              <a:gd name="connsiteX45" fmla="*/ 716249 w 762734"/>
              <a:gd name="connsiteY45" fmla="*/ 123825 h 142875"/>
              <a:gd name="connsiteX46" fmla="*/ 702019 w 762734"/>
              <a:gd name="connsiteY46" fmla="*/ 123825 h 142875"/>
              <a:gd name="connsiteX47" fmla="*/ 702019 w 762734"/>
              <a:gd name="connsiteY47" fmla="*/ 47625 h 142875"/>
              <a:gd name="connsiteX48" fmla="*/ 716249 w 762734"/>
              <a:gd name="connsiteY48" fmla="*/ 47625 h 142875"/>
              <a:gd name="connsiteX49" fmla="*/ 716249 w 762734"/>
              <a:gd name="connsiteY49" fmla="*/ 59055 h 142875"/>
              <a:gd name="connsiteX50" fmla="*/ 738069 w 762734"/>
              <a:gd name="connsiteY50" fmla="*/ 45720 h 142875"/>
              <a:gd name="connsiteX51" fmla="*/ 649842 w 762734"/>
              <a:gd name="connsiteY51" fmla="*/ 45720 h 142875"/>
              <a:gd name="connsiteX52" fmla="*/ 683994 w 762734"/>
              <a:gd name="connsiteY52" fmla="*/ 84772 h 142875"/>
              <a:gd name="connsiteX53" fmla="*/ 674507 w 762734"/>
              <a:gd name="connsiteY53" fmla="*/ 114538 h 142875"/>
              <a:gd name="connsiteX54" fmla="*/ 648405 w 762734"/>
              <a:gd name="connsiteY54" fmla="*/ 125536 h 142875"/>
              <a:gd name="connsiteX55" fmla="*/ 623160 w 762734"/>
              <a:gd name="connsiteY55" fmla="*/ 115491 h 142875"/>
              <a:gd name="connsiteX56" fmla="*/ 613792 w 762734"/>
              <a:gd name="connsiteY56" fmla="*/ 86678 h 142875"/>
              <a:gd name="connsiteX57" fmla="*/ 649842 w 762734"/>
              <a:gd name="connsiteY57" fmla="*/ 45720 h 142875"/>
              <a:gd name="connsiteX58" fmla="*/ 321601 w 762734"/>
              <a:gd name="connsiteY58" fmla="*/ 45720 h 142875"/>
              <a:gd name="connsiteX59" fmla="*/ 355753 w 762734"/>
              <a:gd name="connsiteY59" fmla="*/ 84772 h 142875"/>
              <a:gd name="connsiteX60" fmla="*/ 346266 w 762734"/>
              <a:gd name="connsiteY60" fmla="*/ 114538 h 142875"/>
              <a:gd name="connsiteX61" fmla="*/ 320164 w 762734"/>
              <a:gd name="connsiteY61" fmla="*/ 125536 h 142875"/>
              <a:gd name="connsiteX62" fmla="*/ 294919 w 762734"/>
              <a:gd name="connsiteY62" fmla="*/ 115491 h 142875"/>
              <a:gd name="connsiteX63" fmla="*/ 285551 w 762734"/>
              <a:gd name="connsiteY63" fmla="*/ 86678 h 142875"/>
              <a:gd name="connsiteX64" fmla="*/ 321601 w 762734"/>
              <a:gd name="connsiteY64" fmla="*/ 45720 h 142875"/>
              <a:gd name="connsiteX65" fmla="*/ 244758 w 762734"/>
              <a:gd name="connsiteY65" fmla="*/ 45720 h 142875"/>
              <a:gd name="connsiteX66" fmla="*/ 269423 w 762734"/>
              <a:gd name="connsiteY66" fmla="*/ 71437 h 142875"/>
              <a:gd name="connsiteX67" fmla="*/ 269423 w 762734"/>
              <a:gd name="connsiteY67" fmla="*/ 123825 h 142875"/>
              <a:gd name="connsiteX68" fmla="*/ 255193 w 762734"/>
              <a:gd name="connsiteY68" fmla="*/ 123825 h 142875"/>
              <a:gd name="connsiteX69" fmla="*/ 255193 w 762734"/>
              <a:gd name="connsiteY69" fmla="*/ 73342 h 142875"/>
              <a:gd name="connsiteX70" fmla="*/ 239066 w 762734"/>
              <a:gd name="connsiteY70" fmla="*/ 56197 h 142875"/>
              <a:gd name="connsiteX71" fmla="*/ 222938 w 762734"/>
              <a:gd name="connsiteY71" fmla="*/ 73342 h 142875"/>
              <a:gd name="connsiteX72" fmla="*/ 222938 w 762734"/>
              <a:gd name="connsiteY72" fmla="*/ 123825 h 142875"/>
              <a:gd name="connsiteX73" fmla="*/ 208708 w 762734"/>
              <a:gd name="connsiteY73" fmla="*/ 123825 h 142875"/>
              <a:gd name="connsiteX74" fmla="*/ 208708 w 762734"/>
              <a:gd name="connsiteY74" fmla="*/ 47625 h 142875"/>
              <a:gd name="connsiteX75" fmla="*/ 222938 w 762734"/>
              <a:gd name="connsiteY75" fmla="*/ 47625 h 142875"/>
              <a:gd name="connsiteX76" fmla="*/ 222938 w 762734"/>
              <a:gd name="connsiteY76" fmla="*/ 59055 h 142875"/>
              <a:gd name="connsiteX77" fmla="*/ 244758 w 762734"/>
              <a:gd name="connsiteY77" fmla="*/ 45720 h 142875"/>
              <a:gd name="connsiteX78" fmla="*/ 165070 w 762734"/>
              <a:gd name="connsiteY78" fmla="*/ 45720 h 142875"/>
              <a:gd name="connsiteX79" fmla="*/ 189735 w 762734"/>
              <a:gd name="connsiteY79" fmla="*/ 71437 h 142875"/>
              <a:gd name="connsiteX80" fmla="*/ 189735 w 762734"/>
              <a:gd name="connsiteY80" fmla="*/ 123825 h 142875"/>
              <a:gd name="connsiteX81" fmla="*/ 175505 w 762734"/>
              <a:gd name="connsiteY81" fmla="*/ 123825 h 142875"/>
              <a:gd name="connsiteX82" fmla="*/ 175505 w 762734"/>
              <a:gd name="connsiteY82" fmla="*/ 73342 h 142875"/>
              <a:gd name="connsiteX83" fmla="*/ 159378 w 762734"/>
              <a:gd name="connsiteY83" fmla="*/ 56197 h 142875"/>
              <a:gd name="connsiteX84" fmla="*/ 143250 w 762734"/>
              <a:gd name="connsiteY84" fmla="*/ 73342 h 142875"/>
              <a:gd name="connsiteX85" fmla="*/ 143250 w 762734"/>
              <a:gd name="connsiteY85" fmla="*/ 123825 h 142875"/>
              <a:gd name="connsiteX86" fmla="*/ 129020 w 762734"/>
              <a:gd name="connsiteY86" fmla="*/ 123825 h 142875"/>
              <a:gd name="connsiteX87" fmla="*/ 129020 w 762734"/>
              <a:gd name="connsiteY87" fmla="*/ 47625 h 142875"/>
              <a:gd name="connsiteX88" fmla="*/ 143250 w 762734"/>
              <a:gd name="connsiteY88" fmla="*/ 47625 h 142875"/>
              <a:gd name="connsiteX89" fmla="*/ 143250 w 762734"/>
              <a:gd name="connsiteY89" fmla="*/ 59055 h 142875"/>
              <a:gd name="connsiteX90" fmla="*/ 165070 w 762734"/>
              <a:gd name="connsiteY90" fmla="*/ 45720 h 142875"/>
              <a:gd name="connsiteX91" fmla="*/ 475286 w 762734"/>
              <a:gd name="connsiteY91" fmla="*/ 44767 h 142875"/>
              <a:gd name="connsiteX92" fmla="*/ 502798 w 762734"/>
              <a:gd name="connsiteY92" fmla="*/ 68580 h 142875"/>
              <a:gd name="connsiteX93" fmla="*/ 502798 w 762734"/>
              <a:gd name="connsiteY93" fmla="*/ 106680 h 142875"/>
              <a:gd name="connsiteX94" fmla="*/ 504695 w 762734"/>
              <a:gd name="connsiteY94" fmla="*/ 122872 h 142875"/>
              <a:gd name="connsiteX95" fmla="*/ 490465 w 762734"/>
              <a:gd name="connsiteY95" fmla="*/ 122872 h 142875"/>
              <a:gd name="connsiteX96" fmla="*/ 488567 w 762734"/>
              <a:gd name="connsiteY96" fmla="*/ 111442 h 142875"/>
              <a:gd name="connsiteX97" fmla="*/ 466748 w 762734"/>
              <a:gd name="connsiteY97" fmla="*/ 123825 h 142875"/>
              <a:gd name="connsiteX98" fmla="*/ 466748 w 762734"/>
              <a:gd name="connsiteY98" fmla="*/ 125730 h 142875"/>
              <a:gd name="connsiteX99" fmla="*/ 443031 w 762734"/>
              <a:gd name="connsiteY99" fmla="*/ 103822 h 142875"/>
              <a:gd name="connsiteX100" fmla="*/ 462004 w 762734"/>
              <a:gd name="connsiteY100" fmla="*/ 81915 h 142875"/>
              <a:gd name="connsiteX101" fmla="*/ 483824 w 762734"/>
              <a:gd name="connsiteY101" fmla="*/ 76200 h 142875"/>
              <a:gd name="connsiteX102" fmla="*/ 488567 w 762734"/>
              <a:gd name="connsiteY102" fmla="*/ 70484 h 142875"/>
              <a:gd name="connsiteX103" fmla="*/ 488567 w 762734"/>
              <a:gd name="connsiteY103" fmla="*/ 68580 h 142875"/>
              <a:gd name="connsiteX104" fmla="*/ 474337 w 762734"/>
              <a:gd name="connsiteY104" fmla="*/ 56197 h 142875"/>
              <a:gd name="connsiteX105" fmla="*/ 457261 w 762734"/>
              <a:gd name="connsiteY105" fmla="*/ 71437 h 142875"/>
              <a:gd name="connsiteX106" fmla="*/ 443980 w 762734"/>
              <a:gd name="connsiteY106" fmla="*/ 68580 h 142875"/>
              <a:gd name="connsiteX107" fmla="*/ 475286 w 762734"/>
              <a:gd name="connsiteY107" fmla="*/ 44767 h 142875"/>
              <a:gd name="connsiteX108" fmla="*/ 543590 w 762734"/>
              <a:gd name="connsiteY108" fmla="*/ 24765 h 142875"/>
              <a:gd name="connsiteX109" fmla="*/ 543590 w 762734"/>
              <a:gd name="connsiteY109" fmla="*/ 46673 h 142875"/>
              <a:gd name="connsiteX110" fmla="*/ 565410 w 762734"/>
              <a:gd name="connsiteY110" fmla="*/ 46673 h 142875"/>
              <a:gd name="connsiteX111" fmla="*/ 565410 w 762734"/>
              <a:gd name="connsiteY111" fmla="*/ 58103 h 142875"/>
              <a:gd name="connsiteX112" fmla="*/ 543590 w 762734"/>
              <a:gd name="connsiteY112" fmla="*/ 58103 h 142875"/>
              <a:gd name="connsiteX113" fmla="*/ 543590 w 762734"/>
              <a:gd name="connsiteY113" fmla="*/ 100965 h 142875"/>
              <a:gd name="connsiteX114" fmla="*/ 554026 w 762734"/>
              <a:gd name="connsiteY114" fmla="*/ 112395 h 142875"/>
              <a:gd name="connsiteX115" fmla="*/ 565410 w 762734"/>
              <a:gd name="connsiteY115" fmla="*/ 109538 h 142875"/>
              <a:gd name="connsiteX116" fmla="*/ 564461 w 762734"/>
              <a:gd name="connsiteY116" fmla="*/ 110490 h 142875"/>
              <a:gd name="connsiteX117" fmla="*/ 568256 w 762734"/>
              <a:gd name="connsiteY117" fmla="*/ 120968 h 142875"/>
              <a:gd name="connsiteX118" fmla="*/ 552128 w 762734"/>
              <a:gd name="connsiteY118" fmla="*/ 125730 h 142875"/>
              <a:gd name="connsiteX119" fmla="*/ 529360 w 762734"/>
              <a:gd name="connsiteY119" fmla="*/ 103823 h 142875"/>
              <a:gd name="connsiteX120" fmla="*/ 529360 w 762734"/>
              <a:gd name="connsiteY120" fmla="*/ 59055 h 142875"/>
              <a:gd name="connsiteX121" fmla="*/ 515130 w 762734"/>
              <a:gd name="connsiteY121" fmla="*/ 59055 h 142875"/>
              <a:gd name="connsiteX122" fmla="*/ 515130 w 762734"/>
              <a:gd name="connsiteY122" fmla="*/ 47625 h 142875"/>
              <a:gd name="connsiteX123" fmla="*/ 529360 w 762734"/>
              <a:gd name="connsiteY123" fmla="*/ 47625 h 142875"/>
              <a:gd name="connsiteX124" fmla="*/ 529360 w 762734"/>
              <a:gd name="connsiteY124" fmla="*/ 28575 h 142875"/>
              <a:gd name="connsiteX125" fmla="*/ 93919 w 762734"/>
              <a:gd name="connsiteY125" fmla="*/ 17145 h 142875"/>
              <a:gd name="connsiteX126" fmla="*/ 109098 w 762734"/>
              <a:gd name="connsiteY126" fmla="*/ 17145 h 142875"/>
              <a:gd name="connsiteX127" fmla="*/ 109098 w 762734"/>
              <a:gd name="connsiteY127" fmla="*/ 123825 h 142875"/>
              <a:gd name="connsiteX128" fmla="*/ 93919 w 762734"/>
              <a:gd name="connsiteY128" fmla="*/ 123825 h 142875"/>
              <a:gd name="connsiteX129" fmla="*/ 589127 w 762734"/>
              <a:gd name="connsiteY129" fmla="*/ 14288 h 142875"/>
              <a:gd name="connsiteX130" fmla="*/ 598613 w 762734"/>
              <a:gd name="connsiteY130" fmla="*/ 23813 h 142875"/>
              <a:gd name="connsiteX131" fmla="*/ 589127 w 762734"/>
              <a:gd name="connsiteY131" fmla="*/ 33338 h 142875"/>
              <a:gd name="connsiteX132" fmla="*/ 579640 w 762734"/>
              <a:gd name="connsiteY132" fmla="*/ 23813 h 142875"/>
              <a:gd name="connsiteX133" fmla="*/ 589127 w 762734"/>
              <a:gd name="connsiteY133" fmla="*/ 14288 h 142875"/>
              <a:gd name="connsiteX134" fmla="*/ 0 w 762734"/>
              <a:gd name="connsiteY134" fmla="*/ 0 h 142875"/>
              <a:gd name="connsiteX135" fmla="*/ 14230 w 762734"/>
              <a:gd name="connsiteY135" fmla="*/ 0 h 142875"/>
              <a:gd name="connsiteX136" fmla="*/ 14230 w 762734"/>
              <a:gd name="connsiteY136" fmla="*/ 142875 h 142875"/>
              <a:gd name="connsiteX137" fmla="*/ 0 w 762734"/>
              <a:gd name="connsiteY137" fmla="*/ 142875 h 142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Lst>
            <a:rect l="l" t="t" r="r" b="b"/>
            <a:pathLst>
              <a:path w="762734" h="142875">
                <a:moveTo>
                  <a:pt x="648405" y="125536"/>
                </a:moveTo>
                <a:lnTo>
                  <a:pt x="648893" y="125730"/>
                </a:lnTo>
                <a:lnTo>
                  <a:pt x="647944" y="125730"/>
                </a:lnTo>
                <a:close/>
                <a:moveTo>
                  <a:pt x="320164" y="125536"/>
                </a:moveTo>
                <a:lnTo>
                  <a:pt x="320652" y="125730"/>
                </a:lnTo>
                <a:lnTo>
                  <a:pt x="319703" y="125730"/>
                </a:lnTo>
                <a:close/>
                <a:moveTo>
                  <a:pt x="487619" y="84772"/>
                </a:moveTo>
                <a:cubicBezTo>
                  <a:pt x="486670" y="84772"/>
                  <a:pt x="483824" y="86677"/>
                  <a:pt x="479081" y="87630"/>
                </a:cubicBezTo>
                <a:lnTo>
                  <a:pt x="468645" y="90487"/>
                </a:lnTo>
                <a:cubicBezTo>
                  <a:pt x="461056" y="92392"/>
                  <a:pt x="457261" y="96202"/>
                  <a:pt x="457261" y="102870"/>
                </a:cubicBezTo>
                <a:cubicBezTo>
                  <a:pt x="457261" y="106204"/>
                  <a:pt x="458684" y="109299"/>
                  <a:pt x="461174" y="111561"/>
                </a:cubicBezTo>
                <a:lnTo>
                  <a:pt x="471026" y="115086"/>
                </a:lnTo>
                <a:lnTo>
                  <a:pt x="470543" y="115252"/>
                </a:lnTo>
                <a:lnTo>
                  <a:pt x="471491" y="115252"/>
                </a:lnTo>
                <a:lnTo>
                  <a:pt x="471026" y="115086"/>
                </a:lnTo>
                <a:lnTo>
                  <a:pt x="482638" y="111085"/>
                </a:lnTo>
                <a:cubicBezTo>
                  <a:pt x="485721" y="108347"/>
                  <a:pt x="487619" y="104299"/>
                  <a:pt x="487619" y="99060"/>
                </a:cubicBezTo>
                <a:close/>
                <a:moveTo>
                  <a:pt x="648893" y="58103"/>
                </a:moveTo>
                <a:cubicBezTo>
                  <a:pt x="636560" y="58103"/>
                  <a:pt x="628022" y="66675"/>
                  <a:pt x="628022" y="85725"/>
                </a:cubicBezTo>
                <a:cubicBezTo>
                  <a:pt x="628022" y="104775"/>
                  <a:pt x="636560" y="113347"/>
                  <a:pt x="648893" y="113347"/>
                </a:cubicBezTo>
                <a:cubicBezTo>
                  <a:pt x="661226" y="113347"/>
                  <a:pt x="669764" y="104775"/>
                  <a:pt x="669764" y="85725"/>
                </a:cubicBezTo>
                <a:cubicBezTo>
                  <a:pt x="669764" y="66675"/>
                  <a:pt x="661226" y="58103"/>
                  <a:pt x="648893" y="58103"/>
                </a:cubicBezTo>
                <a:close/>
                <a:moveTo>
                  <a:pt x="320652" y="58103"/>
                </a:moveTo>
                <a:cubicBezTo>
                  <a:pt x="308319" y="58103"/>
                  <a:pt x="299781" y="66675"/>
                  <a:pt x="299781" y="85725"/>
                </a:cubicBezTo>
                <a:cubicBezTo>
                  <a:pt x="299781" y="104775"/>
                  <a:pt x="308319" y="113347"/>
                  <a:pt x="320652" y="113347"/>
                </a:cubicBezTo>
                <a:cubicBezTo>
                  <a:pt x="332985" y="113347"/>
                  <a:pt x="341523" y="104775"/>
                  <a:pt x="341523" y="85725"/>
                </a:cubicBezTo>
                <a:cubicBezTo>
                  <a:pt x="341523" y="66675"/>
                  <a:pt x="332985" y="58103"/>
                  <a:pt x="320652" y="58103"/>
                </a:cubicBezTo>
                <a:close/>
                <a:moveTo>
                  <a:pt x="582486" y="47625"/>
                </a:moveTo>
                <a:lnTo>
                  <a:pt x="596716" y="47625"/>
                </a:lnTo>
                <a:lnTo>
                  <a:pt x="596716" y="123825"/>
                </a:lnTo>
                <a:lnTo>
                  <a:pt x="582486" y="123825"/>
                </a:lnTo>
                <a:close/>
                <a:moveTo>
                  <a:pt x="365240" y="47625"/>
                </a:moveTo>
                <a:lnTo>
                  <a:pt x="380419" y="47625"/>
                </a:lnTo>
                <a:lnTo>
                  <a:pt x="399392" y="108585"/>
                </a:lnTo>
                <a:lnTo>
                  <a:pt x="418366" y="47625"/>
                </a:lnTo>
                <a:lnTo>
                  <a:pt x="432596" y="47625"/>
                </a:lnTo>
                <a:lnTo>
                  <a:pt x="407930" y="123825"/>
                </a:lnTo>
                <a:lnTo>
                  <a:pt x="389906" y="123825"/>
                </a:lnTo>
                <a:close/>
                <a:moveTo>
                  <a:pt x="738069" y="45720"/>
                </a:moveTo>
                <a:cubicBezTo>
                  <a:pt x="753247" y="45720"/>
                  <a:pt x="762734" y="56197"/>
                  <a:pt x="762734" y="71437"/>
                </a:cubicBezTo>
                <a:lnTo>
                  <a:pt x="762734" y="123825"/>
                </a:lnTo>
                <a:lnTo>
                  <a:pt x="748504" y="123825"/>
                </a:lnTo>
                <a:lnTo>
                  <a:pt x="748504" y="73342"/>
                </a:lnTo>
                <a:cubicBezTo>
                  <a:pt x="748504" y="63817"/>
                  <a:pt x="743761" y="56197"/>
                  <a:pt x="732377" y="56197"/>
                </a:cubicBezTo>
                <a:cubicBezTo>
                  <a:pt x="720992" y="56197"/>
                  <a:pt x="716249" y="62865"/>
                  <a:pt x="716249" y="73342"/>
                </a:cubicBezTo>
                <a:lnTo>
                  <a:pt x="716249" y="123825"/>
                </a:lnTo>
                <a:lnTo>
                  <a:pt x="702019" y="123825"/>
                </a:lnTo>
                <a:lnTo>
                  <a:pt x="702019" y="47625"/>
                </a:lnTo>
                <a:lnTo>
                  <a:pt x="716249" y="47625"/>
                </a:lnTo>
                <a:lnTo>
                  <a:pt x="716249" y="59055"/>
                </a:lnTo>
                <a:cubicBezTo>
                  <a:pt x="719095" y="51435"/>
                  <a:pt x="726685" y="45720"/>
                  <a:pt x="738069" y="45720"/>
                </a:cubicBezTo>
                <a:close/>
                <a:moveTo>
                  <a:pt x="649842" y="45720"/>
                </a:moveTo>
                <a:cubicBezTo>
                  <a:pt x="672610" y="45720"/>
                  <a:pt x="683994" y="60008"/>
                  <a:pt x="683994" y="84772"/>
                </a:cubicBezTo>
                <a:cubicBezTo>
                  <a:pt x="683994" y="97155"/>
                  <a:pt x="680674" y="107395"/>
                  <a:pt x="674507" y="114538"/>
                </a:cubicBezTo>
                <a:lnTo>
                  <a:pt x="648405" y="125536"/>
                </a:lnTo>
                <a:lnTo>
                  <a:pt x="623160" y="115491"/>
                </a:lnTo>
                <a:cubicBezTo>
                  <a:pt x="617112" y="108824"/>
                  <a:pt x="613792" y="99061"/>
                  <a:pt x="613792" y="86678"/>
                </a:cubicBezTo>
                <a:cubicBezTo>
                  <a:pt x="613792" y="61912"/>
                  <a:pt x="627073" y="45720"/>
                  <a:pt x="649842" y="45720"/>
                </a:cubicBezTo>
                <a:close/>
                <a:moveTo>
                  <a:pt x="321601" y="45720"/>
                </a:moveTo>
                <a:cubicBezTo>
                  <a:pt x="344369" y="45720"/>
                  <a:pt x="355753" y="60008"/>
                  <a:pt x="355753" y="84772"/>
                </a:cubicBezTo>
                <a:cubicBezTo>
                  <a:pt x="355753" y="97155"/>
                  <a:pt x="352433" y="107395"/>
                  <a:pt x="346266" y="114538"/>
                </a:cubicBezTo>
                <a:lnTo>
                  <a:pt x="320164" y="125536"/>
                </a:lnTo>
                <a:lnTo>
                  <a:pt x="294919" y="115491"/>
                </a:lnTo>
                <a:cubicBezTo>
                  <a:pt x="288871" y="108824"/>
                  <a:pt x="285551" y="99061"/>
                  <a:pt x="285551" y="86678"/>
                </a:cubicBezTo>
                <a:cubicBezTo>
                  <a:pt x="285551" y="61912"/>
                  <a:pt x="298832" y="45720"/>
                  <a:pt x="321601" y="45720"/>
                </a:cubicBezTo>
                <a:close/>
                <a:moveTo>
                  <a:pt x="244758" y="45720"/>
                </a:moveTo>
                <a:cubicBezTo>
                  <a:pt x="259936" y="45720"/>
                  <a:pt x="269423" y="56197"/>
                  <a:pt x="269423" y="71437"/>
                </a:cubicBezTo>
                <a:lnTo>
                  <a:pt x="269423" y="123825"/>
                </a:lnTo>
                <a:lnTo>
                  <a:pt x="255193" y="123825"/>
                </a:lnTo>
                <a:lnTo>
                  <a:pt x="255193" y="73342"/>
                </a:lnTo>
                <a:cubicBezTo>
                  <a:pt x="255193" y="63817"/>
                  <a:pt x="250450" y="56197"/>
                  <a:pt x="239066" y="56197"/>
                </a:cubicBezTo>
                <a:cubicBezTo>
                  <a:pt x="227681" y="56197"/>
                  <a:pt x="222938" y="62865"/>
                  <a:pt x="222938" y="73342"/>
                </a:cubicBezTo>
                <a:lnTo>
                  <a:pt x="222938" y="123825"/>
                </a:lnTo>
                <a:lnTo>
                  <a:pt x="208708" y="123825"/>
                </a:lnTo>
                <a:lnTo>
                  <a:pt x="208708" y="47625"/>
                </a:lnTo>
                <a:lnTo>
                  <a:pt x="222938" y="47625"/>
                </a:lnTo>
                <a:lnTo>
                  <a:pt x="222938" y="59055"/>
                </a:lnTo>
                <a:cubicBezTo>
                  <a:pt x="225784" y="51435"/>
                  <a:pt x="233374" y="45720"/>
                  <a:pt x="244758" y="45720"/>
                </a:cubicBezTo>
                <a:close/>
                <a:moveTo>
                  <a:pt x="165070" y="45720"/>
                </a:moveTo>
                <a:cubicBezTo>
                  <a:pt x="180248" y="45720"/>
                  <a:pt x="189735" y="56197"/>
                  <a:pt x="189735" y="71437"/>
                </a:cubicBezTo>
                <a:lnTo>
                  <a:pt x="189735" y="123825"/>
                </a:lnTo>
                <a:lnTo>
                  <a:pt x="175505" y="123825"/>
                </a:lnTo>
                <a:lnTo>
                  <a:pt x="175505" y="73342"/>
                </a:lnTo>
                <a:cubicBezTo>
                  <a:pt x="175505" y="63817"/>
                  <a:pt x="170762" y="56197"/>
                  <a:pt x="159378" y="56197"/>
                </a:cubicBezTo>
                <a:cubicBezTo>
                  <a:pt x="147993" y="56197"/>
                  <a:pt x="143250" y="62865"/>
                  <a:pt x="143250" y="73342"/>
                </a:cubicBezTo>
                <a:lnTo>
                  <a:pt x="143250" y="123825"/>
                </a:lnTo>
                <a:lnTo>
                  <a:pt x="129020" y="123825"/>
                </a:lnTo>
                <a:lnTo>
                  <a:pt x="129020" y="47625"/>
                </a:lnTo>
                <a:lnTo>
                  <a:pt x="143250" y="47625"/>
                </a:lnTo>
                <a:lnTo>
                  <a:pt x="143250" y="59055"/>
                </a:lnTo>
                <a:cubicBezTo>
                  <a:pt x="146096" y="51435"/>
                  <a:pt x="153686" y="45720"/>
                  <a:pt x="165070" y="45720"/>
                </a:cubicBezTo>
                <a:close/>
                <a:moveTo>
                  <a:pt x="475286" y="44767"/>
                </a:moveTo>
                <a:cubicBezTo>
                  <a:pt x="494259" y="44767"/>
                  <a:pt x="502798" y="53340"/>
                  <a:pt x="502798" y="68580"/>
                </a:cubicBezTo>
                <a:lnTo>
                  <a:pt x="502798" y="106680"/>
                </a:lnTo>
                <a:cubicBezTo>
                  <a:pt x="502798" y="113347"/>
                  <a:pt x="502798" y="118110"/>
                  <a:pt x="504695" y="122872"/>
                </a:cubicBezTo>
                <a:lnTo>
                  <a:pt x="490465" y="122872"/>
                </a:lnTo>
                <a:cubicBezTo>
                  <a:pt x="490465" y="121920"/>
                  <a:pt x="488567" y="118110"/>
                  <a:pt x="488567" y="111442"/>
                </a:cubicBezTo>
                <a:cubicBezTo>
                  <a:pt x="486670" y="119062"/>
                  <a:pt x="478132" y="123825"/>
                  <a:pt x="466748" y="123825"/>
                </a:cubicBezTo>
                <a:lnTo>
                  <a:pt x="466748" y="125730"/>
                </a:lnTo>
                <a:cubicBezTo>
                  <a:pt x="453466" y="125730"/>
                  <a:pt x="443031" y="117157"/>
                  <a:pt x="443031" y="103822"/>
                </a:cubicBezTo>
                <a:cubicBezTo>
                  <a:pt x="443031" y="90487"/>
                  <a:pt x="450620" y="84772"/>
                  <a:pt x="462004" y="81915"/>
                </a:cubicBezTo>
                <a:lnTo>
                  <a:pt x="483824" y="76200"/>
                </a:lnTo>
                <a:cubicBezTo>
                  <a:pt x="487619" y="76200"/>
                  <a:pt x="488567" y="73342"/>
                  <a:pt x="488567" y="70484"/>
                </a:cubicBezTo>
                <a:lnTo>
                  <a:pt x="488567" y="68580"/>
                </a:lnTo>
                <a:cubicBezTo>
                  <a:pt x="488567" y="60959"/>
                  <a:pt x="483824" y="56197"/>
                  <a:pt x="474337" y="56197"/>
                </a:cubicBezTo>
                <a:cubicBezTo>
                  <a:pt x="464851" y="56197"/>
                  <a:pt x="457261" y="63817"/>
                  <a:pt x="457261" y="71437"/>
                </a:cubicBezTo>
                <a:lnTo>
                  <a:pt x="443980" y="68580"/>
                </a:lnTo>
                <a:cubicBezTo>
                  <a:pt x="443980" y="57150"/>
                  <a:pt x="456312" y="44767"/>
                  <a:pt x="475286" y="44767"/>
                </a:cubicBezTo>
                <a:close/>
                <a:moveTo>
                  <a:pt x="543590" y="24765"/>
                </a:moveTo>
                <a:lnTo>
                  <a:pt x="543590" y="46673"/>
                </a:lnTo>
                <a:lnTo>
                  <a:pt x="565410" y="46673"/>
                </a:lnTo>
                <a:lnTo>
                  <a:pt x="565410" y="58103"/>
                </a:lnTo>
                <a:lnTo>
                  <a:pt x="543590" y="58103"/>
                </a:lnTo>
                <a:lnTo>
                  <a:pt x="543590" y="100965"/>
                </a:lnTo>
                <a:cubicBezTo>
                  <a:pt x="543590" y="109538"/>
                  <a:pt x="547385" y="112395"/>
                  <a:pt x="554026" y="112395"/>
                </a:cubicBezTo>
                <a:cubicBezTo>
                  <a:pt x="560666" y="112395"/>
                  <a:pt x="565410" y="109538"/>
                  <a:pt x="565410" y="109538"/>
                </a:cubicBezTo>
                <a:lnTo>
                  <a:pt x="564461" y="110490"/>
                </a:lnTo>
                <a:lnTo>
                  <a:pt x="568256" y="120968"/>
                </a:lnTo>
                <a:cubicBezTo>
                  <a:pt x="566358" y="122873"/>
                  <a:pt x="560666" y="125730"/>
                  <a:pt x="552128" y="125730"/>
                </a:cubicBezTo>
                <a:cubicBezTo>
                  <a:pt x="535052" y="125730"/>
                  <a:pt x="529360" y="116205"/>
                  <a:pt x="529360" y="103823"/>
                </a:cubicBezTo>
                <a:lnTo>
                  <a:pt x="529360" y="59055"/>
                </a:lnTo>
                <a:lnTo>
                  <a:pt x="515130" y="59055"/>
                </a:lnTo>
                <a:lnTo>
                  <a:pt x="515130" y="47625"/>
                </a:lnTo>
                <a:lnTo>
                  <a:pt x="529360" y="47625"/>
                </a:lnTo>
                <a:lnTo>
                  <a:pt x="529360" y="28575"/>
                </a:lnTo>
                <a:close/>
                <a:moveTo>
                  <a:pt x="93919" y="17145"/>
                </a:moveTo>
                <a:lnTo>
                  <a:pt x="109098" y="17145"/>
                </a:lnTo>
                <a:lnTo>
                  <a:pt x="109098" y="123825"/>
                </a:lnTo>
                <a:lnTo>
                  <a:pt x="93919" y="123825"/>
                </a:lnTo>
                <a:close/>
                <a:moveTo>
                  <a:pt x="589127" y="14288"/>
                </a:moveTo>
                <a:cubicBezTo>
                  <a:pt x="594819" y="14288"/>
                  <a:pt x="598613" y="18098"/>
                  <a:pt x="598613" y="23813"/>
                </a:cubicBezTo>
                <a:cubicBezTo>
                  <a:pt x="598613" y="29528"/>
                  <a:pt x="594819" y="33338"/>
                  <a:pt x="589127" y="33338"/>
                </a:cubicBezTo>
                <a:cubicBezTo>
                  <a:pt x="583435" y="33338"/>
                  <a:pt x="579640" y="29528"/>
                  <a:pt x="579640" y="23813"/>
                </a:cubicBezTo>
                <a:cubicBezTo>
                  <a:pt x="579640" y="18098"/>
                  <a:pt x="583435" y="14288"/>
                  <a:pt x="589127" y="14288"/>
                </a:cubicBezTo>
                <a:close/>
                <a:moveTo>
                  <a:pt x="0" y="0"/>
                </a:moveTo>
                <a:lnTo>
                  <a:pt x="14230" y="0"/>
                </a:lnTo>
                <a:lnTo>
                  <a:pt x="14230" y="142875"/>
                </a:lnTo>
                <a:lnTo>
                  <a:pt x="0" y="142875"/>
                </a:lnTo>
                <a:close/>
              </a:path>
            </a:pathLst>
          </a:custGeom>
          <a:solidFill>
            <a:schemeClr val="bg1"/>
          </a:solidFill>
        </p:spPr>
        <p:txBody>
          <a:bodyPr wrap="square">
            <a:noAutofit/>
          </a:bodyPr>
          <a:lstStyle/>
          <a:p>
            <a:r>
              <a:rPr lang="en-US" dirty="0"/>
              <a:t> </a:t>
            </a:r>
          </a:p>
        </p:txBody>
      </p:sp>
    </p:spTree>
    <p:extLst>
      <p:ext uri="{BB962C8B-B14F-4D97-AF65-F5344CB8AC3E}">
        <p14:creationId xmlns:p14="http://schemas.microsoft.com/office/powerpoint/2010/main" val="281294051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Section Header Red with Imag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B8AD4-5298-7DA9-DDAD-3AB53AF2F9F5}"/>
              </a:ext>
            </a:extLst>
          </p:cNvPr>
          <p:cNvSpPr>
            <a:spLocks noGrp="1"/>
          </p:cNvSpPr>
          <p:nvPr>
            <p:ph type="title" hasCustomPrompt="1"/>
          </p:nvPr>
        </p:nvSpPr>
        <p:spPr>
          <a:xfrm>
            <a:off x="289384" y="266399"/>
            <a:ext cx="5732004" cy="3965875"/>
          </a:xfrm>
        </p:spPr>
        <p:txBody>
          <a:bodyPr anchor="t">
            <a:normAutofit/>
          </a:bodyPr>
          <a:lstStyle>
            <a:lvl1pPr>
              <a:lnSpc>
                <a:spcPct val="80000"/>
              </a:lnSpc>
              <a:defRPr lang="en-GB" sz="7000" b="0" i="0" kern="1200" spc="0" baseline="0" dirty="0">
                <a:solidFill>
                  <a:schemeClr val="bg1"/>
                </a:solidFill>
                <a:latin typeface="+mj-lt"/>
                <a:ea typeface="+mj-ea"/>
                <a:cs typeface="+mj-cs"/>
              </a:defRPr>
            </a:lvl1pPr>
          </a:lstStyle>
          <a:p>
            <a:r>
              <a:rPr lang="en-GB" dirty="0"/>
              <a:t>Click to edit Master title style</a:t>
            </a:r>
            <a:br>
              <a:rPr lang="en-GB" dirty="0"/>
            </a:br>
            <a:endParaRPr lang="en-GB" dirty="0"/>
          </a:p>
        </p:txBody>
      </p:sp>
      <p:sp>
        <p:nvSpPr>
          <p:cNvPr id="10" name="Picture Placeholder 3">
            <a:extLst>
              <a:ext uri="{FF2B5EF4-FFF2-40B4-BE49-F238E27FC236}">
                <a16:creationId xmlns:a16="http://schemas.microsoft.com/office/drawing/2014/main" id="{7474C3C3-E6CF-FCE1-1181-F02BC23A1017}"/>
              </a:ext>
            </a:extLst>
          </p:cNvPr>
          <p:cNvSpPr>
            <a:spLocks noGrp="1"/>
          </p:cNvSpPr>
          <p:nvPr>
            <p:ph type="pic" sz="quarter" idx="11" hasCustomPrompt="1"/>
          </p:nvPr>
        </p:nvSpPr>
        <p:spPr>
          <a:xfrm>
            <a:off x="6165851" y="0"/>
            <a:ext cx="6026150" cy="6858000"/>
          </a:xfrm>
          <a:solidFill>
            <a:srgbClr val="F6F3F2"/>
          </a:solidFill>
        </p:spPr>
        <p:txBody>
          <a:bodyPr/>
          <a:lstStyle>
            <a:lvl1pPr>
              <a:defRPr lang="en-US" dirty="0"/>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 Double click the image to adjust crop and scale.</a:t>
            </a:r>
          </a:p>
        </p:txBody>
      </p:sp>
      <p:sp>
        <p:nvSpPr>
          <p:cNvPr id="3" name="Graphic 8">
            <a:extLst>
              <a:ext uri="{FF2B5EF4-FFF2-40B4-BE49-F238E27FC236}">
                <a16:creationId xmlns:a16="http://schemas.microsoft.com/office/drawing/2014/main" id="{340F79D8-9CB3-8533-8439-9D23904770BB}"/>
              </a:ext>
            </a:extLst>
          </p:cNvPr>
          <p:cNvSpPr>
            <a:spLocks noChangeAspect="1"/>
          </p:cNvSpPr>
          <p:nvPr userDrawn="1"/>
        </p:nvSpPr>
        <p:spPr>
          <a:xfrm>
            <a:off x="287338" y="6416675"/>
            <a:ext cx="352800" cy="149403"/>
          </a:xfrm>
          <a:custGeom>
            <a:avLst/>
            <a:gdLst>
              <a:gd name="connsiteX0" fmla="*/ 5699846 w 6586631"/>
              <a:gd name="connsiteY0" fmla="*/ 2789294 h 2789293"/>
              <a:gd name="connsiteX1" fmla="*/ 6586632 w 6586631"/>
              <a:gd name="connsiteY1" fmla="*/ 1909153 h 2789293"/>
              <a:gd name="connsiteX2" fmla="*/ 6586632 w 6586631"/>
              <a:gd name="connsiteY2" fmla="*/ 60980 h 2789293"/>
              <a:gd name="connsiteX3" fmla="*/ 6112656 w 6586631"/>
              <a:gd name="connsiteY3" fmla="*/ 60980 h 2789293"/>
              <a:gd name="connsiteX4" fmla="*/ 6112656 w 6586631"/>
              <a:gd name="connsiteY4" fmla="*/ 2031114 h 2789293"/>
              <a:gd name="connsiteX5" fmla="*/ 5699846 w 6586631"/>
              <a:gd name="connsiteY5" fmla="*/ 2541669 h 2789293"/>
              <a:gd name="connsiteX6" fmla="*/ 5287036 w 6586631"/>
              <a:gd name="connsiteY6" fmla="*/ 1992847 h 2789293"/>
              <a:gd name="connsiteX7" fmla="*/ 5287036 w 6586631"/>
              <a:gd name="connsiteY7" fmla="*/ 1627212 h 2789293"/>
              <a:gd name="connsiteX8" fmla="*/ 4813060 w 6586631"/>
              <a:gd name="connsiteY8" fmla="*/ 1745222 h 2789293"/>
              <a:gd name="connsiteX9" fmla="*/ 4813060 w 6586631"/>
              <a:gd name="connsiteY9" fmla="*/ 1909153 h 2789293"/>
              <a:gd name="connsiteX10" fmla="*/ 5699846 w 6586631"/>
              <a:gd name="connsiteY10" fmla="*/ 2789294 h 2789293"/>
              <a:gd name="connsiteX11" fmla="*/ 3177175 w 6586631"/>
              <a:gd name="connsiteY11" fmla="*/ 2511056 h 2789293"/>
              <a:gd name="connsiteX12" fmla="*/ 2584828 w 6586631"/>
              <a:gd name="connsiteY12" fmla="*/ 1897549 h 2789293"/>
              <a:gd name="connsiteX13" fmla="*/ 2817854 w 6586631"/>
              <a:gd name="connsiteY13" fmla="*/ 1413657 h 2789293"/>
              <a:gd name="connsiteX14" fmla="*/ 3681610 w 6586631"/>
              <a:gd name="connsiteY14" fmla="*/ 2354778 h 2789293"/>
              <a:gd name="connsiteX15" fmla="*/ 3177175 w 6586631"/>
              <a:gd name="connsiteY15" fmla="*/ 2511056 h 2789293"/>
              <a:gd name="connsiteX16" fmla="*/ 3639512 w 6586631"/>
              <a:gd name="connsiteY16" fmla="*/ 1147022 h 2789293"/>
              <a:gd name="connsiteX17" fmla="*/ 4140232 w 6586631"/>
              <a:gd name="connsiteY17" fmla="*/ 1634865 h 2789293"/>
              <a:gd name="connsiteX18" fmla="*/ 4017900 w 6586631"/>
              <a:gd name="connsiteY18" fmla="*/ 2042717 h 2789293"/>
              <a:gd name="connsiteX19" fmla="*/ 3268800 w 6586631"/>
              <a:gd name="connsiteY19" fmla="*/ 1219359 h 2789293"/>
              <a:gd name="connsiteX20" fmla="*/ 3639512 w 6586631"/>
              <a:gd name="connsiteY20" fmla="*/ 1147022 h 2789293"/>
              <a:gd name="connsiteX21" fmla="*/ 3177175 w 6586631"/>
              <a:gd name="connsiteY21" fmla="*/ 201951 h 2789293"/>
              <a:gd name="connsiteX22" fmla="*/ 3536495 w 6586631"/>
              <a:gd name="connsiteY22" fmla="*/ 567833 h 2789293"/>
              <a:gd name="connsiteX23" fmla="*/ 3165783 w 6586631"/>
              <a:gd name="connsiteY23" fmla="*/ 1109002 h 2789293"/>
              <a:gd name="connsiteX24" fmla="*/ 3001353 w 6586631"/>
              <a:gd name="connsiteY24" fmla="*/ 926061 h 2789293"/>
              <a:gd name="connsiteX25" fmla="*/ 2814140 w 6586631"/>
              <a:gd name="connsiteY25" fmla="*/ 548823 h 2789293"/>
              <a:gd name="connsiteX26" fmla="*/ 3177175 w 6586631"/>
              <a:gd name="connsiteY26" fmla="*/ 201951 h 2789293"/>
              <a:gd name="connsiteX27" fmla="*/ 4136518 w 6586631"/>
              <a:gd name="connsiteY27" fmla="*/ 2172084 h 2789293"/>
              <a:gd name="connsiteX28" fmla="*/ 4461417 w 6586631"/>
              <a:gd name="connsiteY28" fmla="*/ 1428964 h 2789293"/>
              <a:gd name="connsiteX29" fmla="*/ 3960696 w 6586631"/>
              <a:gd name="connsiteY29" fmla="*/ 945071 h 2789293"/>
              <a:gd name="connsiteX30" fmla="*/ 3502073 w 6586631"/>
              <a:gd name="connsiteY30" fmla="*/ 1036418 h 2789293"/>
              <a:gd name="connsiteX31" fmla="*/ 3494397 w 6586631"/>
              <a:gd name="connsiteY31" fmla="*/ 1021112 h 2789293"/>
              <a:gd name="connsiteX32" fmla="*/ 3907206 w 6586631"/>
              <a:gd name="connsiteY32" fmla="*/ 518209 h 2789293"/>
              <a:gd name="connsiteX33" fmla="*/ 3188566 w 6586631"/>
              <a:gd name="connsiteY33" fmla="*/ 0 h 2789293"/>
              <a:gd name="connsiteX34" fmla="*/ 2401082 w 6586631"/>
              <a:gd name="connsiteY34" fmla="*/ 659180 h 2789293"/>
              <a:gd name="connsiteX35" fmla="*/ 2706913 w 6586631"/>
              <a:gd name="connsiteY35" fmla="*/ 1295646 h 2789293"/>
              <a:gd name="connsiteX36" fmla="*/ 2710628 w 6586631"/>
              <a:gd name="connsiteY36" fmla="*/ 1303300 h 2789293"/>
              <a:gd name="connsiteX37" fmla="*/ 2164094 w 6586631"/>
              <a:gd name="connsiteY37" fmla="*/ 2069134 h 2789293"/>
              <a:gd name="connsiteX38" fmla="*/ 2932262 w 6586631"/>
              <a:gd name="connsiteY38" fmla="*/ 2789294 h 2789293"/>
              <a:gd name="connsiteX39" fmla="*/ 3796018 w 6586631"/>
              <a:gd name="connsiteY39" fmla="*/ 2480689 h 2789293"/>
              <a:gd name="connsiteX40" fmla="*/ 4025329 w 6586631"/>
              <a:gd name="connsiteY40" fmla="*/ 2728314 h 2789293"/>
              <a:gd name="connsiteX41" fmla="*/ 4625352 w 6586631"/>
              <a:gd name="connsiteY41" fmla="*/ 2728314 h 2789293"/>
              <a:gd name="connsiteX42" fmla="*/ 4625352 w 6586631"/>
              <a:gd name="connsiteY42" fmla="*/ 2709303 h 2789293"/>
              <a:gd name="connsiteX43" fmla="*/ 4136518 w 6586631"/>
              <a:gd name="connsiteY43" fmla="*/ 2172084 h 2789293"/>
              <a:gd name="connsiteX44" fmla="*/ 886786 w 6586631"/>
              <a:gd name="connsiteY44" fmla="*/ 2789294 h 2789293"/>
              <a:gd name="connsiteX45" fmla="*/ 1773572 w 6586631"/>
              <a:gd name="connsiteY45" fmla="*/ 1909153 h 2789293"/>
              <a:gd name="connsiteX46" fmla="*/ 1773572 w 6586631"/>
              <a:gd name="connsiteY46" fmla="*/ 60980 h 2789293"/>
              <a:gd name="connsiteX47" fmla="*/ 1299596 w 6586631"/>
              <a:gd name="connsiteY47" fmla="*/ 60980 h 2789293"/>
              <a:gd name="connsiteX48" fmla="*/ 1299596 w 6586631"/>
              <a:gd name="connsiteY48" fmla="*/ 2031114 h 2789293"/>
              <a:gd name="connsiteX49" fmla="*/ 886786 w 6586631"/>
              <a:gd name="connsiteY49" fmla="*/ 2541669 h 2789293"/>
              <a:gd name="connsiteX50" fmla="*/ 473976 w 6586631"/>
              <a:gd name="connsiteY50" fmla="*/ 1992847 h 2789293"/>
              <a:gd name="connsiteX51" fmla="*/ 473976 w 6586631"/>
              <a:gd name="connsiteY51" fmla="*/ 1627212 h 2789293"/>
              <a:gd name="connsiteX52" fmla="*/ 0 w 6586631"/>
              <a:gd name="connsiteY52" fmla="*/ 1745222 h 2789293"/>
              <a:gd name="connsiteX53" fmla="*/ 0 w 6586631"/>
              <a:gd name="connsiteY53" fmla="*/ 1909153 h 2789293"/>
              <a:gd name="connsiteX54" fmla="*/ 886786 w 6586631"/>
              <a:gd name="connsiteY54" fmla="*/ 2789294 h 27892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6586631" h="2789293">
                <a:moveTo>
                  <a:pt x="5699846" y="2789294"/>
                </a:moveTo>
                <a:cubicBezTo>
                  <a:pt x="6338253" y="2789294"/>
                  <a:pt x="6586632" y="2408105"/>
                  <a:pt x="6586632" y="1909153"/>
                </a:cubicBezTo>
                <a:lnTo>
                  <a:pt x="6586632" y="60980"/>
                </a:lnTo>
                <a:lnTo>
                  <a:pt x="6112656" y="60980"/>
                </a:lnTo>
                <a:lnTo>
                  <a:pt x="6112656" y="2031114"/>
                </a:lnTo>
                <a:cubicBezTo>
                  <a:pt x="6112656" y="2351075"/>
                  <a:pt x="5990324" y="2541669"/>
                  <a:pt x="5699846" y="2541669"/>
                </a:cubicBezTo>
                <a:cubicBezTo>
                  <a:pt x="5413083" y="2541669"/>
                  <a:pt x="5287036" y="2339718"/>
                  <a:pt x="5287036" y="1992847"/>
                </a:cubicBezTo>
                <a:lnTo>
                  <a:pt x="5287036" y="1627212"/>
                </a:lnTo>
                <a:lnTo>
                  <a:pt x="4813060" y="1745222"/>
                </a:lnTo>
                <a:lnTo>
                  <a:pt x="4813060" y="1909153"/>
                </a:lnTo>
                <a:cubicBezTo>
                  <a:pt x="4813060" y="2408352"/>
                  <a:pt x="5061440" y="2789294"/>
                  <a:pt x="5699846" y="2789294"/>
                </a:cubicBezTo>
                <a:moveTo>
                  <a:pt x="3177175" y="2511056"/>
                </a:moveTo>
                <a:cubicBezTo>
                  <a:pt x="2810177" y="2511056"/>
                  <a:pt x="2584828" y="2213808"/>
                  <a:pt x="2584828" y="1897549"/>
                </a:cubicBezTo>
                <a:cubicBezTo>
                  <a:pt x="2584828" y="1699302"/>
                  <a:pt x="2672739" y="1516361"/>
                  <a:pt x="2817854" y="1413657"/>
                </a:cubicBezTo>
                <a:lnTo>
                  <a:pt x="3681610" y="2354778"/>
                </a:lnTo>
                <a:cubicBezTo>
                  <a:pt x="3521141" y="2450075"/>
                  <a:pt x="3341358" y="2511056"/>
                  <a:pt x="3177175" y="2511056"/>
                </a:cubicBezTo>
                <a:moveTo>
                  <a:pt x="3639512" y="1147022"/>
                </a:moveTo>
                <a:cubicBezTo>
                  <a:pt x="3949057" y="1147022"/>
                  <a:pt x="4140232" y="1326013"/>
                  <a:pt x="4140232" y="1634865"/>
                </a:cubicBezTo>
                <a:cubicBezTo>
                  <a:pt x="4140232" y="1772132"/>
                  <a:pt x="4102096" y="1913103"/>
                  <a:pt x="4017900" y="2042717"/>
                </a:cubicBezTo>
                <a:lnTo>
                  <a:pt x="3268800" y="1219359"/>
                </a:lnTo>
                <a:cubicBezTo>
                  <a:pt x="3402524" y="1166032"/>
                  <a:pt x="3532533" y="1147022"/>
                  <a:pt x="3639512" y="1147022"/>
                </a:cubicBezTo>
                <a:moveTo>
                  <a:pt x="3177175" y="201951"/>
                </a:moveTo>
                <a:cubicBezTo>
                  <a:pt x="3402771" y="201951"/>
                  <a:pt x="3536495" y="331565"/>
                  <a:pt x="3536495" y="567833"/>
                </a:cubicBezTo>
                <a:cubicBezTo>
                  <a:pt x="3536495" y="785091"/>
                  <a:pt x="3429516" y="990745"/>
                  <a:pt x="3165783" y="1109002"/>
                </a:cubicBezTo>
                <a:lnTo>
                  <a:pt x="3001353" y="926061"/>
                </a:lnTo>
                <a:cubicBezTo>
                  <a:pt x="2855990" y="766081"/>
                  <a:pt x="2814140" y="666833"/>
                  <a:pt x="2814140" y="548823"/>
                </a:cubicBezTo>
                <a:cubicBezTo>
                  <a:pt x="2813892" y="327615"/>
                  <a:pt x="2955292" y="201951"/>
                  <a:pt x="3177175" y="201951"/>
                </a:cubicBezTo>
                <a:moveTo>
                  <a:pt x="4136518" y="2172084"/>
                </a:moveTo>
                <a:cubicBezTo>
                  <a:pt x="4343047" y="1928163"/>
                  <a:pt x="4461417" y="1661528"/>
                  <a:pt x="4461417" y="1428964"/>
                </a:cubicBezTo>
                <a:cubicBezTo>
                  <a:pt x="4461417" y="1139369"/>
                  <a:pt x="4266527" y="945071"/>
                  <a:pt x="3960696" y="945071"/>
                </a:cubicBezTo>
                <a:cubicBezTo>
                  <a:pt x="3800228" y="945071"/>
                  <a:pt x="3620443" y="990745"/>
                  <a:pt x="3502073" y="1036418"/>
                </a:cubicBezTo>
                <a:lnTo>
                  <a:pt x="3494397" y="1021112"/>
                </a:lnTo>
                <a:cubicBezTo>
                  <a:pt x="3784874" y="864834"/>
                  <a:pt x="3907206" y="720160"/>
                  <a:pt x="3907206" y="518209"/>
                </a:cubicBezTo>
                <a:cubicBezTo>
                  <a:pt x="3907206" y="228614"/>
                  <a:pt x="3647188" y="0"/>
                  <a:pt x="3188566" y="0"/>
                </a:cubicBezTo>
                <a:cubicBezTo>
                  <a:pt x="2661100" y="0"/>
                  <a:pt x="2401082" y="293545"/>
                  <a:pt x="2401082" y="659180"/>
                </a:cubicBezTo>
                <a:cubicBezTo>
                  <a:pt x="2401082" y="857428"/>
                  <a:pt x="2485278" y="1055429"/>
                  <a:pt x="2706913" y="1295646"/>
                </a:cubicBezTo>
                <a:lnTo>
                  <a:pt x="2710628" y="1303300"/>
                </a:lnTo>
                <a:cubicBezTo>
                  <a:pt x="2336201" y="1482291"/>
                  <a:pt x="2164094" y="1771886"/>
                  <a:pt x="2164094" y="2069134"/>
                </a:cubicBezTo>
                <a:cubicBezTo>
                  <a:pt x="2164094" y="2461679"/>
                  <a:pt x="2465963" y="2789294"/>
                  <a:pt x="2932262" y="2789294"/>
                </a:cubicBezTo>
                <a:cubicBezTo>
                  <a:pt x="3199710" y="2789294"/>
                  <a:pt x="3513217" y="2678690"/>
                  <a:pt x="3796018" y="2480689"/>
                </a:cubicBezTo>
                <a:lnTo>
                  <a:pt x="4025329" y="2728314"/>
                </a:lnTo>
                <a:lnTo>
                  <a:pt x="4625352" y="2728314"/>
                </a:lnTo>
                <a:lnTo>
                  <a:pt x="4625352" y="2709303"/>
                </a:lnTo>
                <a:lnTo>
                  <a:pt x="4136518" y="2172084"/>
                </a:lnTo>
                <a:close/>
                <a:moveTo>
                  <a:pt x="886786" y="2789294"/>
                </a:moveTo>
                <a:cubicBezTo>
                  <a:pt x="1525192" y="2789294"/>
                  <a:pt x="1773572" y="2408105"/>
                  <a:pt x="1773572" y="1909153"/>
                </a:cubicBezTo>
                <a:lnTo>
                  <a:pt x="1773572" y="60980"/>
                </a:lnTo>
                <a:lnTo>
                  <a:pt x="1299596" y="60980"/>
                </a:lnTo>
                <a:lnTo>
                  <a:pt x="1299596" y="2031114"/>
                </a:lnTo>
                <a:cubicBezTo>
                  <a:pt x="1299596" y="2351075"/>
                  <a:pt x="1177263" y="2541669"/>
                  <a:pt x="886786" y="2541669"/>
                </a:cubicBezTo>
                <a:cubicBezTo>
                  <a:pt x="600023" y="2541669"/>
                  <a:pt x="473976" y="2339718"/>
                  <a:pt x="473976" y="1992847"/>
                </a:cubicBezTo>
                <a:lnTo>
                  <a:pt x="473976" y="1627212"/>
                </a:lnTo>
                <a:lnTo>
                  <a:pt x="0" y="1745222"/>
                </a:lnTo>
                <a:lnTo>
                  <a:pt x="0" y="1909153"/>
                </a:lnTo>
                <a:cubicBezTo>
                  <a:pt x="0" y="2408352"/>
                  <a:pt x="248379" y="2789294"/>
                  <a:pt x="886786" y="2789294"/>
                </a:cubicBezTo>
              </a:path>
            </a:pathLst>
          </a:custGeom>
          <a:solidFill>
            <a:schemeClr val="bg1"/>
          </a:solidFill>
          <a:ln w="24751" cap="flat">
            <a:noFill/>
            <a:prstDash val="solid"/>
            <a:miter/>
          </a:ln>
        </p:spPr>
        <p:txBody>
          <a:bodyPr rtlCol="0" anchor="ctr"/>
          <a:lstStyle/>
          <a:p>
            <a:endParaRPr lang="en-GB"/>
          </a:p>
        </p:txBody>
      </p:sp>
      <p:sp>
        <p:nvSpPr>
          <p:cNvPr id="4" name="Footer Placeholder 4">
            <a:extLst>
              <a:ext uri="{FF2B5EF4-FFF2-40B4-BE49-F238E27FC236}">
                <a16:creationId xmlns:a16="http://schemas.microsoft.com/office/drawing/2014/main" id="{225F254E-C308-E8CA-73B7-DF67D354B850}"/>
              </a:ext>
            </a:extLst>
          </p:cNvPr>
          <p:cNvSpPr>
            <a:spLocks noGrp="1"/>
          </p:cNvSpPr>
          <p:nvPr>
            <p:ph type="ftr" sz="quarter" idx="3"/>
          </p:nvPr>
        </p:nvSpPr>
        <p:spPr>
          <a:xfrm>
            <a:off x="288259" y="5868000"/>
            <a:ext cx="5732004"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bg1"/>
                </a:solidFill>
                <a:latin typeface="+mn-lt"/>
              </a:defRPr>
            </a:lvl1pPr>
          </a:lstStyle>
          <a:p>
            <a:pPr>
              <a:spcBef>
                <a:spcPts val="0"/>
              </a:spcBef>
              <a:spcAft>
                <a:spcPts val="300"/>
              </a:spcAft>
            </a:pPr>
            <a:r>
              <a:rPr lang="en-US" dirty="0"/>
              <a:t>Slide legal disclaimer goes here if required
Slide footer goes here if required. Turn off globally using the Header/Footer function (under the Insert menu).</a:t>
            </a:r>
          </a:p>
        </p:txBody>
      </p:sp>
      <p:sp>
        <p:nvSpPr>
          <p:cNvPr id="5" name="Subtitle 2">
            <a:extLst>
              <a:ext uri="{FF2B5EF4-FFF2-40B4-BE49-F238E27FC236}">
                <a16:creationId xmlns:a16="http://schemas.microsoft.com/office/drawing/2014/main" id="{6F9D9E1F-908D-AE0A-5E38-471673E1AA2B}"/>
              </a:ext>
            </a:extLst>
          </p:cNvPr>
          <p:cNvSpPr>
            <a:spLocks noGrp="1"/>
          </p:cNvSpPr>
          <p:nvPr>
            <p:ph type="subTitle" idx="1" hasCustomPrompt="1"/>
          </p:nvPr>
        </p:nvSpPr>
        <p:spPr>
          <a:xfrm>
            <a:off x="284806" y="4889500"/>
            <a:ext cx="5762426" cy="865834"/>
          </a:xfrm>
        </p:spPr>
        <p:txBody>
          <a:bodyPr anchor="b"/>
          <a:lstStyle>
            <a:lvl1pPr marL="0" indent="0" algn="l">
              <a:lnSpc>
                <a:spcPct val="100000"/>
              </a:lnSpc>
              <a:spcBef>
                <a:spcPts val="0"/>
              </a:spcBef>
              <a:spcAft>
                <a:spcPts val="0"/>
              </a:spcAft>
              <a:buNone/>
              <a:defRPr sz="1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Supporting details. Delete if not required.</a:t>
            </a:r>
          </a:p>
        </p:txBody>
      </p:sp>
      <p:pic>
        <p:nvPicPr>
          <p:cNvPr id="6" name="Graphic 5">
            <a:extLst>
              <a:ext uri="{FF2B5EF4-FFF2-40B4-BE49-F238E27FC236}">
                <a16:creationId xmlns:a16="http://schemas.microsoft.com/office/drawing/2014/main" id="{6BCD9248-DD06-E461-030C-D312ECB178E6}"/>
              </a:ext>
            </a:extLst>
          </p:cNvPr>
          <p:cNvPicPr>
            <a:picLocks noChangeAspect="1"/>
          </p:cNvPicPr>
          <p:nvPr userDrawn="1"/>
        </p:nvPicPr>
        <p:blipFill>
          <a:blip>
            <a:lum bright="100000"/>
            <a:extLst>
              <a:ext uri="{96DAC541-7B7A-43D3-8B79-37D633B846F1}">
                <asvg:svgBlip xmlns:asvg="http://schemas.microsoft.com/office/drawing/2016/SVG/main" r:embed="rId2"/>
              </a:ext>
            </a:extLst>
          </a:blip>
          <a:stretch>
            <a:fillRect/>
          </a:stretch>
        </p:blipFill>
        <p:spPr>
          <a:xfrm>
            <a:off x="5107297" y="6396841"/>
            <a:ext cx="787400" cy="190500"/>
          </a:xfrm>
          <a:prstGeom prst="rect">
            <a:avLst/>
          </a:prstGeom>
        </p:spPr>
      </p:pic>
    </p:spTree>
    <p:extLst>
      <p:ext uri="{BB962C8B-B14F-4D97-AF65-F5344CB8AC3E}">
        <p14:creationId xmlns:p14="http://schemas.microsoft.com/office/powerpoint/2010/main" val="409729797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Header with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B8AD4-5298-7DA9-DDAD-3AB53AF2F9F5}"/>
              </a:ext>
            </a:extLst>
          </p:cNvPr>
          <p:cNvSpPr>
            <a:spLocks noGrp="1"/>
          </p:cNvSpPr>
          <p:nvPr>
            <p:ph type="title" hasCustomPrompt="1"/>
          </p:nvPr>
        </p:nvSpPr>
        <p:spPr>
          <a:xfrm>
            <a:off x="289384" y="269999"/>
            <a:ext cx="5732004" cy="3962275"/>
          </a:xfrm>
        </p:spPr>
        <p:txBody>
          <a:bodyPr anchor="t">
            <a:normAutofit/>
          </a:bodyPr>
          <a:lstStyle>
            <a:lvl1pPr>
              <a:lnSpc>
                <a:spcPct val="80000"/>
              </a:lnSpc>
              <a:defRPr lang="en-GB" sz="7000" b="0" i="0" kern="1200" spc="0" baseline="0" dirty="0">
                <a:solidFill>
                  <a:schemeClr val="accent1"/>
                </a:solidFill>
                <a:latin typeface="+mj-lt"/>
                <a:ea typeface="+mj-ea"/>
                <a:cs typeface="+mj-cs"/>
              </a:defRPr>
            </a:lvl1pPr>
          </a:lstStyle>
          <a:p>
            <a:r>
              <a:rPr lang="en-GB" dirty="0"/>
              <a:t>Click to edit Master title style</a:t>
            </a:r>
            <a:br>
              <a:rPr lang="en-GB" dirty="0"/>
            </a:br>
            <a:endParaRPr lang="en-GB" dirty="0"/>
          </a:p>
        </p:txBody>
      </p:sp>
      <p:sp>
        <p:nvSpPr>
          <p:cNvPr id="6" name="Picture Placeholder 3">
            <a:extLst>
              <a:ext uri="{FF2B5EF4-FFF2-40B4-BE49-F238E27FC236}">
                <a16:creationId xmlns:a16="http://schemas.microsoft.com/office/drawing/2014/main" id="{4C3BD605-06B1-68EF-DD24-2EA9D4780A82}"/>
              </a:ext>
            </a:extLst>
          </p:cNvPr>
          <p:cNvSpPr>
            <a:spLocks noGrp="1"/>
          </p:cNvSpPr>
          <p:nvPr>
            <p:ph type="pic" sz="quarter" idx="11" hasCustomPrompt="1"/>
          </p:nvPr>
        </p:nvSpPr>
        <p:spPr>
          <a:xfrm>
            <a:off x="6165851" y="0"/>
            <a:ext cx="6026150" cy="6858000"/>
          </a:xfrm>
          <a:solidFill>
            <a:srgbClr val="F6F3F2"/>
          </a:solidFill>
        </p:spPr>
        <p:txBody>
          <a:bodyPr/>
          <a:lstStyle>
            <a:lvl1pPr>
              <a:defRPr lang="en-US" dirty="0"/>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 Double click the image to adjust crop and scale.</a:t>
            </a:r>
          </a:p>
        </p:txBody>
      </p:sp>
      <p:sp>
        <p:nvSpPr>
          <p:cNvPr id="3" name="Footer Placeholder 4">
            <a:extLst>
              <a:ext uri="{FF2B5EF4-FFF2-40B4-BE49-F238E27FC236}">
                <a16:creationId xmlns:a16="http://schemas.microsoft.com/office/drawing/2014/main" id="{B39B618F-2071-CF8F-C3F6-63092DC24434}"/>
              </a:ext>
            </a:extLst>
          </p:cNvPr>
          <p:cNvSpPr>
            <a:spLocks noGrp="1"/>
          </p:cNvSpPr>
          <p:nvPr>
            <p:ph type="ftr" sz="quarter" idx="3"/>
          </p:nvPr>
        </p:nvSpPr>
        <p:spPr>
          <a:xfrm>
            <a:off x="288259" y="5868000"/>
            <a:ext cx="5732004"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dirty="0"/>
              <a:t>Slide legal disclaimer goes here if required
Slide footer goes here if required. Turn off globally using the Header/Footer function (under the Insert menu).</a:t>
            </a:r>
          </a:p>
        </p:txBody>
      </p:sp>
      <p:sp>
        <p:nvSpPr>
          <p:cNvPr id="4" name="Subtitle 2">
            <a:extLst>
              <a:ext uri="{FF2B5EF4-FFF2-40B4-BE49-F238E27FC236}">
                <a16:creationId xmlns:a16="http://schemas.microsoft.com/office/drawing/2014/main" id="{A0E68614-F52A-AD0A-D435-2C2D756FA9A7}"/>
              </a:ext>
            </a:extLst>
          </p:cNvPr>
          <p:cNvSpPr>
            <a:spLocks noGrp="1"/>
          </p:cNvSpPr>
          <p:nvPr>
            <p:ph type="subTitle" idx="1" hasCustomPrompt="1"/>
          </p:nvPr>
        </p:nvSpPr>
        <p:spPr>
          <a:xfrm>
            <a:off x="284806" y="4889500"/>
            <a:ext cx="5762426" cy="865834"/>
          </a:xfrm>
        </p:spPr>
        <p:txBody>
          <a:bodyPr anchor="b"/>
          <a:lstStyle>
            <a:lvl1pPr marL="0" indent="0" algn="l">
              <a:lnSpc>
                <a:spcPct val="100000"/>
              </a:lnSpc>
              <a:spcBef>
                <a:spcPts val="0"/>
              </a:spcBef>
              <a:spcAft>
                <a:spcPts val="0"/>
              </a:spcAft>
              <a:buNone/>
              <a:defRPr sz="14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Supporting details. Delete if not required.</a:t>
            </a:r>
          </a:p>
        </p:txBody>
      </p:sp>
      <p:pic>
        <p:nvPicPr>
          <p:cNvPr id="5" name="Graphic 4">
            <a:extLst>
              <a:ext uri="{FF2B5EF4-FFF2-40B4-BE49-F238E27FC236}">
                <a16:creationId xmlns:a16="http://schemas.microsoft.com/office/drawing/2014/main" id="{287ABC11-140B-555C-3628-7FE71796B333}"/>
              </a:ext>
            </a:extLst>
          </p:cNvPr>
          <p:cNvPicPr>
            <a:picLocks noChangeAspect="1"/>
          </p:cNvPicPr>
          <p:nvPr userDrawn="1"/>
        </p:nvPicPr>
        <p:blipFill>
          <a:blip>
            <a:lum/>
            <a:extLst>
              <a:ext uri="{96DAC541-7B7A-43D3-8B79-37D633B846F1}">
                <asvg:svgBlip xmlns:asvg="http://schemas.microsoft.com/office/drawing/2016/SVG/main" r:embed="rId2"/>
              </a:ext>
            </a:extLst>
          </a:blip>
          <a:stretch>
            <a:fillRect/>
          </a:stretch>
        </p:blipFill>
        <p:spPr>
          <a:xfrm>
            <a:off x="5107297" y="6396841"/>
            <a:ext cx="787400" cy="190500"/>
          </a:xfrm>
          <a:prstGeom prst="rect">
            <a:avLst/>
          </a:prstGeom>
        </p:spPr>
      </p:pic>
    </p:spTree>
    <p:extLst>
      <p:ext uri="{BB962C8B-B14F-4D97-AF65-F5344CB8AC3E}">
        <p14:creationId xmlns:p14="http://schemas.microsoft.com/office/powerpoint/2010/main" val="13159883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2C22AC-FEA7-AD51-FB22-01EC3D276410}"/>
              </a:ext>
            </a:extLst>
          </p:cNvPr>
          <p:cNvSpPr>
            <a:spLocks noGrp="1"/>
          </p:cNvSpPr>
          <p:nvPr>
            <p:ph type="title"/>
          </p:nvPr>
        </p:nvSpPr>
        <p:spPr>
          <a:xfrm>
            <a:off x="286715" y="273600"/>
            <a:ext cx="1811959" cy="392415"/>
          </a:xfrm>
        </p:spPr>
        <p:txBody>
          <a:bodyPr/>
          <a:lstStyle>
            <a:lvl1pPr>
              <a:lnSpc>
                <a:spcPct val="85000"/>
              </a:lnSpc>
              <a:defRPr sz="1500" b="1" i="0">
                <a:solidFill>
                  <a:schemeClr val="tx1"/>
                </a:solidFill>
                <a:latin typeface="+mn-lt"/>
              </a:defRPr>
            </a:lvl1pPr>
          </a:lstStyle>
          <a:p>
            <a:r>
              <a:rPr lang="en-US"/>
              <a:t>Click to edit Master title style</a:t>
            </a:r>
            <a:endParaRPr lang="en-GB" dirty="0"/>
          </a:p>
        </p:txBody>
      </p:sp>
      <p:sp>
        <p:nvSpPr>
          <p:cNvPr id="6" name="Text Placeholder 5">
            <a:extLst>
              <a:ext uri="{FF2B5EF4-FFF2-40B4-BE49-F238E27FC236}">
                <a16:creationId xmlns:a16="http://schemas.microsoft.com/office/drawing/2014/main" id="{D07DAC6C-95A8-D53D-7D6B-43128BEEF186}"/>
              </a:ext>
            </a:extLst>
          </p:cNvPr>
          <p:cNvSpPr>
            <a:spLocks noGrp="1"/>
          </p:cNvSpPr>
          <p:nvPr>
            <p:ph type="body" sz="quarter" idx="13"/>
          </p:nvPr>
        </p:nvSpPr>
        <p:spPr>
          <a:xfrm>
            <a:off x="3225801" y="277200"/>
            <a:ext cx="8966200" cy="5488600"/>
          </a:xfrm>
        </p:spPr>
        <p:txBody>
          <a:bodyPr/>
          <a:lstStyle>
            <a:lvl1pPr marL="981075" indent="-981075">
              <a:lnSpc>
                <a:spcPct val="80000"/>
              </a:lnSpc>
              <a:spcBef>
                <a:spcPts val="600"/>
              </a:spcBef>
              <a:spcAft>
                <a:spcPts val="600"/>
              </a:spcAft>
              <a:buFont typeface="+mj-lt"/>
              <a:buAutoNum type="arabicPeriod"/>
              <a:tabLst/>
              <a:defRPr sz="3000" b="0" i="0">
                <a:latin typeface="+mj-lt"/>
              </a:defRPr>
            </a:lvl1pPr>
            <a:lvl2pPr marL="1201738" indent="-220663">
              <a:tabLst/>
              <a:defRPr/>
            </a:lvl2pPr>
            <a:lvl3pPr marL="1201738" indent="-220663">
              <a:tabLst/>
              <a:defRPr/>
            </a:lvl3pPr>
            <a:lvl4pPr marL="1201738" indent="-220663">
              <a:tabLst/>
              <a:defRPr/>
            </a:lvl4pPr>
            <a:lvl5pPr marL="1201738" indent="-220663">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Slide Number Placeholder 4">
            <a:extLst>
              <a:ext uri="{FF2B5EF4-FFF2-40B4-BE49-F238E27FC236}">
                <a16:creationId xmlns:a16="http://schemas.microsoft.com/office/drawing/2014/main" id="{E9119AF0-BAA0-31B4-998E-02AD3B07E859}"/>
              </a:ext>
            </a:extLst>
          </p:cNvPr>
          <p:cNvSpPr>
            <a:spLocks noGrp="1"/>
          </p:cNvSpPr>
          <p:nvPr>
            <p:ph type="sldNum" sz="quarter" idx="12"/>
          </p:nvPr>
        </p:nvSpPr>
        <p:spPr/>
        <p:txBody>
          <a:bodyPr/>
          <a:lstStyle/>
          <a:p>
            <a:fld id="{AEC8D767-5246-2244-A4A3-B8AFB218393C}" type="slidenum">
              <a:rPr lang="en-GB" smtClean="0"/>
              <a:t>‹#›</a:t>
            </a:fld>
            <a:endParaRPr lang="en-GB"/>
          </a:p>
        </p:txBody>
      </p:sp>
      <p:sp>
        <p:nvSpPr>
          <p:cNvPr id="9" name="Footer Placeholder 4">
            <a:extLst>
              <a:ext uri="{FF2B5EF4-FFF2-40B4-BE49-F238E27FC236}">
                <a16:creationId xmlns:a16="http://schemas.microsoft.com/office/drawing/2014/main" id="{73D73DEF-9C82-2768-837B-EB448FCEC2C3}"/>
              </a:ext>
            </a:extLst>
          </p:cNvPr>
          <p:cNvSpPr>
            <a:spLocks noGrp="1"/>
          </p:cNvSpPr>
          <p:nvPr>
            <p:ph type="ftr" sz="quarter" idx="3"/>
          </p:nvPr>
        </p:nvSpPr>
        <p:spPr>
          <a:xfrm>
            <a:off x="288259" y="5868000"/>
            <a:ext cx="1161051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b="0" i="0" dirty="0">
                <a:effectLst/>
              </a:rPr>
              <a:t>Slide legal disclaimer goes here if required
Slide footer goes here if required. Turn off globally using the Header/Footer function (under the Insert menu).</a:t>
            </a:r>
          </a:p>
        </p:txBody>
      </p:sp>
    </p:spTree>
    <p:extLst>
      <p:ext uri="{BB962C8B-B14F-4D97-AF65-F5344CB8AC3E}">
        <p14:creationId xmlns:p14="http://schemas.microsoft.com/office/powerpoint/2010/main" val="177142506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F4DE542-4D98-B05D-597C-9623E7D2E7C2}"/>
              </a:ext>
            </a:extLst>
          </p:cNvPr>
          <p:cNvSpPr>
            <a:spLocks noGrp="1"/>
          </p:cNvSpPr>
          <p:nvPr>
            <p:ph type="title"/>
          </p:nvPr>
        </p:nvSpPr>
        <p:spPr>
          <a:xfrm>
            <a:off x="286715" y="273600"/>
            <a:ext cx="1811959" cy="392415"/>
          </a:xfrm>
        </p:spPr>
        <p:txBody>
          <a:bodyPr/>
          <a:lstStyle>
            <a:lvl1pPr>
              <a:lnSpc>
                <a:spcPct val="85000"/>
              </a:lnSpc>
              <a:defRPr sz="1500" b="1" i="0">
                <a:solidFill>
                  <a:schemeClr val="tx1"/>
                </a:solidFill>
                <a:latin typeface="+mn-lt"/>
              </a:defRPr>
            </a:lvl1pPr>
          </a:lstStyle>
          <a:p>
            <a:r>
              <a:rPr lang="en-US"/>
              <a:t>Click to edit Master title style</a:t>
            </a:r>
            <a:endParaRPr lang="en-GB" dirty="0"/>
          </a:p>
        </p:txBody>
      </p:sp>
      <p:sp>
        <p:nvSpPr>
          <p:cNvPr id="151" name="Picture Placeholder 92">
            <a:extLst>
              <a:ext uri="{FF2B5EF4-FFF2-40B4-BE49-F238E27FC236}">
                <a16:creationId xmlns:a16="http://schemas.microsoft.com/office/drawing/2014/main" id="{414C0709-0B1A-11C5-45EE-CC44E7A13411}"/>
              </a:ext>
            </a:extLst>
          </p:cNvPr>
          <p:cNvSpPr>
            <a:spLocks noGrp="1"/>
          </p:cNvSpPr>
          <p:nvPr>
            <p:ph type="pic" sz="quarter" idx="56" hasCustomPrompt="1"/>
          </p:nvPr>
        </p:nvSpPr>
        <p:spPr>
          <a:xfrm>
            <a:off x="3225799" y="933132"/>
            <a:ext cx="8674099" cy="45719"/>
          </a:xfrm>
          <a:custGeom>
            <a:avLst/>
            <a:gdLst>
              <a:gd name="connsiteX0" fmla="*/ 0 w 827088"/>
              <a:gd name="connsiteY0" fmla="*/ 0 h 476063"/>
              <a:gd name="connsiteX1" fmla="*/ 827088 w 827088"/>
              <a:gd name="connsiteY1" fmla="*/ 0 h 476063"/>
              <a:gd name="connsiteX2" fmla="*/ 827088 w 827088"/>
              <a:gd name="connsiteY2" fmla="*/ 476063 h 476063"/>
              <a:gd name="connsiteX3" fmla="*/ 0 w 827088"/>
              <a:gd name="connsiteY3" fmla="*/ 476063 h 476063"/>
              <a:gd name="connsiteX0" fmla="*/ 0 w 827088"/>
              <a:gd name="connsiteY0" fmla="*/ 476063 h 567503"/>
              <a:gd name="connsiteX1" fmla="*/ 0 w 827088"/>
              <a:gd name="connsiteY1" fmla="*/ 0 h 567503"/>
              <a:gd name="connsiteX2" fmla="*/ 827088 w 827088"/>
              <a:gd name="connsiteY2" fmla="*/ 0 h 567503"/>
              <a:gd name="connsiteX3" fmla="*/ 827088 w 827088"/>
              <a:gd name="connsiteY3" fmla="*/ 476063 h 567503"/>
              <a:gd name="connsiteX4" fmla="*/ 91440 w 827088"/>
              <a:gd name="connsiteY4" fmla="*/ 567503 h 567503"/>
              <a:gd name="connsiteX0" fmla="*/ 0 w 827088"/>
              <a:gd name="connsiteY0" fmla="*/ 476063 h 476063"/>
              <a:gd name="connsiteX1" fmla="*/ 0 w 827088"/>
              <a:gd name="connsiteY1" fmla="*/ 0 h 476063"/>
              <a:gd name="connsiteX2" fmla="*/ 827088 w 827088"/>
              <a:gd name="connsiteY2" fmla="*/ 0 h 476063"/>
              <a:gd name="connsiteX3" fmla="*/ 827088 w 827088"/>
              <a:gd name="connsiteY3" fmla="*/ 476063 h 476063"/>
              <a:gd name="connsiteX0" fmla="*/ 0 w 827088"/>
              <a:gd name="connsiteY0" fmla="*/ 476063 h 476063"/>
              <a:gd name="connsiteX1" fmla="*/ 0 w 827088"/>
              <a:gd name="connsiteY1" fmla="*/ 0 h 476063"/>
              <a:gd name="connsiteX2" fmla="*/ 827088 w 827088"/>
              <a:gd name="connsiteY2" fmla="*/ 0 h 476063"/>
              <a:gd name="connsiteX0" fmla="*/ 0 w 827088"/>
              <a:gd name="connsiteY0" fmla="*/ 0 h 0"/>
              <a:gd name="connsiteX1" fmla="*/ 827088 w 827088"/>
              <a:gd name="connsiteY1" fmla="*/ 0 h 0"/>
            </a:gdLst>
            <a:ahLst/>
            <a:cxnLst>
              <a:cxn ang="0">
                <a:pos x="connsiteX0" y="connsiteY0"/>
              </a:cxn>
              <a:cxn ang="0">
                <a:pos x="connsiteX1" y="connsiteY1"/>
              </a:cxn>
            </a:cxnLst>
            <a:rect l="l" t="t" r="r" b="b"/>
            <a:pathLst>
              <a:path w="827088">
                <a:moveTo>
                  <a:pt x="0" y="0"/>
                </a:moveTo>
                <a:lnTo>
                  <a:pt x="827088" y="0"/>
                </a:lnTo>
              </a:path>
            </a:pathLst>
          </a:custGeom>
          <a:ln>
            <a:solidFill>
              <a:schemeClr val="tx1"/>
            </a:solidFill>
          </a:ln>
        </p:spPr>
        <p:txBody>
          <a:bodyPr wrap="square">
            <a:normAutofit/>
          </a:bodyPr>
          <a:lstStyle>
            <a:lvl1pPr>
              <a:defRPr sz="400" b="0" i="0">
                <a:latin typeface="+mn-lt"/>
              </a:defRPr>
            </a:lvl1pPr>
          </a:lstStyle>
          <a:p>
            <a:r>
              <a:rPr lang="en-GB" dirty="0"/>
              <a:t> </a:t>
            </a:r>
          </a:p>
        </p:txBody>
      </p:sp>
      <p:sp>
        <p:nvSpPr>
          <p:cNvPr id="163" name="Text Placeholder 5">
            <a:extLst>
              <a:ext uri="{FF2B5EF4-FFF2-40B4-BE49-F238E27FC236}">
                <a16:creationId xmlns:a16="http://schemas.microsoft.com/office/drawing/2014/main" id="{12B824E8-EE25-7DB2-F96D-DEA8631E51FB}"/>
              </a:ext>
            </a:extLst>
          </p:cNvPr>
          <p:cNvSpPr>
            <a:spLocks noGrp="1"/>
          </p:cNvSpPr>
          <p:nvPr>
            <p:ph type="body" sz="quarter" idx="13" hasCustomPrompt="1"/>
          </p:nvPr>
        </p:nvSpPr>
        <p:spPr>
          <a:xfrm>
            <a:off x="3225800" y="231771"/>
            <a:ext cx="1273176" cy="228909"/>
          </a:xfrm>
        </p:spPr>
        <p:txBody>
          <a:bodyPr wrap="square">
            <a:normAutofit/>
          </a:bodyPr>
          <a:lstStyle>
            <a:lvl1pPr marL="0" indent="0">
              <a:spcBef>
                <a:spcPts val="0"/>
              </a:spcBef>
              <a:spcAft>
                <a:spcPts val="0"/>
              </a:spcAft>
              <a:buFont typeface="+mj-lt"/>
              <a:buNone/>
              <a:tabLst/>
              <a:defRPr sz="1500" b="0" i="0">
                <a:latin typeface="+mn-lt"/>
              </a:defRPr>
            </a:lvl1pPr>
            <a:lvl2pPr>
              <a:defRPr sz="1500"/>
            </a:lvl2pPr>
            <a:lvl3pPr>
              <a:defRPr sz="1500"/>
            </a:lvl3pPr>
            <a:lvl4pPr>
              <a:defRPr sz="1500"/>
            </a:lvl4pPr>
            <a:lvl5pPr>
              <a:defRPr sz="1500"/>
            </a:lvl5pPr>
          </a:lstStyle>
          <a:p>
            <a:pPr lvl="0"/>
            <a:r>
              <a:rPr lang="en-GB" dirty="0"/>
              <a:t>00:00</a:t>
            </a:r>
          </a:p>
        </p:txBody>
      </p:sp>
      <p:sp>
        <p:nvSpPr>
          <p:cNvPr id="164" name="Text Placeholder 5">
            <a:extLst>
              <a:ext uri="{FF2B5EF4-FFF2-40B4-BE49-F238E27FC236}">
                <a16:creationId xmlns:a16="http://schemas.microsoft.com/office/drawing/2014/main" id="{A4F70AC5-374E-DFC2-2B29-2318F0BB51E4}"/>
              </a:ext>
            </a:extLst>
          </p:cNvPr>
          <p:cNvSpPr>
            <a:spLocks noGrp="1"/>
          </p:cNvSpPr>
          <p:nvPr>
            <p:ph type="body" sz="quarter" idx="14"/>
          </p:nvPr>
        </p:nvSpPr>
        <p:spPr>
          <a:xfrm>
            <a:off x="4644000" y="231771"/>
            <a:ext cx="4317438" cy="228909"/>
          </a:xfrm>
        </p:spPr>
        <p:txBody>
          <a:bodyPr wrap="square">
            <a:norm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US"/>
              <a:t>Click to edit Master text styles</a:t>
            </a:r>
          </a:p>
        </p:txBody>
      </p:sp>
      <p:sp>
        <p:nvSpPr>
          <p:cNvPr id="165" name="Text Placeholder 5">
            <a:extLst>
              <a:ext uri="{FF2B5EF4-FFF2-40B4-BE49-F238E27FC236}">
                <a16:creationId xmlns:a16="http://schemas.microsoft.com/office/drawing/2014/main" id="{EB857D0D-CD76-A612-A712-E14D8C7049C6}"/>
              </a:ext>
            </a:extLst>
          </p:cNvPr>
          <p:cNvSpPr>
            <a:spLocks noGrp="1"/>
          </p:cNvSpPr>
          <p:nvPr>
            <p:ph type="body" sz="quarter" idx="15" hasCustomPrompt="1"/>
          </p:nvPr>
        </p:nvSpPr>
        <p:spPr>
          <a:xfrm>
            <a:off x="9106462" y="231771"/>
            <a:ext cx="2794059" cy="228909"/>
          </a:xfrm>
        </p:spPr>
        <p:txBody>
          <a:bodyPr wrap="square">
            <a:norm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GB" err="1"/>
              <a:t>Firstname</a:t>
            </a:r>
            <a:r>
              <a:rPr lang="en-GB"/>
              <a:t> Surname</a:t>
            </a:r>
          </a:p>
        </p:txBody>
      </p:sp>
      <p:sp>
        <p:nvSpPr>
          <p:cNvPr id="166" name="Picture Placeholder 91">
            <a:extLst>
              <a:ext uri="{FF2B5EF4-FFF2-40B4-BE49-F238E27FC236}">
                <a16:creationId xmlns:a16="http://schemas.microsoft.com/office/drawing/2014/main" id="{23E05799-FE6A-9155-DA4E-C09C4B03CA27}"/>
              </a:ext>
            </a:extLst>
          </p:cNvPr>
          <p:cNvSpPr>
            <a:spLocks noGrp="1"/>
          </p:cNvSpPr>
          <p:nvPr>
            <p:ph type="pic" sz="quarter" idx="55" hasCustomPrompt="1"/>
          </p:nvPr>
        </p:nvSpPr>
        <p:spPr>
          <a:xfrm>
            <a:off x="3225799" y="538994"/>
            <a:ext cx="8674099" cy="45719"/>
          </a:xfrm>
          <a:custGeom>
            <a:avLst/>
            <a:gdLst>
              <a:gd name="connsiteX0" fmla="*/ 0 w 827088"/>
              <a:gd name="connsiteY0" fmla="*/ 0 h 476063"/>
              <a:gd name="connsiteX1" fmla="*/ 827088 w 827088"/>
              <a:gd name="connsiteY1" fmla="*/ 0 h 476063"/>
              <a:gd name="connsiteX2" fmla="*/ 827088 w 827088"/>
              <a:gd name="connsiteY2" fmla="*/ 476063 h 476063"/>
              <a:gd name="connsiteX3" fmla="*/ 0 w 827088"/>
              <a:gd name="connsiteY3" fmla="*/ 476063 h 476063"/>
              <a:gd name="connsiteX0" fmla="*/ 0 w 827088"/>
              <a:gd name="connsiteY0" fmla="*/ 476063 h 567503"/>
              <a:gd name="connsiteX1" fmla="*/ 0 w 827088"/>
              <a:gd name="connsiteY1" fmla="*/ 0 h 567503"/>
              <a:gd name="connsiteX2" fmla="*/ 827088 w 827088"/>
              <a:gd name="connsiteY2" fmla="*/ 0 h 567503"/>
              <a:gd name="connsiteX3" fmla="*/ 827088 w 827088"/>
              <a:gd name="connsiteY3" fmla="*/ 476063 h 567503"/>
              <a:gd name="connsiteX4" fmla="*/ 91440 w 827088"/>
              <a:gd name="connsiteY4" fmla="*/ 567503 h 567503"/>
              <a:gd name="connsiteX0" fmla="*/ 0 w 827088"/>
              <a:gd name="connsiteY0" fmla="*/ 476063 h 476063"/>
              <a:gd name="connsiteX1" fmla="*/ 0 w 827088"/>
              <a:gd name="connsiteY1" fmla="*/ 0 h 476063"/>
              <a:gd name="connsiteX2" fmla="*/ 827088 w 827088"/>
              <a:gd name="connsiteY2" fmla="*/ 0 h 476063"/>
              <a:gd name="connsiteX3" fmla="*/ 827088 w 827088"/>
              <a:gd name="connsiteY3" fmla="*/ 476063 h 476063"/>
              <a:gd name="connsiteX0" fmla="*/ 0 w 827088"/>
              <a:gd name="connsiteY0" fmla="*/ 476063 h 476063"/>
              <a:gd name="connsiteX1" fmla="*/ 0 w 827088"/>
              <a:gd name="connsiteY1" fmla="*/ 0 h 476063"/>
              <a:gd name="connsiteX2" fmla="*/ 827088 w 827088"/>
              <a:gd name="connsiteY2" fmla="*/ 0 h 476063"/>
              <a:gd name="connsiteX0" fmla="*/ 0 w 827088"/>
              <a:gd name="connsiteY0" fmla="*/ 0 h 0"/>
              <a:gd name="connsiteX1" fmla="*/ 827088 w 827088"/>
              <a:gd name="connsiteY1" fmla="*/ 0 h 0"/>
            </a:gdLst>
            <a:ahLst/>
            <a:cxnLst>
              <a:cxn ang="0">
                <a:pos x="connsiteX0" y="connsiteY0"/>
              </a:cxn>
              <a:cxn ang="0">
                <a:pos x="connsiteX1" y="connsiteY1"/>
              </a:cxn>
            </a:cxnLst>
            <a:rect l="l" t="t" r="r" b="b"/>
            <a:pathLst>
              <a:path w="827088">
                <a:moveTo>
                  <a:pt x="0" y="0"/>
                </a:moveTo>
                <a:lnTo>
                  <a:pt x="827088" y="0"/>
                </a:lnTo>
              </a:path>
            </a:pathLst>
          </a:custGeom>
          <a:ln>
            <a:solidFill>
              <a:schemeClr val="tx1"/>
            </a:solidFill>
          </a:ln>
        </p:spPr>
        <p:txBody>
          <a:bodyPr wrap="square">
            <a:normAutofit/>
          </a:bodyPr>
          <a:lstStyle>
            <a:lvl1pPr>
              <a:defRPr sz="400" b="0" i="0">
                <a:latin typeface="+mn-lt"/>
              </a:defRPr>
            </a:lvl1pPr>
          </a:lstStyle>
          <a:p>
            <a:r>
              <a:rPr lang="en-GB" dirty="0"/>
              <a:t>  </a:t>
            </a:r>
          </a:p>
        </p:txBody>
      </p:sp>
      <p:sp>
        <p:nvSpPr>
          <p:cNvPr id="167" name="Text Placeholder 5">
            <a:extLst>
              <a:ext uri="{FF2B5EF4-FFF2-40B4-BE49-F238E27FC236}">
                <a16:creationId xmlns:a16="http://schemas.microsoft.com/office/drawing/2014/main" id="{24089EB1-E806-6913-C5B8-A4C01D0814E6}"/>
              </a:ext>
            </a:extLst>
          </p:cNvPr>
          <p:cNvSpPr>
            <a:spLocks noGrp="1"/>
          </p:cNvSpPr>
          <p:nvPr>
            <p:ph type="body" sz="quarter" idx="16" hasCustomPrompt="1"/>
          </p:nvPr>
        </p:nvSpPr>
        <p:spPr>
          <a:xfrm>
            <a:off x="3225800" y="625471"/>
            <a:ext cx="1273176" cy="228909"/>
          </a:xfrm>
        </p:spPr>
        <p:txBody>
          <a:bodyPr wrap="square">
            <a:normAutofit/>
          </a:bodyPr>
          <a:lstStyle>
            <a:lvl1pPr marL="0" indent="0">
              <a:spcBef>
                <a:spcPts val="0"/>
              </a:spcBef>
              <a:spcAft>
                <a:spcPts val="0"/>
              </a:spcAft>
              <a:buFont typeface="+mj-lt"/>
              <a:buNone/>
              <a:tabLst/>
              <a:defRPr sz="1500" b="0" i="0">
                <a:latin typeface="+mn-lt"/>
              </a:defRPr>
            </a:lvl1pPr>
            <a:lvl2pPr>
              <a:defRPr sz="1500"/>
            </a:lvl2pPr>
            <a:lvl3pPr>
              <a:defRPr sz="1500"/>
            </a:lvl3pPr>
            <a:lvl4pPr>
              <a:defRPr sz="1500"/>
            </a:lvl4pPr>
            <a:lvl5pPr>
              <a:defRPr sz="1500"/>
            </a:lvl5pPr>
          </a:lstStyle>
          <a:p>
            <a:pPr lvl="0"/>
            <a:r>
              <a:rPr lang="en-GB"/>
              <a:t>00:00</a:t>
            </a:r>
          </a:p>
        </p:txBody>
      </p:sp>
      <p:sp>
        <p:nvSpPr>
          <p:cNvPr id="168" name="Text Placeholder 5">
            <a:extLst>
              <a:ext uri="{FF2B5EF4-FFF2-40B4-BE49-F238E27FC236}">
                <a16:creationId xmlns:a16="http://schemas.microsoft.com/office/drawing/2014/main" id="{10C7981E-34E4-22AC-19D7-855BF963AC6A}"/>
              </a:ext>
            </a:extLst>
          </p:cNvPr>
          <p:cNvSpPr>
            <a:spLocks noGrp="1"/>
          </p:cNvSpPr>
          <p:nvPr>
            <p:ph type="body" sz="quarter" idx="17"/>
          </p:nvPr>
        </p:nvSpPr>
        <p:spPr>
          <a:xfrm>
            <a:off x="4644000" y="625471"/>
            <a:ext cx="4317438" cy="228909"/>
          </a:xfrm>
        </p:spPr>
        <p:txBody>
          <a:bodyPr wrap="square">
            <a:norm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US"/>
              <a:t>Click to edit Master text styles</a:t>
            </a:r>
          </a:p>
        </p:txBody>
      </p:sp>
      <p:sp>
        <p:nvSpPr>
          <p:cNvPr id="169" name="Text Placeholder 5">
            <a:extLst>
              <a:ext uri="{FF2B5EF4-FFF2-40B4-BE49-F238E27FC236}">
                <a16:creationId xmlns:a16="http://schemas.microsoft.com/office/drawing/2014/main" id="{127EEF89-640D-17FA-3E79-57DA3786E32A}"/>
              </a:ext>
            </a:extLst>
          </p:cNvPr>
          <p:cNvSpPr>
            <a:spLocks noGrp="1"/>
          </p:cNvSpPr>
          <p:nvPr>
            <p:ph type="body" sz="quarter" idx="18" hasCustomPrompt="1"/>
          </p:nvPr>
        </p:nvSpPr>
        <p:spPr>
          <a:xfrm>
            <a:off x="9106462" y="625471"/>
            <a:ext cx="2794059" cy="228909"/>
          </a:xfrm>
        </p:spPr>
        <p:txBody>
          <a:bodyPr wrap="square">
            <a:norm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GB" dirty="0" err="1"/>
              <a:t>Firstname</a:t>
            </a:r>
            <a:r>
              <a:rPr lang="en-GB" dirty="0"/>
              <a:t> Surname</a:t>
            </a:r>
          </a:p>
        </p:txBody>
      </p:sp>
      <p:sp>
        <p:nvSpPr>
          <p:cNvPr id="170" name="Text Placeholder 5">
            <a:extLst>
              <a:ext uri="{FF2B5EF4-FFF2-40B4-BE49-F238E27FC236}">
                <a16:creationId xmlns:a16="http://schemas.microsoft.com/office/drawing/2014/main" id="{C3E76B7F-03AC-D5BD-BECC-8B0881567D59}"/>
              </a:ext>
            </a:extLst>
          </p:cNvPr>
          <p:cNvSpPr>
            <a:spLocks noGrp="1"/>
          </p:cNvSpPr>
          <p:nvPr>
            <p:ph type="body" sz="quarter" idx="19" hasCustomPrompt="1"/>
          </p:nvPr>
        </p:nvSpPr>
        <p:spPr>
          <a:xfrm>
            <a:off x="3225800" y="1022195"/>
            <a:ext cx="1273176" cy="228909"/>
          </a:xfrm>
        </p:spPr>
        <p:txBody>
          <a:bodyPr wrap="square">
            <a:normAutofit/>
          </a:bodyPr>
          <a:lstStyle>
            <a:lvl1pPr marL="0" indent="0">
              <a:spcBef>
                <a:spcPts val="0"/>
              </a:spcBef>
              <a:spcAft>
                <a:spcPts val="0"/>
              </a:spcAft>
              <a:buFont typeface="+mj-lt"/>
              <a:buNone/>
              <a:tabLst/>
              <a:defRPr sz="1500" b="0" i="0">
                <a:latin typeface="+mn-lt"/>
              </a:defRPr>
            </a:lvl1pPr>
            <a:lvl2pPr>
              <a:defRPr sz="1500"/>
            </a:lvl2pPr>
            <a:lvl3pPr>
              <a:defRPr sz="1500"/>
            </a:lvl3pPr>
            <a:lvl4pPr>
              <a:defRPr sz="1500"/>
            </a:lvl4pPr>
            <a:lvl5pPr>
              <a:defRPr sz="1500"/>
            </a:lvl5pPr>
          </a:lstStyle>
          <a:p>
            <a:pPr lvl="0"/>
            <a:r>
              <a:rPr lang="en-GB"/>
              <a:t>00:00</a:t>
            </a:r>
          </a:p>
        </p:txBody>
      </p:sp>
      <p:sp>
        <p:nvSpPr>
          <p:cNvPr id="171" name="Text Placeholder 5">
            <a:extLst>
              <a:ext uri="{FF2B5EF4-FFF2-40B4-BE49-F238E27FC236}">
                <a16:creationId xmlns:a16="http://schemas.microsoft.com/office/drawing/2014/main" id="{8344A73D-BCE2-9041-0430-DCA16AE2194A}"/>
              </a:ext>
            </a:extLst>
          </p:cNvPr>
          <p:cNvSpPr>
            <a:spLocks noGrp="1"/>
          </p:cNvSpPr>
          <p:nvPr>
            <p:ph type="body" sz="quarter" idx="20"/>
          </p:nvPr>
        </p:nvSpPr>
        <p:spPr>
          <a:xfrm>
            <a:off x="4644000" y="1022195"/>
            <a:ext cx="4317438" cy="228909"/>
          </a:xfrm>
        </p:spPr>
        <p:txBody>
          <a:bodyPr wrap="square">
            <a:norm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US"/>
              <a:t>Click to edit Master text styles</a:t>
            </a:r>
          </a:p>
        </p:txBody>
      </p:sp>
      <p:sp>
        <p:nvSpPr>
          <p:cNvPr id="172" name="Text Placeholder 5">
            <a:extLst>
              <a:ext uri="{FF2B5EF4-FFF2-40B4-BE49-F238E27FC236}">
                <a16:creationId xmlns:a16="http://schemas.microsoft.com/office/drawing/2014/main" id="{BA7AD8A2-995B-0025-7B23-12D44BEB24F7}"/>
              </a:ext>
            </a:extLst>
          </p:cNvPr>
          <p:cNvSpPr>
            <a:spLocks noGrp="1"/>
          </p:cNvSpPr>
          <p:nvPr>
            <p:ph type="body" sz="quarter" idx="21" hasCustomPrompt="1"/>
          </p:nvPr>
        </p:nvSpPr>
        <p:spPr>
          <a:xfrm>
            <a:off x="9106462" y="1022195"/>
            <a:ext cx="2794059" cy="228909"/>
          </a:xfrm>
        </p:spPr>
        <p:txBody>
          <a:bodyPr wrap="square">
            <a:norm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GB" err="1"/>
              <a:t>Firstname</a:t>
            </a:r>
            <a:r>
              <a:rPr lang="en-GB"/>
              <a:t> Surname</a:t>
            </a:r>
          </a:p>
        </p:txBody>
      </p:sp>
      <p:sp>
        <p:nvSpPr>
          <p:cNvPr id="173" name="Picture Placeholder 93">
            <a:extLst>
              <a:ext uri="{FF2B5EF4-FFF2-40B4-BE49-F238E27FC236}">
                <a16:creationId xmlns:a16="http://schemas.microsoft.com/office/drawing/2014/main" id="{C7221CC4-5A16-F8BC-F970-B26EBD5A8BA8}"/>
              </a:ext>
            </a:extLst>
          </p:cNvPr>
          <p:cNvSpPr>
            <a:spLocks noGrp="1"/>
          </p:cNvSpPr>
          <p:nvPr>
            <p:ph type="pic" sz="quarter" idx="57" hasCustomPrompt="1"/>
          </p:nvPr>
        </p:nvSpPr>
        <p:spPr>
          <a:xfrm>
            <a:off x="3225799" y="1335152"/>
            <a:ext cx="8674099" cy="45719"/>
          </a:xfrm>
          <a:custGeom>
            <a:avLst/>
            <a:gdLst>
              <a:gd name="connsiteX0" fmla="*/ 0 w 827088"/>
              <a:gd name="connsiteY0" fmla="*/ 0 h 476063"/>
              <a:gd name="connsiteX1" fmla="*/ 827088 w 827088"/>
              <a:gd name="connsiteY1" fmla="*/ 0 h 476063"/>
              <a:gd name="connsiteX2" fmla="*/ 827088 w 827088"/>
              <a:gd name="connsiteY2" fmla="*/ 476063 h 476063"/>
              <a:gd name="connsiteX3" fmla="*/ 0 w 827088"/>
              <a:gd name="connsiteY3" fmla="*/ 476063 h 476063"/>
              <a:gd name="connsiteX0" fmla="*/ 0 w 827088"/>
              <a:gd name="connsiteY0" fmla="*/ 476063 h 567503"/>
              <a:gd name="connsiteX1" fmla="*/ 0 w 827088"/>
              <a:gd name="connsiteY1" fmla="*/ 0 h 567503"/>
              <a:gd name="connsiteX2" fmla="*/ 827088 w 827088"/>
              <a:gd name="connsiteY2" fmla="*/ 0 h 567503"/>
              <a:gd name="connsiteX3" fmla="*/ 827088 w 827088"/>
              <a:gd name="connsiteY3" fmla="*/ 476063 h 567503"/>
              <a:gd name="connsiteX4" fmla="*/ 91440 w 827088"/>
              <a:gd name="connsiteY4" fmla="*/ 567503 h 567503"/>
              <a:gd name="connsiteX0" fmla="*/ 0 w 827088"/>
              <a:gd name="connsiteY0" fmla="*/ 476063 h 476063"/>
              <a:gd name="connsiteX1" fmla="*/ 0 w 827088"/>
              <a:gd name="connsiteY1" fmla="*/ 0 h 476063"/>
              <a:gd name="connsiteX2" fmla="*/ 827088 w 827088"/>
              <a:gd name="connsiteY2" fmla="*/ 0 h 476063"/>
              <a:gd name="connsiteX3" fmla="*/ 827088 w 827088"/>
              <a:gd name="connsiteY3" fmla="*/ 476063 h 476063"/>
              <a:gd name="connsiteX0" fmla="*/ 0 w 827088"/>
              <a:gd name="connsiteY0" fmla="*/ 476063 h 476063"/>
              <a:gd name="connsiteX1" fmla="*/ 0 w 827088"/>
              <a:gd name="connsiteY1" fmla="*/ 0 h 476063"/>
              <a:gd name="connsiteX2" fmla="*/ 827088 w 827088"/>
              <a:gd name="connsiteY2" fmla="*/ 0 h 476063"/>
              <a:gd name="connsiteX0" fmla="*/ 0 w 827088"/>
              <a:gd name="connsiteY0" fmla="*/ 0 h 0"/>
              <a:gd name="connsiteX1" fmla="*/ 827088 w 827088"/>
              <a:gd name="connsiteY1" fmla="*/ 0 h 0"/>
            </a:gdLst>
            <a:ahLst/>
            <a:cxnLst>
              <a:cxn ang="0">
                <a:pos x="connsiteX0" y="connsiteY0"/>
              </a:cxn>
              <a:cxn ang="0">
                <a:pos x="connsiteX1" y="connsiteY1"/>
              </a:cxn>
            </a:cxnLst>
            <a:rect l="l" t="t" r="r" b="b"/>
            <a:pathLst>
              <a:path w="827088">
                <a:moveTo>
                  <a:pt x="0" y="0"/>
                </a:moveTo>
                <a:lnTo>
                  <a:pt x="827088" y="0"/>
                </a:lnTo>
              </a:path>
            </a:pathLst>
          </a:custGeom>
          <a:ln>
            <a:solidFill>
              <a:schemeClr val="tx1"/>
            </a:solidFill>
          </a:ln>
        </p:spPr>
        <p:txBody>
          <a:bodyPr wrap="square">
            <a:normAutofit/>
          </a:bodyPr>
          <a:lstStyle>
            <a:lvl1pPr>
              <a:defRPr sz="400" b="0" i="0">
                <a:latin typeface="+mn-lt"/>
              </a:defRPr>
            </a:lvl1pPr>
          </a:lstStyle>
          <a:p>
            <a:r>
              <a:rPr lang="en-GB" dirty="0"/>
              <a:t> </a:t>
            </a:r>
          </a:p>
        </p:txBody>
      </p:sp>
      <p:sp>
        <p:nvSpPr>
          <p:cNvPr id="174" name="Text Placeholder 5">
            <a:extLst>
              <a:ext uri="{FF2B5EF4-FFF2-40B4-BE49-F238E27FC236}">
                <a16:creationId xmlns:a16="http://schemas.microsoft.com/office/drawing/2014/main" id="{B4AD80BA-61F2-11A3-5213-31194E78CF82}"/>
              </a:ext>
            </a:extLst>
          </p:cNvPr>
          <p:cNvSpPr>
            <a:spLocks noGrp="1"/>
          </p:cNvSpPr>
          <p:nvPr>
            <p:ph type="body" sz="quarter" idx="22" hasCustomPrompt="1"/>
          </p:nvPr>
        </p:nvSpPr>
        <p:spPr>
          <a:xfrm>
            <a:off x="3225800" y="1418919"/>
            <a:ext cx="1273176" cy="228909"/>
          </a:xfrm>
        </p:spPr>
        <p:txBody>
          <a:bodyPr wrap="square">
            <a:normAutofit/>
          </a:bodyPr>
          <a:lstStyle>
            <a:lvl1pPr marL="0" indent="0">
              <a:spcBef>
                <a:spcPts val="0"/>
              </a:spcBef>
              <a:spcAft>
                <a:spcPts val="0"/>
              </a:spcAft>
              <a:buFont typeface="+mj-lt"/>
              <a:buNone/>
              <a:tabLst/>
              <a:defRPr sz="1500" b="0" i="0">
                <a:latin typeface="+mn-lt"/>
              </a:defRPr>
            </a:lvl1pPr>
            <a:lvl2pPr>
              <a:defRPr sz="1500"/>
            </a:lvl2pPr>
            <a:lvl3pPr>
              <a:defRPr sz="1500"/>
            </a:lvl3pPr>
            <a:lvl4pPr>
              <a:defRPr sz="1500"/>
            </a:lvl4pPr>
            <a:lvl5pPr>
              <a:defRPr sz="1500"/>
            </a:lvl5pPr>
          </a:lstStyle>
          <a:p>
            <a:pPr lvl="0"/>
            <a:r>
              <a:rPr lang="en-GB"/>
              <a:t>00:00</a:t>
            </a:r>
          </a:p>
        </p:txBody>
      </p:sp>
      <p:sp>
        <p:nvSpPr>
          <p:cNvPr id="175" name="Text Placeholder 5">
            <a:extLst>
              <a:ext uri="{FF2B5EF4-FFF2-40B4-BE49-F238E27FC236}">
                <a16:creationId xmlns:a16="http://schemas.microsoft.com/office/drawing/2014/main" id="{27C0D85E-74CB-0D5E-89E5-5D22045B8749}"/>
              </a:ext>
            </a:extLst>
          </p:cNvPr>
          <p:cNvSpPr>
            <a:spLocks noGrp="1"/>
          </p:cNvSpPr>
          <p:nvPr>
            <p:ph type="body" sz="quarter" idx="23"/>
          </p:nvPr>
        </p:nvSpPr>
        <p:spPr>
          <a:xfrm>
            <a:off x="4644000" y="1418919"/>
            <a:ext cx="4317438" cy="228909"/>
          </a:xfrm>
        </p:spPr>
        <p:txBody>
          <a:bodyPr wrap="square">
            <a:norm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US"/>
              <a:t>Click to edit Master text styles</a:t>
            </a:r>
          </a:p>
        </p:txBody>
      </p:sp>
      <p:sp>
        <p:nvSpPr>
          <p:cNvPr id="176" name="Text Placeholder 5">
            <a:extLst>
              <a:ext uri="{FF2B5EF4-FFF2-40B4-BE49-F238E27FC236}">
                <a16:creationId xmlns:a16="http://schemas.microsoft.com/office/drawing/2014/main" id="{D3602011-9A32-BE74-D43E-233E4FC27356}"/>
              </a:ext>
            </a:extLst>
          </p:cNvPr>
          <p:cNvSpPr>
            <a:spLocks noGrp="1"/>
          </p:cNvSpPr>
          <p:nvPr>
            <p:ph type="body" sz="quarter" idx="24" hasCustomPrompt="1"/>
          </p:nvPr>
        </p:nvSpPr>
        <p:spPr>
          <a:xfrm>
            <a:off x="9106462" y="1418919"/>
            <a:ext cx="2794059" cy="228909"/>
          </a:xfrm>
        </p:spPr>
        <p:txBody>
          <a:bodyPr wrap="square">
            <a:norm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GB" err="1"/>
              <a:t>Firstname</a:t>
            </a:r>
            <a:r>
              <a:rPr lang="en-GB"/>
              <a:t> Surname</a:t>
            </a:r>
          </a:p>
        </p:txBody>
      </p:sp>
      <p:sp>
        <p:nvSpPr>
          <p:cNvPr id="177" name="Picture Placeholder 94">
            <a:extLst>
              <a:ext uri="{FF2B5EF4-FFF2-40B4-BE49-F238E27FC236}">
                <a16:creationId xmlns:a16="http://schemas.microsoft.com/office/drawing/2014/main" id="{269B4BB8-2420-C116-E384-4500FB15D7E4}"/>
              </a:ext>
            </a:extLst>
          </p:cNvPr>
          <p:cNvSpPr>
            <a:spLocks noGrp="1"/>
          </p:cNvSpPr>
          <p:nvPr>
            <p:ph type="pic" sz="quarter" idx="58" hasCustomPrompt="1"/>
          </p:nvPr>
        </p:nvSpPr>
        <p:spPr>
          <a:xfrm>
            <a:off x="3225799" y="1737173"/>
            <a:ext cx="8674099" cy="45719"/>
          </a:xfrm>
          <a:custGeom>
            <a:avLst/>
            <a:gdLst>
              <a:gd name="connsiteX0" fmla="*/ 0 w 827088"/>
              <a:gd name="connsiteY0" fmla="*/ 0 h 476063"/>
              <a:gd name="connsiteX1" fmla="*/ 827088 w 827088"/>
              <a:gd name="connsiteY1" fmla="*/ 0 h 476063"/>
              <a:gd name="connsiteX2" fmla="*/ 827088 w 827088"/>
              <a:gd name="connsiteY2" fmla="*/ 476063 h 476063"/>
              <a:gd name="connsiteX3" fmla="*/ 0 w 827088"/>
              <a:gd name="connsiteY3" fmla="*/ 476063 h 476063"/>
              <a:gd name="connsiteX0" fmla="*/ 0 w 827088"/>
              <a:gd name="connsiteY0" fmla="*/ 476063 h 567503"/>
              <a:gd name="connsiteX1" fmla="*/ 0 w 827088"/>
              <a:gd name="connsiteY1" fmla="*/ 0 h 567503"/>
              <a:gd name="connsiteX2" fmla="*/ 827088 w 827088"/>
              <a:gd name="connsiteY2" fmla="*/ 0 h 567503"/>
              <a:gd name="connsiteX3" fmla="*/ 827088 w 827088"/>
              <a:gd name="connsiteY3" fmla="*/ 476063 h 567503"/>
              <a:gd name="connsiteX4" fmla="*/ 91440 w 827088"/>
              <a:gd name="connsiteY4" fmla="*/ 567503 h 567503"/>
              <a:gd name="connsiteX0" fmla="*/ 0 w 827088"/>
              <a:gd name="connsiteY0" fmla="*/ 476063 h 476063"/>
              <a:gd name="connsiteX1" fmla="*/ 0 w 827088"/>
              <a:gd name="connsiteY1" fmla="*/ 0 h 476063"/>
              <a:gd name="connsiteX2" fmla="*/ 827088 w 827088"/>
              <a:gd name="connsiteY2" fmla="*/ 0 h 476063"/>
              <a:gd name="connsiteX3" fmla="*/ 827088 w 827088"/>
              <a:gd name="connsiteY3" fmla="*/ 476063 h 476063"/>
              <a:gd name="connsiteX0" fmla="*/ 0 w 827088"/>
              <a:gd name="connsiteY0" fmla="*/ 476063 h 476063"/>
              <a:gd name="connsiteX1" fmla="*/ 0 w 827088"/>
              <a:gd name="connsiteY1" fmla="*/ 0 h 476063"/>
              <a:gd name="connsiteX2" fmla="*/ 827088 w 827088"/>
              <a:gd name="connsiteY2" fmla="*/ 0 h 476063"/>
              <a:gd name="connsiteX0" fmla="*/ 0 w 827088"/>
              <a:gd name="connsiteY0" fmla="*/ 0 h 0"/>
              <a:gd name="connsiteX1" fmla="*/ 827088 w 827088"/>
              <a:gd name="connsiteY1" fmla="*/ 0 h 0"/>
            </a:gdLst>
            <a:ahLst/>
            <a:cxnLst>
              <a:cxn ang="0">
                <a:pos x="connsiteX0" y="connsiteY0"/>
              </a:cxn>
              <a:cxn ang="0">
                <a:pos x="connsiteX1" y="connsiteY1"/>
              </a:cxn>
            </a:cxnLst>
            <a:rect l="l" t="t" r="r" b="b"/>
            <a:pathLst>
              <a:path w="827088">
                <a:moveTo>
                  <a:pt x="0" y="0"/>
                </a:moveTo>
                <a:lnTo>
                  <a:pt x="827088" y="0"/>
                </a:lnTo>
              </a:path>
            </a:pathLst>
          </a:custGeom>
          <a:ln>
            <a:solidFill>
              <a:schemeClr val="tx1"/>
            </a:solidFill>
          </a:ln>
        </p:spPr>
        <p:txBody>
          <a:bodyPr wrap="square">
            <a:normAutofit/>
          </a:bodyPr>
          <a:lstStyle>
            <a:lvl1pPr>
              <a:defRPr sz="400" b="0" i="0">
                <a:latin typeface="+mn-lt"/>
              </a:defRPr>
            </a:lvl1pPr>
          </a:lstStyle>
          <a:p>
            <a:r>
              <a:rPr lang="en-GB" dirty="0"/>
              <a:t> </a:t>
            </a:r>
          </a:p>
        </p:txBody>
      </p:sp>
      <p:sp>
        <p:nvSpPr>
          <p:cNvPr id="178" name="Text Placeholder 5">
            <a:extLst>
              <a:ext uri="{FF2B5EF4-FFF2-40B4-BE49-F238E27FC236}">
                <a16:creationId xmlns:a16="http://schemas.microsoft.com/office/drawing/2014/main" id="{A65D6C32-597E-A87D-B6BE-91881E645FE5}"/>
              </a:ext>
            </a:extLst>
          </p:cNvPr>
          <p:cNvSpPr>
            <a:spLocks noGrp="1"/>
          </p:cNvSpPr>
          <p:nvPr>
            <p:ph type="body" sz="quarter" idx="25" hasCustomPrompt="1"/>
          </p:nvPr>
        </p:nvSpPr>
        <p:spPr>
          <a:xfrm>
            <a:off x="3225800" y="1815643"/>
            <a:ext cx="1273176" cy="228909"/>
          </a:xfrm>
        </p:spPr>
        <p:txBody>
          <a:bodyPr wrap="square">
            <a:normAutofit/>
          </a:bodyPr>
          <a:lstStyle>
            <a:lvl1pPr marL="0" indent="0">
              <a:spcBef>
                <a:spcPts val="0"/>
              </a:spcBef>
              <a:spcAft>
                <a:spcPts val="0"/>
              </a:spcAft>
              <a:buFont typeface="+mj-lt"/>
              <a:buNone/>
              <a:tabLst/>
              <a:defRPr sz="1500" b="0" i="0">
                <a:latin typeface="+mn-lt"/>
              </a:defRPr>
            </a:lvl1pPr>
            <a:lvl2pPr>
              <a:defRPr sz="1500"/>
            </a:lvl2pPr>
            <a:lvl3pPr>
              <a:defRPr sz="1500"/>
            </a:lvl3pPr>
            <a:lvl4pPr>
              <a:defRPr sz="1500"/>
            </a:lvl4pPr>
            <a:lvl5pPr>
              <a:defRPr sz="1500"/>
            </a:lvl5pPr>
          </a:lstStyle>
          <a:p>
            <a:pPr lvl="0"/>
            <a:r>
              <a:rPr lang="en-GB"/>
              <a:t>00:00</a:t>
            </a:r>
          </a:p>
        </p:txBody>
      </p:sp>
      <p:sp>
        <p:nvSpPr>
          <p:cNvPr id="179" name="Text Placeholder 5">
            <a:extLst>
              <a:ext uri="{FF2B5EF4-FFF2-40B4-BE49-F238E27FC236}">
                <a16:creationId xmlns:a16="http://schemas.microsoft.com/office/drawing/2014/main" id="{4B1DF343-DFC7-F81B-915B-96E9335A5E49}"/>
              </a:ext>
            </a:extLst>
          </p:cNvPr>
          <p:cNvSpPr>
            <a:spLocks noGrp="1"/>
          </p:cNvSpPr>
          <p:nvPr>
            <p:ph type="body" sz="quarter" idx="26"/>
          </p:nvPr>
        </p:nvSpPr>
        <p:spPr>
          <a:xfrm>
            <a:off x="4644000" y="1815643"/>
            <a:ext cx="4317438" cy="228909"/>
          </a:xfrm>
        </p:spPr>
        <p:txBody>
          <a:bodyPr wrap="square">
            <a:norm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US"/>
              <a:t>Click to edit Master text styles</a:t>
            </a:r>
          </a:p>
        </p:txBody>
      </p:sp>
      <p:sp>
        <p:nvSpPr>
          <p:cNvPr id="180" name="Text Placeholder 5">
            <a:extLst>
              <a:ext uri="{FF2B5EF4-FFF2-40B4-BE49-F238E27FC236}">
                <a16:creationId xmlns:a16="http://schemas.microsoft.com/office/drawing/2014/main" id="{B101370D-BD23-0E59-00B2-1DF4D768EBDF}"/>
              </a:ext>
            </a:extLst>
          </p:cNvPr>
          <p:cNvSpPr>
            <a:spLocks noGrp="1"/>
          </p:cNvSpPr>
          <p:nvPr>
            <p:ph type="body" sz="quarter" idx="27" hasCustomPrompt="1"/>
          </p:nvPr>
        </p:nvSpPr>
        <p:spPr>
          <a:xfrm>
            <a:off x="9106462" y="1815643"/>
            <a:ext cx="2794059" cy="228909"/>
          </a:xfrm>
        </p:spPr>
        <p:txBody>
          <a:bodyPr wrap="square">
            <a:norm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GB" dirty="0" err="1"/>
              <a:t>Firstname</a:t>
            </a:r>
            <a:r>
              <a:rPr lang="en-GB" dirty="0"/>
              <a:t> Surname</a:t>
            </a:r>
          </a:p>
        </p:txBody>
      </p:sp>
      <p:sp>
        <p:nvSpPr>
          <p:cNvPr id="181" name="Picture Placeholder 95">
            <a:extLst>
              <a:ext uri="{FF2B5EF4-FFF2-40B4-BE49-F238E27FC236}">
                <a16:creationId xmlns:a16="http://schemas.microsoft.com/office/drawing/2014/main" id="{F4B3C050-4D54-40AC-903F-F698E83D054E}"/>
              </a:ext>
            </a:extLst>
          </p:cNvPr>
          <p:cNvSpPr>
            <a:spLocks noGrp="1"/>
          </p:cNvSpPr>
          <p:nvPr>
            <p:ph type="pic" sz="quarter" idx="59" hasCustomPrompt="1"/>
          </p:nvPr>
        </p:nvSpPr>
        <p:spPr>
          <a:xfrm>
            <a:off x="3225799" y="2123428"/>
            <a:ext cx="8674099" cy="45719"/>
          </a:xfrm>
          <a:custGeom>
            <a:avLst/>
            <a:gdLst>
              <a:gd name="connsiteX0" fmla="*/ 0 w 827088"/>
              <a:gd name="connsiteY0" fmla="*/ 0 h 476063"/>
              <a:gd name="connsiteX1" fmla="*/ 827088 w 827088"/>
              <a:gd name="connsiteY1" fmla="*/ 0 h 476063"/>
              <a:gd name="connsiteX2" fmla="*/ 827088 w 827088"/>
              <a:gd name="connsiteY2" fmla="*/ 476063 h 476063"/>
              <a:gd name="connsiteX3" fmla="*/ 0 w 827088"/>
              <a:gd name="connsiteY3" fmla="*/ 476063 h 476063"/>
              <a:gd name="connsiteX0" fmla="*/ 0 w 827088"/>
              <a:gd name="connsiteY0" fmla="*/ 476063 h 567503"/>
              <a:gd name="connsiteX1" fmla="*/ 0 w 827088"/>
              <a:gd name="connsiteY1" fmla="*/ 0 h 567503"/>
              <a:gd name="connsiteX2" fmla="*/ 827088 w 827088"/>
              <a:gd name="connsiteY2" fmla="*/ 0 h 567503"/>
              <a:gd name="connsiteX3" fmla="*/ 827088 w 827088"/>
              <a:gd name="connsiteY3" fmla="*/ 476063 h 567503"/>
              <a:gd name="connsiteX4" fmla="*/ 91440 w 827088"/>
              <a:gd name="connsiteY4" fmla="*/ 567503 h 567503"/>
              <a:gd name="connsiteX0" fmla="*/ 0 w 827088"/>
              <a:gd name="connsiteY0" fmla="*/ 476063 h 476063"/>
              <a:gd name="connsiteX1" fmla="*/ 0 w 827088"/>
              <a:gd name="connsiteY1" fmla="*/ 0 h 476063"/>
              <a:gd name="connsiteX2" fmla="*/ 827088 w 827088"/>
              <a:gd name="connsiteY2" fmla="*/ 0 h 476063"/>
              <a:gd name="connsiteX3" fmla="*/ 827088 w 827088"/>
              <a:gd name="connsiteY3" fmla="*/ 476063 h 476063"/>
              <a:gd name="connsiteX0" fmla="*/ 0 w 827088"/>
              <a:gd name="connsiteY0" fmla="*/ 476063 h 476063"/>
              <a:gd name="connsiteX1" fmla="*/ 0 w 827088"/>
              <a:gd name="connsiteY1" fmla="*/ 0 h 476063"/>
              <a:gd name="connsiteX2" fmla="*/ 827088 w 827088"/>
              <a:gd name="connsiteY2" fmla="*/ 0 h 476063"/>
              <a:gd name="connsiteX0" fmla="*/ 0 w 827088"/>
              <a:gd name="connsiteY0" fmla="*/ 0 h 0"/>
              <a:gd name="connsiteX1" fmla="*/ 827088 w 827088"/>
              <a:gd name="connsiteY1" fmla="*/ 0 h 0"/>
            </a:gdLst>
            <a:ahLst/>
            <a:cxnLst>
              <a:cxn ang="0">
                <a:pos x="connsiteX0" y="connsiteY0"/>
              </a:cxn>
              <a:cxn ang="0">
                <a:pos x="connsiteX1" y="connsiteY1"/>
              </a:cxn>
            </a:cxnLst>
            <a:rect l="l" t="t" r="r" b="b"/>
            <a:pathLst>
              <a:path w="827088">
                <a:moveTo>
                  <a:pt x="0" y="0"/>
                </a:moveTo>
                <a:lnTo>
                  <a:pt x="827088" y="0"/>
                </a:lnTo>
              </a:path>
            </a:pathLst>
          </a:custGeom>
          <a:ln>
            <a:solidFill>
              <a:schemeClr val="tx1"/>
            </a:solidFill>
          </a:ln>
        </p:spPr>
        <p:txBody>
          <a:bodyPr wrap="square">
            <a:normAutofit/>
          </a:bodyPr>
          <a:lstStyle>
            <a:lvl1pPr>
              <a:defRPr sz="400" b="0" i="0">
                <a:latin typeface="+mn-lt"/>
              </a:defRPr>
            </a:lvl1pPr>
          </a:lstStyle>
          <a:p>
            <a:r>
              <a:rPr lang="en-GB" dirty="0"/>
              <a:t> </a:t>
            </a:r>
          </a:p>
        </p:txBody>
      </p:sp>
      <p:sp>
        <p:nvSpPr>
          <p:cNvPr id="182" name="Text Placeholder 5">
            <a:extLst>
              <a:ext uri="{FF2B5EF4-FFF2-40B4-BE49-F238E27FC236}">
                <a16:creationId xmlns:a16="http://schemas.microsoft.com/office/drawing/2014/main" id="{155ABD36-F107-FAC7-D94F-C71129D99E04}"/>
              </a:ext>
            </a:extLst>
          </p:cNvPr>
          <p:cNvSpPr>
            <a:spLocks noGrp="1"/>
          </p:cNvSpPr>
          <p:nvPr>
            <p:ph type="body" sz="quarter" idx="28" hasCustomPrompt="1"/>
          </p:nvPr>
        </p:nvSpPr>
        <p:spPr>
          <a:xfrm>
            <a:off x="3225800" y="2212367"/>
            <a:ext cx="1273176" cy="228909"/>
          </a:xfrm>
        </p:spPr>
        <p:txBody>
          <a:bodyPr wrap="square">
            <a:normAutofit/>
          </a:bodyPr>
          <a:lstStyle>
            <a:lvl1pPr marL="0" indent="0">
              <a:spcBef>
                <a:spcPts val="0"/>
              </a:spcBef>
              <a:spcAft>
                <a:spcPts val="0"/>
              </a:spcAft>
              <a:buFont typeface="+mj-lt"/>
              <a:buNone/>
              <a:tabLst/>
              <a:defRPr sz="1500" b="0" i="0">
                <a:latin typeface="+mn-lt"/>
              </a:defRPr>
            </a:lvl1pPr>
            <a:lvl2pPr>
              <a:defRPr sz="1500"/>
            </a:lvl2pPr>
            <a:lvl3pPr>
              <a:defRPr sz="1500"/>
            </a:lvl3pPr>
            <a:lvl4pPr>
              <a:defRPr sz="1500"/>
            </a:lvl4pPr>
            <a:lvl5pPr>
              <a:defRPr sz="1500"/>
            </a:lvl5pPr>
          </a:lstStyle>
          <a:p>
            <a:pPr lvl="0"/>
            <a:r>
              <a:rPr lang="en-GB"/>
              <a:t>00:00</a:t>
            </a:r>
          </a:p>
        </p:txBody>
      </p:sp>
      <p:sp>
        <p:nvSpPr>
          <p:cNvPr id="183" name="Text Placeholder 5">
            <a:extLst>
              <a:ext uri="{FF2B5EF4-FFF2-40B4-BE49-F238E27FC236}">
                <a16:creationId xmlns:a16="http://schemas.microsoft.com/office/drawing/2014/main" id="{0A1512C3-4983-E876-9159-16E3626DF5B5}"/>
              </a:ext>
            </a:extLst>
          </p:cNvPr>
          <p:cNvSpPr>
            <a:spLocks noGrp="1"/>
          </p:cNvSpPr>
          <p:nvPr>
            <p:ph type="body" sz="quarter" idx="29"/>
          </p:nvPr>
        </p:nvSpPr>
        <p:spPr>
          <a:xfrm>
            <a:off x="4644000" y="2212367"/>
            <a:ext cx="4317438" cy="228909"/>
          </a:xfrm>
        </p:spPr>
        <p:txBody>
          <a:bodyPr wrap="square">
            <a:norm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US"/>
              <a:t>Click to edit Master text styles</a:t>
            </a:r>
          </a:p>
        </p:txBody>
      </p:sp>
      <p:sp>
        <p:nvSpPr>
          <p:cNvPr id="184" name="Text Placeholder 5">
            <a:extLst>
              <a:ext uri="{FF2B5EF4-FFF2-40B4-BE49-F238E27FC236}">
                <a16:creationId xmlns:a16="http://schemas.microsoft.com/office/drawing/2014/main" id="{F7879AFD-9EB9-2FB8-189D-455DEDB6131F}"/>
              </a:ext>
            </a:extLst>
          </p:cNvPr>
          <p:cNvSpPr>
            <a:spLocks noGrp="1"/>
          </p:cNvSpPr>
          <p:nvPr>
            <p:ph type="body" sz="quarter" idx="30" hasCustomPrompt="1"/>
          </p:nvPr>
        </p:nvSpPr>
        <p:spPr>
          <a:xfrm>
            <a:off x="9106462" y="2212367"/>
            <a:ext cx="2794059" cy="228909"/>
          </a:xfrm>
        </p:spPr>
        <p:txBody>
          <a:bodyPr wrap="square">
            <a:norm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GB" dirty="0" err="1"/>
              <a:t>Firstname</a:t>
            </a:r>
            <a:r>
              <a:rPr lang="en-GB" dirty="0"/>
              <a:t> Surname</a:t>
            </a:r>
          </a:p>
        </p:txBody>
      </p:sp>
      <p:sp>
        <p:nvSpPr>
          <p:cNvPr id="185" name="Picture Placeholder 96">
            <a:extLst>
              <a:ext uri="{FF2B5EF4-FFF2-40B4-BE49-F238E27FC236}">
                <a16:creationId xmlns:a16="http://schemas.microsoft.com/office/drawing/2014/main" id="{35FA00DC-0DE0-96B1-C7B7-F45DB8335CDB}"/>
              </a:ext>
            </a:extLst>
          </p:cNvPr>
          <p:cNvSpPr>
            <a:spLocks noGrp="1"/>
          </p:cNvSpPr>
          <p:nvPr>
            <p:ph type="pic" sz="quarter" idx="60" hasCustomPrompt="1"/>
          </p:nvPr>
        </p:nvSpPr>
        <p:spPr>
          <a:xfrm>
            <a:off x="3225799" y="2525448"/>
            <a:ext cx="8674099" cy="45719"/>
          </a:xfrm>
          <a:custGeom>
            <a:avLst/>
            <a:gdLst>
              <a:gd name="connsiteX0" fmla="*/ 0 w 827088"/>
              <a:gd name="connsiteY0" fmla="*/ 0 h 476063"/>
              <a:gd name="connsiteX1" fmla="*/ 827088 w 827088"/>
              <a:gd name="connsiteY1" fmla="*/ 0 h 476063"/>
              <a:gd name="connsiteX2" fmla="*/ 827088 w 827088"/>
              <a:gd name="connsiteY2" fmla="*/ 476063 h 476063"/>
              <a:gd name="connsiteX3" fmla="*/ 0 w 827088"/>
              <a:gd name="connsiteY3" fmla="*/ 476063 h 476063"/>
              <a:gd name="connsiteX0" fmla="*/ 0 w 827088"/>
              <a:gd name="connsiteY0" fmla="*/ 476063 h 567503"/>
              <a:gd name="connsiteX1" fmla="*/ 0 w 827088"/>
              <a:gd name="connsiteY1" fmla="*/ 0 h 567503"/>
              <a:gd name="connsiteX2" fmla="*/ 827088 w 827088"/>
              <a:gd name="connsiteY2" fmla="*/ 0 h 567503"/>
              <a:gd name="connsiteX3" fmla="*/ 827088 w 827088"/>
              <a:gd name="connsiteY3" fmla="*/ 476063 h 567503"/>
              <a:gd name="connsiteX4" fmla="*/ 91440 w 827088"/>
              <a:gd name="connsiteY4" fmla="*/ 567503 h 567503"/>
              <a:gd name="connsiteX0" fmla="*/ 0 w 827088"/>
              <a:gd name="connsiteY0" fmla="*/ 476063 h 476063"/>
              <a:gd name="connsiteX1" fmla="*/ 0 w 827088"/>
              <a:gd name="connsiteY1" fmla="*/ 0 h 476063"/>
              <a:gd name="connsiteX2" fmla="*/ 827088 w 827088"/>
              <a:gd name="connsiteY2" fmla="*/ 0 h 476063"/>
              <a:gd name="connsiteX3" fmla="*/ 827088 w 827088"/>
              <a:gd name="connsiteY3" fmla="*/ 476063 h 476063"/>
              <a:gd name="connsiteX0" fmla="*/ 0 w 827088"/>
              <a:gd name="connsiteY0" fmla="*/ 476063 h 476063"/>
              <a:gd name="connsiteX1" fmla="*/ 0 w 827088"/>
              <a:gd name="connsiteY1" fmla="*/ 0 h 476063"/>
              <a:gd name="connsiteX2" fmla="*/ 827088 w 827088"/>
              <a:gd name="connsiteY2" fmla="*/ 0 h 476063"/>
              <a:gd name="connsiteX0" fmla="*/ 0 w 827088"/>
              <a:gd name="connsiteY0" fmla="*/ 0 h 0"/>
              <a:gd name="connsiteX1" fmla="*/ 827088 w 827088"/>
              <a:gd name="connsiteY1" fmla="*/ 0 h 0"/>
            </a:gdLst>
            <a:ahLst/>
            <a:cxnLst>
              <a:cxn ang="0">
                <a:pos x="connsiteX0" y="connsiteY0"/>
              </a:cxn>
              <a:cxn ang="0">
                <a:pos x="connsiteX1" y="connsiteY1"/>
              </a:cxn>
            </a:cxnLst>
            <a:rect l="l" t="t" r="r" b="b"/>
            <a:pathLst>
              <a:path w="827088">
                <a:moveTo>
                  <a:pt x="0" y="0"/>
                </a:moveTo>
                <a:lnTo>
                  <a:pt x="827088" y="0"/>
                </a:lnTo>
              </a:path>
            </a:pathLst>
          </a:custGeom>
          <a:ln>
            <a:solidFill>
              <a:schemeClr val="tx1"/>
            </a:solidFill>
          </a:ln>
        </p:spPr>
        <p:txBody>
          <a:bodyPr wrap="square">
            <a:normAutofit/>
          </a:bodyPr>
          <a:lstStyle>
            <a:lvl1pPr>
              <a:defRPr sz="400" b="0" i="0">
                <a:latin typeface="+mn-lt"/>
              </a:defRPr>
            </a:lvl1pPr>
          </a:lstStyle>
          <a:p>
            <a:r>
              <a:rPr lang="en-GB" dirty="0"/>
              <a:t> </a:t>
            </a:r>
          </a:p>
        </p:txBody>
      </p:sp>
      <p:sp>
        <p:nvSpPr>
          <p:cNvPr id="186" name="Text Placeholder 5">
            <a:extLst>
              <a:ext uri="{FF2B5EF4-FFF2-40B4-BE49-F238E27FC236}">
                <a16:creationId xmlns:a16="http://schemas.microsoft.com/office/drawing/2014/main" id="{BE4AFC06-39CD-C8B1-3AE0-5EC6BA91A93A}"/>
              </a:ext>
            </a:extLst>
          </p:cNvPr>
          <p:cNvSpPr>
            <a:spLocks noGrp="1"/>
          </p:cNvSpPr>
          <p:nvPr>
            <p:ph type="body" sz="quarter" idx="31" hasCustomPrompt="1"/>
          </p:nvPr>
        </p:nvSpPr>
        <p:spPr>
          <a:xfrm>
            <a:off x="3225800" y="2607652"/>
            <a:ext cx="1273176" cy="228909"/>
          </a:xfrm>
        </p:spPr>
        <p:txBody>
          <a:bodyPr wrap="square">
            <a:normAutofit/>
          </a:bodyPr>
          <a:lstStyle>
            <a:lvl1pPr marL="0" indent="0">
              <a:spcBef>
                <a:spcPts val="0"/>
              </a:spcBef>
              <a:spcAft>
                <a:spcPts val="0"/>
              </a:spcAft>
              <a:buFont typeface="+mj-lt"/>
              <a:buNone/>
              <a:tabLst/>
              <a:defRPr sz="1500" b="0" i="0">
                <a:latin typeface="+mn-lt"/>
              </a:defRPr>
            </a:lvl1pPr>
            <a:lvl2pPr>
              <a:defRPr sz="1500"/>
            </a:lvl2pPr>
            <a:lvl3pPr>
              <a:defRPr sz="1500"/>
            </a:lvl3pPr>
            <a:lvl4pPr>
              <a:defRPr sz="1500"/>
            </a:lvl4pPr>
            <a:lvl5pPr>
              <a:defRPr sz="1500"/>
            </a:lvl5pPr>
          </a:lstStyle>
          <a:p>
            <a:pPr lvl="0"/>
            <a:r>
              <a:rPr lang="en-GB"/>
              <a:t>00:00</a:t>
            </a:r>
          </a:p>
        </p:txBody>
      </p:sp>
      <p:sp>
        <p:nvSpPr>
          <p:cNvPr id="187" name="Text Placeholder 5">
            <a:extLst>
              <a:ext uri="{FF2B5EF4-FFF2-40B4-BE49-F238E27FC236}">
                <a16:creationId xmlns:a16="http://schemas.microsoft.com/office/drawing/2014/main" id="{626B338C-7172-C0D7-9039-86A9DE0F1FA0}"/>
              </a:ext>
            </a:extLst>
          </p:cNvPr>
          <p:cNvSpPr>
            <a:spLocks noGrp="1"/>
          </p:cNvSpPr>
          <p:nvPr>
            <p:ph type="body" sz="quarter" idx="32"/>
          </p:nvPr>
        </p:nvSpPr>
        <p:spPr>
          <a:xfrm>
            <a:off x="4644000" y="2607652"/>
            <a:ext cx="4317438" cy="228909"/>
          </a:xfrm>
        </p:spPr>
        <p:txBody>
          <a:bodyPr wrap="square">
            <a:norm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US"/>
              <a:t>Click to edit Master text styles</a:t>
            </a:r>
          </a:p>
        </p:txBody>
      </p:sp>
      <p:sp>
        <p:nvSpPr>
          <p:cNvPr id="188" name="Text Placeholder 5">
            <a:extLst>
              <a:ext uri="{FF2B5EF4-FFF2-40B4-BE49-F238E27FC236}">
                <a16:creationId xmlns:a16="http://schemas.microsoft.com/office/drawing/2014/main" id="{F53E4D8E-1408-3646-C31B-01AB5D69F9EE}"/>
              </a:ext>
            </a:extLst>
          </p:cNvPr>
          <p:cNvSpPr>
            <a:spLocks noGrp="1"/>
          </p:cNvSpPr>
          <p:nvPr>
            <p:ph type="body" sz="quarter" idx="33" hasCustomPrompt="1"/>
          </p:nvPr>
        </p:nvSpPr>
        <p:spPr>
          <a:xfrm>
            <a:off x="9106462" y="2607652"/>
            <a:ext cx="2794059" cy="228909"/>
          </a:xfrm>
        </p:spPr>
        <p:txBody>
          <a:bodyPr wrap="square">
            <a:norm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GB" dirty="0" err="1"/>
              <a:t>Firstname</a:t>
            </a:r>
            <a:r>
              <a:rPr lang="en-GB" dirty="0"/>
              <a:t> Surname</a:t>
            </a:r>
          </a:p>
        </p:txBody>
      </p:sp>
      <p:sp>
        <p:nvSpPr>
          <p:cNvPr id="189" name="Picture Placeholder 97">
            <a:extLst>
              <a:ext uri="{FF2B5EF4-FFF2-40B4-BE49-F238E27FC236}">
                <a16:creationId xmlns:a16="http://schemas.microsoft.com/office/drawing/2014/main" id="{E48216AF-0F70-8F6D-3261-AB2C4BA6E6DD}"/>
              </a:ext>
            </a:extLst>
          </p:cNvPr>
          <p:cNvSpPr>
            <a:spLocks noGrp="1"/>
          </p:cNvSpPr>
          <p:nvPr>
            <p:ph type="pic" sz="quarter" idx="61" hasCustomPrompt="1"/>
          </p:nvPr>
        </p:nvSpPr>
        <p:spPr>
          <a:xfrm>
            <a:off x="3225799" y="2919586"/>
            <a:ext cx="8674099" cy="45719"/>
          </a:xfrm>
          <a:custGeom>
            <a:avLst/>
            <a:gdLst>
              <a:gd name="connsiteX0" fmla="*/ 0 w 827088"/>
              <a:gd name="connsiteY0" fmla="*/ 0 h 476063"/>
              <a:gd name="connsiteX1" fmla="*/ 827088 w 827088"/>
              <a:gd name="connsiteY1" fmla="*/ 0 h 476063"/>
              <a:gd name="connsiteX2" fmla="*/ 827088 w 827088"/>
              <a:gd name="connsiteY2" fmla="*/ 476063 h 476063"/>
              <a:gd name="connsiteX3" fmla="*/ 0 w 827088"/>
              <a:gd name="connsiteY3" fmla="*/ 476063 h 476063"/>
              <a:gd name="connsiteX0" fmla="*/ 0 w 827088"/>
              <a:gd name="connsiteY0" fmla="*/ 476063 h 567503"/>
              <a:gd name="connsiteX1" fmla="*/ 0 w 827088"/>
              <a:gd name="connsiteY1" fmla="*/ 0 h 567503"/>
              <a:gd name="connsiteX2" fmla="*/ 827088 w 827088"/>
              <a:gd name="connsiteY2" fmla="*/ 0 h 567503"/>
              <a:gd name="connsiteX3" fmla="*/ 827088 w 827088"/>
              <a:gd name="connsiteY3" fmla="*/ 476063 h 567503"/>
              <a:gd name="connsiteX4" fmla="*/ 91440 w 827088"/>
              <a:gd name="connsiteY4" fmla="*/ 567503 h 567503"/>
              <a:gd name="connsiteX0" fmla="*/ 0 w 827088"/>
              <a:gd name="connsiteY0" fmla="*/ 476063 h 476063"/>
              <a:gd name="connsiteX1" fmla="*/ 0 w 827088"/>
              <a:gd name="connsiteY1" fmla="*/ 0 h 476063"/>
              <a:gd name="connsiteX2" fmla="*/ 827088 w 827088"/>
              <a:gd name="connsiteY2" fmla="*/ 0 h 476063"/>
              <a:gd name="connsiteX3" fmla="*/ 827088 w 827088"/>
              <a:gd name="connsiteY3" fmla="*/ 476063 h 476063"/>
              <a:gd name="connsiteX0" fmla="*/ 0 w 827088"/>
              <a:gd name="connsiteY0" fmla="*/ 476063 h 476063"/>
              <a:gd name="connsiteX1" fmla="*/ 0 w 827088"/>
              <a:gd name="connsiteY1" fmla="*/ 0 h 476063"/>
              <a:gd name="connsiteX2" fmla="*/ 827088 w 827088"/>
              <a:gd name="connsiteY2" fmla="*/ 0 h 476063"/>
              <a:gd name="connsiteX0" fmla="*/ 0 w 827088"/>
              <a:gd name="connsiteY0" fmla="*/ 0 h 0"/>
              <a:gd name="connsiteX1" fmla="*/ 827088 w 827088"/>
              <a:gd name="connsiteY1" fmla="*/ 0 h 0"/>
            </a:gdLst>
            <a:ahLst/>
            <a:cxnLst>
              <a:cxn ang="0">
                <a:pos x="connsiteX0" y="connsiteY0"/>
              </a:cxn>
              <a:cxn ang="0">
                <a:pos x="connsiteX1" y="connsiteY1"/>
              </a:cxn>
            </a:cxnLst>
            <a:rect l="l" t="t" r="r" b="b"/>
            <a:pathLst>
              <a:path w="827088">
                <a:moveTo>
                  <a:pt x="0" y="0"/>
                </a:moveTo>
                <a:lnTo>
                  <a:pt x="827088" y="0"/>
                </a:lnTo>
              </a:path>
            </a:pathLst>
          </a:custGeom>
          <a:ln>
            <a:solidFill>
              <a:schemeClr val="tx1"/>
            </a:solidFill>
          </a:ln>
        </p:spPr>
        <p:txBody>
          <a:bodyPr wrap="square">
            <a:normAutofit/>
          </a:bodyPr>
          <a:lstStyle>
            <a:lvl1pPr>
              <a:defRPr sz="400" b="0" i="0">
                <a:latin typeface="+mn-lt"/>
              </a:defRPr>
            </a:lvl1pPr>
          </a:lstStyle>
          <a:p>
            <a:r>
              <a:rPr lang="en-GB" dirty="0"/>
              <a:t> </a:t>
            </a:r>
          </a:p>
        </p:txBody>
      </p:sp>
      <p:sp>
        <p:nvSpPr>
          <p:cNvPr id="190" name="Text Placeholder 5">
            <a:extLst>
              <a:ext uri="{FF2B5EF4-FFF2-40B4-BE49-F238E27FC236}">
                <a16:creationId xmlns:a16="http://schemas.microsoft.com/office/drawing/2014/main" id="{ACC59BB8-BBFA-7099-D2F9-58BFCAF10734}"/>
              </a:ext>
            </a:extLst>
          </p:cNvPr>
          <p:cNvSpPr>
            <a:spLocks noGrp="1"/>
          </p:cNvSpPr>
          <p:nvPr>
            <p:ph type="body" sz="quarter" idx="34" hasCustomPrompt="1"/>
          </p:nvPr>
        </p:nvSpPr>
        <p:spPr>
          <a:xfrm>
            <a:off x="3225800" y="3002937"/>
            <a:ext cx="1273176" cy="228909"/>
          </a:xfrm>
        </p:spPr>
        <p:txBody>
          <a:bodyPr wrap="square">
            <a:normAutofit/>
          </a:bodyPr>
          <a:lstStyle>
            <a:lvl1pPr marL="0" indent="0">
              <a:spcBef>
                <a:spcPts val="0"/>
              </a:spcBef>
              <a:spcAft>
                <a:spcPts val="0"/>
              </a:spcAft>
              <a:buFont typeface="+mj-lt"/>
              <a:buNone/>
              <a:tabLst/>
              <a:defRPr sz="1500" b="0" i="0">
                <a:latin typeface="+mn-lt"/>
              </a:defRPr>
            </a:lvl1pPr>
            <a:lvl2pPr>
              <a:defRPr sz="1500"/>
            </a:lvl2pPr>
            <a:lvl3pPr>
              <a:defRPr sz="1500"/>
            </a:lvl3pPr>
            <a:lvl4pPr>
              <a:defRPr sz="1500"/>
            </a:lvl4pPr>
            <a:lvl5pPr>
              <a:defRPr sz="1500"/>
            </a:lvl5pPr>
          </a:lstStyle>
          <a:p>
            <a:pPr lvl="0"/>
            <a:r>
              <a:rPr lang="en-GB" dirty="0"/>
              <a:t>00:00</a:t>
            </a:r>
          </a:p>
        </p:txBody>
      </p:sp>
      <p:sp>
        <p:nvSpPr>
          <p:cNvPr id="191" name="Text Placeholder 5">
            <a:extLst>
              <a:ext uri="{FF2B5EF4-FFF2-40B4-BE49-F238E27FC236}">
                <a16:creationId xmlns:a16="http://schemas.microsoft.com/office/drawing/2014/main" id="{CACBCBB1-0D34-45F6-E211-B0C865D3FF9F}"/>
              </a:ext>
            </a:extLst>
          </p:cNvPr>
          <p:cNvSpPr>
            <a:spLocks noGrp="1"/>
          </p:cNvSpPr>
          <p:nvPr>
            <p:ph type="body" sz="quarter" idx="35"/>
          </p:nvPr>
        </p:nvSpPr>
        <p:spPr>
          <a:xfrm>
            <a:off x="4644000" y="3002937"/>
            <a:ext cx="4317438" cy="228909"/>
          </a:xfrm>
        </p:spPr>
        <p:txBody>
          <a:bodyPr wrap="square">
            <a:norm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US"/>
              <a:t>Click to edit Master text styles</a:t>
            </a:r>
          </a:p>
        </p:txBody>
      </p:sp>
      <p:sp>
        <p:nvSpPr>
          <p:cNvPr id="192" name="Text Placeholder 5">
            <a:extLst>
              <a:ext uri="{FF2B5EF4-FFF2-40B4-BE49-F238E27FC236}">
                <a16:creationId xmlns:a16="http://schemas.microsoft.com/office/drawing/2014/main" id="{AA85DA3F-ECA7-C004-3370-0301B640466D}"/>
              </a:ext>
            </a:extLst>
          </p:cNvPr>
          <p:cNvSpPr>
            <a:spLocks noGrp="1"/>
          </p:cNvSpPr>
          <p:nvPr>
            <p:ph type="body" sz="quarter" idx="36" hasCustomPrompt="1"/>
          </p:nvPr>
        </p:nvSpPr>
        <p:spPr>
          <a:xfrm>
            <a:off x="9106462" y="3002937"/>
            <a:ext cx="2794059" cy="228909"/>
          </a:xfrm>
        </p:spPr>
        <p:txBody>
          <a:bodyPr wrap="square">
            <a:norm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GB" dirty="0" err="1"/>
              <a:t>Firstname</a:t>
            </a:r>
            <a:r>
              <a:rPr lang="en-GB" dirty="0"/>
              <a:t> Surname</a:t>
            </a:r>
          </a:p>
        </p:txBody>
      </p:sp>
      <p:sp>
        <p:nvSpPr>
          <p:cNvPr id="193" name="Picture Placeholder 98">
            <a:extLst>
              <a:ext uri="{FF2B5EF4-FFF2-40B4-BE49-F238E27FC236}">
                <a16:creationId xmlns:a16="http://schemas.microsoft.com/office/drawing/2014/main" id="{6E85E349-99D2-61C9-CD7D-58A15220FF0A}"/>
              </a:ext>
            </a:extLst>
          </p:cNvPr>
          <p:cNvSpPr>
            <a:spLocks noGrp="1"/>
          </p:cNvSpPr>
          <p:nvPr>
            <p:ph type="pic" sz="quarter" idx="62" hasCustomPrompt="1"/>
          </p:nvPr>
        </p:nvSpPr>
        <p:spPr>
          <a:xfrm>
            <a:off x="3225799" y="3313724"/>
            <a:ext cx="8674099" cy="45719"/>
          </a:xfrm>
          <a:custGeom>
            <a:avLst/>
            <a:gdLst>
              <a:gd name="connsiteX0" fmla="*/ 0 w 827088"/>
              <a:gd name="connsiteY0" fmla="*/ 0 h 476063"/>
              <a:gd name="connsiteX1" fmla="*/ 827088 w 827088"/>
              <a:gd name="connsiteY1" fmla="*/ 0 h 476063"/>
              <a:gd name="connsiteX2" fmla="*/ 827088 w 827088"/>
              <a:gd name="connsiteY2" fmla="*/ 476063 h 476063"/>
              <a:gd name="connsiteX3" fmla="*/ 0 w 827088"/>
              <a:gd name="connsiteY3" fmla="*/ 476063 h 476063"/>
              <a:gd name="connsiteX0" fmla="*/ 0 w 827088"/>
              <a:gd name="connsiteY0" fmla="*/ 476063 h 567503"/>
              <a:gd name="connsiteX1" fmla="*/ 0 w 827088"/>
              <a:gd name="connsiteY1" fmla="*/ 0 h 567503"/>
              <a:gd name="connsiteX2" fmla="*/ 827088 w 827088"/>
              <a:gd name="connsiteY2" fmla="*/ 0 h 567503"/>
              <a:gd name="connsiteX3" fmla="*/ 827088 w 827088"/>
              <a:gd name="connsiteY3" fmla="*/ 476063 h 567503"/>
              <a:gd name="connsiteX4" fmla="*/ 91440 w 827088"/>
              <a:gd name="connsiteY4" fmla="*/ 567503 h 567503"/>
              <a:gd name="connsiteX0" fmla="*/ 0 w 827088"/>
              <a:gd name="connsiteY0" fmla="*/ 476063 h 476063"/>
              <a:gd name="connsiteX1" fmla="*/ 0 w 827088"/>
              <a:gd name="connsiteY1" fmla="*/ 0 h 476063"/>
              <a:gd name="connsiteX2" fmla="*/ 827088 w 827088"/>
              <a:gd name="connsiteY2" fmla="*/ 0 h 476063"/>
              <a:gd name="connsiteX3" fmla="*/ 827088 w 827088"/>
              <a:gd name="connsiteY3" fmla="*/ 476063 h 476063"/>
              <a:gd name="connsiteX0" fmla="*/ 0 w 827088"/>
              <a:gd name="connsiteY0" fmla="*/ 476063 h 476063"/>
              <a:gd name="connsiteX1" fmla="*/ 0 w 827088"/>
              <a:gd name="connsiteY1" fmla="*/ 0 h 476063"/>
              <a:gd name="connsiteX2" fmla="*/ 827088 w 827088"/>
              <a:gd name="connsiteY2" fmla="*/ 0 h 476063"/>
              <a:gd name="connsiteX0" fmla="*/ 0 w 827088"/>
              <a:gd name="connsiteY0" fmla="*/ 0 h 0"/>
              <a:gd name="connsiteX1" fmla="*/ 827088 w 827088"/>
              <a:gd name="connsiteY1" fmla="*/ 0 h 0"/>
            </a:gdLst>
            <a:ahLst/>
            <a:cxnLst>
              <a:cxn ang="0">
                <a:pos x="connsiteX0" y="connsiteY0"/>
              </a:cxn>
              <a:cxn ang="0">
                <a:pos x="connsiteX1" y="connsiteY1"/>
              </a:cxn>
            </a:cxnLst>
            <a:rect l="l" t="t" r="r" b="b"/>
            <a:pathLst>
              <a:path w="827088">
                <a:moveTo>
                  <a:pt x="0" y="0"/>
                </a:moveTo>
                <a:lnTo>
                  <a:pt x="827088" y="0"/>
                </a:lnTo>
              </a:path>
            </a:pathLst>
          </a:custGeom>
          <a:ln>
            <a:solidFill>
              <a:schemeClr val="tx1"/>
            </a:solidFill>
          </a:ln>
        </p:spPr>
        <p:txBody>
          <a:bodyPr wrap="square">
            <a:normAutofit/>
          </a:bodyPr>
          <a:lstStyle>
            <a:lvl1pPr>
              <a:defRPr sz="400" b="0" i="0">
                <a:latin typeface="+mn-lt"/>
              </a:defRPr>
            </a:lvl1pPr>
          </a:lstStyle>
          <a:p>
            <a:r>
              <a:rPr lang="en-GB" dirty="0"/>
              <a:t> </a:t>
            </a:r>
          </a:p>
        </p:txBody>
      </p:sp>
      <p:sp>
        <p:nvSpPr>
          <p:cNvPr id="194" name="Text Placeholder 5">
            <a:extLst>
              <a:ext uri="{FF2B5EF4-FFF2-40B4-BE49-F238E27FC236}">
                <a16:creationId xmlns:a16="http://schemas.microsoft.com/office/drawing/2014/main" id="{D00E7ED3-4AED-567D-4156-2F6D199ADA79}"/>
              </a:ext>
            </a:extLst>
          </p:cNvPr>
          <p:cNvSpPr>
            <a:spLocks noGrp="1"/>
          </p:cNvSpPr>
          <p:nvPr>
            <p:ph type="body" sz="quarter" idx="37" hasCustomPrompt="1"/>
          </p:nvPr>
        </p:nvSpPr>
        <p:spPr>
          <a:xfrm>
            <a:off x="3225800" y="3398222"/>
            <a:ext cx="1273176" cy="228909"/>
          </a:xfrm>
        </p:spPr>
        <p:txBody>
          <a:bodyPr wrap="square">
            <a:normAutofit/>
          </a:bodyPr>
          <a:lstStyle>
            <a:lvl1pPr marL="0" indent="0">
              <a:spcBef>
                <a:spcPts val="0"/>
              </a:spcBef>
              <a:spcAft>
                <a:spcPts val="0"/>
              </a:spcAft>
              <a:buFont typeface="+mj-lt"/>
              <a:buNone/>
              <a:tabLst/>
              <a:defRPr sz="1500" b="0" i="0">
                <a:latin typeface="+mn-lt"/>
              </a:defRPr>
            </a:lvl1pPr>
            <a:lvl2pPr>
              <a:defRPr sz="1500"/>
            </a:lvl2pPr>
            <a:lvl3pPr>
              <a:defRPr sz="1500"/>
            </a:lvl3pPr>
            <a:lvl4pPr>
              <a:defRPr sz="1500"/>
            </a:lvl4pPr>
            <a:lvl5pPr>
              <a:defRPr sz="1500"/>
            </a:lvl5pPr>
          </a:lstStyle>
          <a:p>
            <a:pPr lvl="0"/>
            <a:r>
              <a:rPr lang="en-GB"/>
              <a:t>00:00</a:t>
            </a:r>
          </a:p>
        </p:txBody>
      </p:sp>
      <p:sp>
        <p:nvSpPr>
          <p:cNvPr id="195" name="Text Placeholder 5">
            <a:extLst>
              <a:ext uri="{FF2B5EF4-FFF2-40B4-BE49-F238E27FC236}">
                <a16:creationId xmlns:a16="http://schemas.microsoft.com/office/drawing/2014/main" id="{C8FC743C-8275-AD1C-7797-8C970CCC8D44}"/>
              </a:ext>
            </a:extLst>
          </p:cNvPr>
          <p:cNvSpPr>
            <a:spLocks noGrp="1"/>
          </p:cNvSpPr>
          <p:nvPr>
            <p:ph type="body" sz="quarter" idx="38"/>
          </p:nvPr>
        </p:nvSpPr>
        <p:spPr>
          <a:xfrm>
            <a:off x="4644000" y="3398222"/>
            <a:ext cx="4317438" cy="228909"/>
          </a:xfrm>
        </p:spPr>
        <p:txBody>
          <a:bodyPr wrap="square">
            <a:norm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US"/>
              <a:t>Click to edit Master text styles</a:t>
            </a:r>
          </a:p>
        </p:txBody>
      </p:sp>
      <p:sp>
        <p:nvSpPr>
          <p:cNvPr id="196" name="Text Placeholder 5">
            <a:extLst>
              <a:ext uri="{FF2B5EF4-FFF2-40B4-BE49-F238E27FC236}">
                <a16:creationId xmlns:a16="http://schemas.microsoft.com/office/drawing/2014/main" id="{AF7A0554-FA98-7604-80E6-32CB2E2929A8}"/>
              </a:ext>
            </a:extLst>
          </p:cNvPr>
          <p:cNvSpPr>
            <a:spLocks noGrp="1"/>
          </p:cNvSpPr>
          <p:nvPr>
            <p:ph type="body" sz="quarter" idx="39" hasCustomPrompt="1"/>
          </p:nvPr>
        </p:nvSpPr>
        <p:spPr>
          <a:xfrm>
            <a:off x="9106462" y="3398222"/>
            <a:ext cx="2794059" cy="228909"/>
          </a:xfrm>
        </p:spPr>
        <p:txBody>
          <a:bodyPr wrap="square">
            <a:norm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GB" dirty="0" err="1"/>
              <a:t>Firstname</a:t>
            </a:r>
            <a:r>
              <a:rPr lang="en-GB" dirty="0"/>
              <a:t> Surname</a:t>
            </a:r>
          </a:p>
        </p:txBody>
      </p:sp>
      <p:sp>
        <p:nvSpPr>
          <p:cNvPr id="197" name="Picture Placeholder 99">
            <a:extLst>
              <a:ext uri="{FF2B5EF4-FFF2-40B4-BE49-F238E27FC236}">
                <a16:creationId xmlns:a16="http://schemas.microsoft.com/office/drawing/2014/main" id="{F876AA1D-D562-3A3B-A233-9C23797C9A2F}"/>
              </a:ext>
            </a:extLst>
          </p:cNvPr>
          <p:cNvSpPr>
            <a:spLocks noGrp="1"/>
          </p:cNvSpPr>
          <p:nvPr>
            <p:ph type="pic" sz="quarter" idx="63" hasCustomPrompt="1"/>
          </p:nvPr>
        </p:nvSpPr>
        <p:spPr>
          <a:xfrm>
            <a:off x="3225799" y="3715744"/>
            <a:ext cx="8674099" cy="45719"/>
          </a:xfrm>
          <a:custGeom>
            <a:avLst/>
            <a:gdLst>
              <a:gd name="connsiteX0" fmla="*/ 0 w 827088"/>
              <a:gd name="connsiteY0" fmla="*/ 0 h 476063"/>
              <a:gd name="connsiteX1" fmla="*/ 827088 w 827088"/>
              <a:gd name="connsiteY1" fmla="*/ 0 h 476063"/>
              <a:gd name="connsiteX2" fmla="*/ 827088 w 827088"/>
              <a:gd name="connsiteY2" fmla="*/ 476063 h 476063"/>
              <a:gd name="connsiteX3" fmla="*/ 0 w 827088"/>
              <a:gd name="connsiteY3" fmla="*/ 476063 h 476063"/>
              <a:gd name="connsiteX0" fmla="*/ 0 w 827088"/>
              <a:gd name="connsiteY0" fmla="*/ 476063 h 567503"/>
              <a:gd name="connsiteX1" fmla="*/ 0 w 827088"/>
              <a:gd name="connsiteY1" fmla="*/ 0 h 567503"/>
              <a:gd name="connsiteX2" fmla="*/ 827088 w 827088"/>
              <a:gd name="connsiteY2" fmla="*/ 0 h 567503"/>
              <a:gd name="connsiteX3" fmla="*/ 827088 w 827088"/>
              <a:gd name="connsiteY3" fmla="*/ 476063 h 567503"/>
              <a:gd name="connsiteX4" fmla="*/ 91440 w 827088"/>
              <a:gd name="connsiteY4" fmla="*/ 567503 h 567503"/>
              <a:gd name="connsiteX0" fmla="*/ 0 w 827088"/>
              <a:gd name="connsiteY0" fmla="*/ 476063 h 476063"/>
              <a:gd name="connsiteX1" fmla="*/ 0 w 827088"/>
              <a:gd name="connsiteY1" fmla="*/ 0 h 476063"/>
              <a:gd name="connsiteX2" fmla="*/ 827088 w 827088"/>
              <a:gd name="connsiteY2" fmla="*/ 0 h 476063"/>
              <a:gd name="connsiteX3" fmla="*/ 827088 w 827088"/>
              <a:gd name="connsiteY3" fmla="*/ 476063 h 476063"/>
              <a:gd name="connsiteX0" fmla="*/ 0 w 827088"/>
              <a:gd name="connsiteY0" fmla="*/ 476063 h 476063"/>
              <a:gd name="connsiteX1" fmla="*/ 0 w 827088"/>
              <a:gd name="connsiteY1" fmla="*/ 0 h 476063"/>
              <a:gd name="connsiteX2" fmla="*/ 827088 w 827088"/>
              <a:gd name="connsiteY2" fmla="*/ 0 h 476063"/>
              <a:gd name="connsiteX0" fmla="*/ 0 w 827088"/>
              <a:gd name="connsiteY0" fmla="*/ 0 h 0"/>
              <a:gd name="connsiteX1" fmla="*/ 827088 w 827088"/>
              <a:gd name="connsiteY1" fmla="*/ 0 h 0"/>
            </a:gdLst>
            <a:ahLst/>
            <a:cxnLst>
              <a:cxn ang="0">
                <a:pos x="connsiteX0" y="connsiteY0"/>
              </a:cxn>
              <a:cxn ang="0">
                <a:pos x="connsiteX1" y="connsiteY1"/>
              </a:cxn>
            </a:cxnLst>
            <a:rect l="l" t="t" r="r" b="b"/>
            <a:pathLst>
              <a:path w="827088">
                <a:moveTo>
                  <a:pt x="0" y="0"/>
                </a:moveTo>
                <a:lnTo>
                  <a:pt x="827088" y="0"/>
                </a:lnTo>
              </a:path>
            </a:pathLst>
          </a:custGeom>
          <a:ln>
            <a:solidFill>
              <a:schemeClr val="tx1"/>
            </a:solidFill>
          </a:ln>
        </p:spPr>
        <p:txBody>
          <a:bodyPr wrap="square">
            <a:normAutofit/>
          </a:bodyPr>
          <a:lstStyle>
            <a:lvl1pPr>
              <a:defRPr sz="400" b="0" i="0">
                <a:latin typeface="+mn-lt"/>
              </a:defRPr>
            </a:lvl1pPr>
          </a:lstStyle>
          <a:p>
            <a:r>
              <a:rPr lang="en-GB" dirty="0"/>
              <a:t> </a:t>
            </a:r>
          </a:p>
        </p:txBody>
      </p:sp>
      <p:sp>
        <p:nvSpPr>
          <p:cNvPr id="198" name="Text Placeholder 5">
            <a:extLst>
              <a:ext uri="{FF2B5EF4-FFF2-40B4-BE49-F238E27FC236}">
                <a16:creationId xmlns:a16="http://schemas.microsoft.com/office/drawing/2014/main" id="{4AAF2467-86C6-2863-72E4-0D257BDEFEC8}"/>
              </a:ext>
            </a:extLst>
          </p:cNvPr>
          <p:cNvSpPr>
            <a:spLocks noGrp="1"/>
          </p:cNvSpPr>
          <p:nvPr>
            <p:ph type="body" sz="quarter" idx="40" hasCustomPrompt="1"/>
          </p:nvPr>
        </p:nvSpPr>
        <p:spPr>
          <a:xfrm>
            <a:off x="3225800" y="3793507"/>
            <a:ext cx="1273176" cy="228909"/>
          </a:xfrm>
        </p:spPr>
        <p:txBody>
          <a:bodyPr wrap="square">
            <a:normAutofit/>
          </a:bodyPr>
          <a:lstStyle>
            <a:lvl1pPr marL="0" indent="0">
              <a:spcBef>
                <a:spcPts val="0"/>
              </a:spcBef>
              <a:spcAft>
                <a:spcPts val="0"/>
              </a:spcAft>
              <a:buFont typeface="+mj-lt"/>
              <a:buNone/>
              <a:tabLst/>
              <a:defRPr sz="1500" b="0" i="0">
                <a:latin typeface="+mn-lt"/>
              </a:defRPr>
            </a:lvl1pPr>
            <a:lvl2pPr>
              <a:defRPr sz="1500"/>
            </a:lvl2pPr>
            <a:lvl3pPr>
              <a:defRPr sz="1500"/>
            </a:lvl3pPr>
            <a:lvl4pPr>
              <a:defRPr sz="1500"/>
            </a:lvl4pPr>
            <a:lvl5pPr>
              <a:defRPr sz="1500"/>
            </a:lvl5pPr>
          </a:lstStyle>
          <a:p>
            <a:pPr lvl="0"/>
            <a:r>
              <a:rPr lang="en-GB"/>
              <a:t>00:00</a:t>
            </a:r>
          </a:p>
        </p:txBody>
      </p:sp>
      <p:sp>
        <p:nvSpPr>
          <p:cNvPr id="199" name="Text Placeholder 5">
            <a:extLst>
              <a:ext uri="{FF2B5EF4-FFF2-40B4-BE49-F238E27FC236}">
                <a16:creationId xmlns:a16="http://schemas.microsoft.com/office/drawing/2014/main" id="{D10BCF98-803A-D107-CF63-05EE97CCF877}"/>
              </a:ext>
            </a:extLst>
          </p:cNvPr>
          <p:cNvSpPr>
            <a:spLocks noGrp="1"/>
          </p:cNvSpPr>
          <p:nvPr>
            <p:ph type="body" sz="quarter" idx="41"/>
          </p:nvPr>
        </p:nvSpPr>
        <p:spPr>
          <a:xfrm>
            <a:off x="4644000" y="3793507"/>
            <a:ext cx="4317438" cy="228909"/>
          </a:xfrm>
        </p:spPr>
        <p:txBody>
          <a:bodyPr wrap="square">
            <a:norm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US"/>
              <a:t>Click to edit Master text styles</a:t>
            </a:r>
          </a:p>
        </p:txBody>
      </p:sp>
      <p:sp>
        <p:nvSpPr>
          <p:cNvPr id="200" name="Text Placeholder 5">
            <a:extLst>
              <a:ext uri="{FF2B5EF4-FFF2-40B4-BE49-F238E27FC236}">
                <a16:creationId xmlns:a16="http://schemas.microsoft.com/office/drawing/2014/main" id="{66FCBF15-2260-D8AF-4A2A-454AC1F084CE}"/>
              </a:ext>
            </a:extLst>
          </p:cNvPr>
          <p:cNvSpPr>
            <a:spLocks noGrp="1"/>
          </p:cNvSpPr>
          <p:nvPr>
            <p:ph type="body" sz="quarter" idx="42" hasCustomPrompt="1"/>
          </p:nvPr>
        </p:nvSpPr>
        <p:spPr>
          <a:xfrm>
            <a:off x="9106462" y="3793507"/>
            <a:ext cx="2794059" cy="228909"/>
          </a:xfrm>
        </p:spPr>
        <p:txBody>
          <a:bodyPr wrap="square">
            <a:norm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GB" dirty="0" err="1"/>
              <a:t>Firstname</a:t>
            </a:r>
            <a:r>
              <a:rPr lang="en-GB" dirty="0"/>
              <a:t> Surname</a:t>
            </a:r>
          </a:p>
        </p:txBody>
      </p:sp>
      <p:sp>
        <p:nvSpPr>
          <p:cNvPr id="201" name="Picture Placeholder 100">
            <a:extLst>
              <a:ext uri="{FF2B5EF4-FFF2-40B4-BE49-F238E27FC236}">
                <a16:creationId xmlns:a16="http://schemas.microsoft.com/office/drawing/2014/main" id="{9AA08646-E580-C6E2-B08A-A52294AA1302}"/>
              </a:ext>
            </a:extLst>
          </p:cNvPr>
          <p:cNvSpPr>
            <a:spLocks noGrp="1"/>
          </p:cNvSpPr>
          <p:nvPr>
            <p:ph type="pic" sz="quarter" idx="64" hasCustomPrompt="1"/>
          </p:nvPr>
        </p:nvSpPr>
        <p:spPr>
          <a:xfrm>
            <a:off x="3225799" y="4101999"/>
            <a:ext cx="8674099" cy="45719"/>
          </a:xfrm>
          <a:custGeom>
            <a:avLst/>
            <a:gdLst>
              <a:gd name="connsiteX0" fmla="*/ 0 w 827088"/>
              <a:gd name="connsiteY0" fmla="*/ 0 h 476063"/>
              <a:gd name="connsiteX1" fmla="*/ 827088 w 827088"/>
              <a:gd name="connsiteY1" fmla="*/ 0 h 476063"/>
              <a:gd name="connsiteX2" fmla="*/ 827088 w 827088"/>
              <a:gd name="connsiteY2" fmla="*/ 476063 h 476063"/>
              <a:gd name="connsiteX3" fmla="*/ 0 w 827088"/>
              <a:gd name="connsiteY3" fmla="*/ 476063 h 476063"/>
              <a:gd name="connsiteX0" fmla="*/ 0 w 827088"/>
              <a:gd name="connsiteY0" fmla="*/ 476063 h 567503"/>
              <a:gd name="connsiteX1" fmla="*/ 0 w 827088"/>
              <a:gd name="connsiteY1" fmla="*/ 0 h 567503"/>
              <a:gd name="connsiteX2" fmla="*/ 827088 w 827088"/>
              <a:gd name="connsiteY2" fmla="*/ 0 h 567503"/>
              <a:gd name="connsiteX3" fmla="*/ 827088 w 827088"/>
              <a:gd name="connsiteY3" fmla="*/ 476063 h 567503"/>
              <a:gd name="connsiteX4" fmla="*/ 91440 w 827088"/>
              <a:gd name="connsiteY4" fmla="*/ 567503 h 567503"/>
              <a:gd name="connsiteX0" fmla="*/ 0 w 827088"/>
              <a:gd name="connsiteY0" fmla="*/ 476063 h 476063"/>
              <a:gd name="connsiteX1" fmla="*/ 0 w 827088"/>
              <a:gd name="connsiteY1" fmla="*/ 0 h 476063"/>
              <a:gd name="connsiteX2" fmla="*/ 827088 w 827088"/>
              <a:gd name="connsiteY2" fmla="*/ 0 h 476063"/>
              <a:gd name="connsiteX3" fmla="*/ 827088 w 827088"/>
              <a:gd name="connsiteY3" fmla="*/ 476063 h 476063"/>
              <a:gd name="connsiteX0" fmla="*/ 0 w 827088"/>
              <a:gd name="connsiteY0" fmla="*/ 476063 h 476063"/>
              <a:gd name="connsiteX1" fmla="*/ 0 w 827088"/>
              <a:gd name="connsiteY1" fmla="*/ 0 h 476063"/>
              <a:gd name="connsiteX2" fmla="*/ 827088 w 827088"/>
              <a:gd name="connsiteY2" fmla="*/ 0 h 476063"/>
              <a:gd name="connsiteX0" fmla="*/ 0 w 827088"/>
              <a:gd name="connsiteY0" fmla="*/ 0 h 0"/>
              <a:gd name="connsiteX1" fmla="*/ 827088 w 827088"/>
              <a:gd name="connsiteY1" fmla="*/ 0 h 0"/>
            </a:gdLst>
            <a:ahLst/>
            <a:cxnLst>
              <a:cxn ang="0">
                <a:pos x="connsiteX0" y="connsiteY0"/>
              </a:cxn>
              <a:cxn ang="0">
                <a:pos x="connsiteX1" y="connsiteY1"/>
              </a:cxn>
            </a:cxnLst>
            <a:rect l="l" t="t" r="r" b="b"/>
            <a:pathLst>
              <a:path w="827088">
                <a:moveTo>
                  <a:pt x="0" y="0"/>
                </a:moveTo>
                <a:lnTo>
                  <a:pt x="827088" y="0"/>
                </a:lnTo>
              </a:path>
            </a:pathLst>
          </a:custGeom>
          <a:ln>
            <a:solidFill>
              <a:schemeClr val="tx1"/>
            </a:solidFill>
          </a:ln>
        </p:spPr>
        <p:txBody>
          <a:bodyPr wrap="square">
            <a:normAutofit/>
          </a:bodyPr>
          <a:lstStyle>
            <a:lvl1pPr>
              <a:defRPr sz="400" b="0" i="0">
                <a:latin typeface="+mn-lt"/>
              </a:defRPr>
            </a:lvl1pPr>
          </a:lstStyle>
          <a:p>
            <a:r>
              <a:rPr lang="en-GB" dirty="0"/>
              <a:t> </a:t>
            </a:r>
          </a:p>
        </p:txBody>
      </p:sp>
      <p:sp>
        <p:nvSpPr>
          <p:cNvPr id="202" name="Text Placeholder 5">
            <a:extLst>
              <a:ext uri="{FF2B5EF4-FFF2-40B4-BE49-F238E27FC236}">
                <a16:creationId xmlns:a16="http://schemas.microsoft.com/office/drawing/2014/main" id="{F1F57BF8-4802-2C8C-0E82-371529BD021B}"/>
              </a:ext>
            </a:extLst>
          </p:cNvPr>
          <p:cNvSpPr>
            <a:spLocks noGrp="1"/>
          </p:cNvSpPr>
          <p:nvPr>
            <p:ph type="body" sz="quarter" idx="43" hasCustomPrompt="1"/>
          </p:nvPr>
        </p:nvSpPr>
        <p:spPr>
          <a:xfrm>
            <a:off x="3225800" y="4185778"/>
            <a:ext cx="1273176" cy="228909"/>
          </a:xfrm>
        </p:spPr>
        <p:txBody>
          <a:bodyPr wrap="square">
            <a:normAutofit/>
          </a:bodyPr>
          <a:lstStyle>
            <a:lvl1pPr marL="0" indent="0">
              <a:spcBef>
                <a:spcPts val="0"/>
              </a:spcBef>
              <a:spcAft>
                <a:spcPts val="0"/>
              </a:spcAft>
              <a:buFont typeface="+mj-lt"/>
              <a:buNone/>
              <a:tabLst/>
              <a:defRPr sz="1500" b="0" i="0">
                <a:latin typeface="+mn-lt"/>
              </a:defRPr>
            </a:lvl1pPr>
            <a:lvl2pPr>
              <a:defRPr sz="1500"/>
            </a:lvl2pPr>
            <a:lvl3pPr>
              <a:defRPr sz="1500"/>
            </a:lvl3pPr>
            <a:lvl4pPr>
              <a:defRPr sz="1500"/>
            </a:lvl4pPr>
            <a:lvl5pPr>
              <a:defRPr sz="1500"/>
            </a:lvl5pPr>
          </a:lstStyle>
          <a:p>
            <a:pPr lvl="0"/>
            <a:r>
              <a:rPr lang="en-GB"/>
              <a:t>00:00</a:t>
            </a:r>
          </a:p>
        </p:txBody>
      </p:sp>
      <p:sp>
        <p:nvSpPr>
          <p:cNvPr id="203" name="Text Placeholder 5">
            <a:extLst>
              <a:ext uri="{FF2B5EF4-FFF2-40B4-BE49-F238E27FC236}">
                <a16:creationId xmlns:a16="http://schemas.microsoft.com/office/drawing/2014/main" id="{04A64809-4725-EAB5-6238-C72786840E58}"/>
              </a:ext>
            </a:extLst>
          </p:cNvPr>
          <p:cNvSpPr>
            <a:spLocks noGrp="1"/>
          </p:cNvSpPr>
          <p:nvPr>
            <p:ph type="body" sz="quarter" idx="44"/>
          </p:nvPr>
        </p:nvSpPr>
        <p:spPr>
          <a:xfrm>
            <a:off x="4644000" y="4185778"/>
            <a:ext cx="4317438" cy="228909"/>
          </a:xfrm>
        </p:spPr>
        <p:txBody>
          <a:bodyPr wrap="square">
            <a:norm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US"/>
              <a:t>Click to edit Master text styles</a:t>
            </a:r>
          </a:p>
        </p:txBody>
      </p:sp>
      <p:sp>
        <p:nvSpPr>
          <p:cNvPr id="204" name="Text Placeholder 5">
            <a:extLst>
              <a:ext uri="{FF2B5EF4-FFF2-40B4-BE49-F238E27FC236}">
                <a16:creationId xmlns:a16="http://schemas.microsoft.com/office/drawing/2014/main" id="{4CB9BFE3-9BB1-5FD8-09B8-E24BA20F557E}"/>
              </a:ext>
            </a:extLst>
          </p:cNvPr>
          <p:cNvSpPr>
            <a:spLocks noGrp="1"/>
          </p:cNvSpPr>
          <p:nvPr>
            <p:ph type="body" sz="quarter" idx="45" hasCustomPrompt="1"/>
          </p:nvPr>
        </p:nvSpPr>
        <p:spPr>
          <a:xfrm>
            <a:off x="9106462" y="4185778"/>
            <a:ext cx="2794059" cy="228909"/>
          </a:xfrm>
        </p:spPr>
        <p:txBody>
          <a:bodyPr wrap="square">
            <a:norm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GB" err="1"/>
              <a:t>Firstname</a:t>
            </a:r>
            <a:r>
              <a:rPr lang="en-GB"/>
              <a:t> Surname</a:t>
            </a:r>
          </a:p>
        </p:txBody>
      </p:sp>
      <p:sp>
        <p:nvSpPr>
          <p:cNvPr id="205" name="Picture Placeholder 101">
            <a:extLst>
              <a:ext uri="{FF2B5EF4-FFF2-40B4-BE49-F238E27FC236}">
                <a16:creationId xmlns:a16="http://schemas.microsoft.com/office/drawing/2014/main" id="{44DB8248-2938-15C7-274A-CA5D91633846}"/>
              </a:ext>
            </a:extLst>
          </p:cNvPr>
          <p:cNvSpPr>
            <a:spLocks noGrp="1"/>
          </p:cNvSpPr>
          <p:nvPr>
            <p:ph type="pic" sz="quarter" idx="65" hasCustomPrompt="1"/>
          </p:nvPr>
        </p:nvSpPr>
        <p:spPr>
          <a:xfrm>
            <a:off x="3225799" y="4496137"/>
            <a:ext cx="8674099" cy="45719"/>
          </a:xfrm>
          <a:custGeom>
            <a:avLst/>
            <a:gdLst>
              <a:gd name="connsiteX0" fmla="*/ 0 w 827088"/>
              <a:gd name="connsiteY0" fmla="*/ 0 h 476063"/>
              <a:gd name="connsiteX1" fmla="*/ 827088 w 827088"/>
              <a:gd name="connsiteY1" fmla="*/ 0 h 476063"/>
              <a:gd name="connsiteX2" fmla="*/ 827088 w 827088"/>
              <a:gd name="connsiteY2" fmla="*/ 476063 h 476063"/>
              <a:gd name="connsiteX3" fmla="*/ 0 w 827088"/>
              <a:gd name="connsiteY3" fmla="*/ 476063 h 476063"/>
              <a:gd name="connsiteX0" fmla="*/ 0 w 827088"/>
              <a:gd name="connsiteY0" fmla="*/ 476063 h 567503"/>
              <a:gd name="connsiteX1" fmla="*/ 0 w 827088"/>
              <a:gd name="connsiteY1" fmla="*/ 0 h 567503"/>
              <a:gd name="connsiteX2" fmla="*/ 827088 w 827088"/>
              <a:gd name="connsiteY2" fmla="*/ 0 h 567503"/>
              <a:gd name="connsiteX3" fmla="*/ 827088 w 827088"/>
              <a:gd name="connsiteY3" fmla="*/ 476063 h 567503"/>
              <a:gd name="connsiteX4" fmla="*/ 91440 w 827088"/>
              <a:gd name="connsiteY4" fmla="*/ 567503 h 567503"/>
              <a:gd name="connsiteX0" fmla="*/ 0 w 827088"/>
              <a:gd name="connsiteY0" fmla="*/ 476063 h 476063"/>
              <a:gd name="connsiteX1" fmla="*/ 0 w 827088"/>
              <a:gd name="connsiteY1" fmla="*/ 0 h 476063"/>
              <a:gd name="connsiteX2" fmla="*/ 827088 w 827088"/>
              <a:gd name="connsiteY2" fmla="*/ 0 h 476063"/>
              <a:gd name="connsiteX3" fmla="*/ 827088 w 827088"/>
              <a:gd name="connsiteY3" fmla="*/ 476063 h 476063"/>
              <a:gd name="connsiteX0" fmla="*/ 0 w 827088"/>
              <a:gd name="connsiteY0" fmla="*/ 476063 h 476063"/>
              <a:gd name="connsiteX1" fmla="*/ 0 w 827088"/>
              <a:gd name="connsiteY1" fmla="*/ 0 h 476063"/>
              <a:gd name="connsiteX2" fmla="*/ 827088 w 827088"/>
              <a:gd name="connsiteY2" fmla="*/ 0 h 476063"/>
              <a:gd name="connsiteX0" fmla="*/ 0 w 827088"/>
              <a:gd name="connsiteY0" fmla="*/ 0 h 0"/>
              <a:gd name="connsiteX1" fmla="*/ 827088 w 827088"/>
              <a:gd name="connsiteY1" fmla="*/ 0 h 0"/>
            </a:gdLst>
            <a:ahLst/>
            <a:cxnLst>
              <a:cxn ang="0">
                <a:pos x="connsiteX0" y="connsiteY0"/>
              </a:cxn>
              <a:cxn ang="0">
                <a:pos x="connsiteX1" y="connsiteY1"/>
              </a:cxn>
            </a:cxnLst>
            <a:rect l="l" t="t" r="r" b="b"/>
            <a:pathLst>
              <a:path w="827088">
                <a:moveTo>
                  <a:pt x="0" y="0"/>
                </a:moveTo>
                <a:lnTo>
                  <a:pt x="827088" y="0"/>
                </a:lnTo>
              </a:path>
            </a:pathLst>
          </a:custGeom>
          <a:ln>
            <a:solidFill>
              <a:schemeClr val="tx1"/>
            </a:solidFill>
          </a:ln>
        </p:spPr>
        <p:txBody>
          <a:bodyPr wrap="square">
            <a:normAutofit/>
          </a:bodyPr>
          <a:lstStyle>
            <a:lvl1pPr>
              <a:defRPr sz="400" b="0" i="0">
                <a:latin typeface="+mn-lt"/>
              </a:defRPr>
            </a:lvl1pPr>
          </a:lstStyle>
          <a:p>
            <a:r>
              <a:rPr lang="en-GB" dirty="0"/>
              <a:t> </a:t>
            </a:r>
          </a:p>
        </p:txBody>
      </p:sp>
      <p:sp>
        <p:nvSpPr>
          <p:cNvPr id="206" name="Text Placeholder 5">
            <a:extLst>
              <a:ext uri="{FF2B5EF4-FFF2-40B4-BE49-F238E27FC236}">
                <a16:creationId xmlns:a16="http://schemas.microsoft.com/office/drawing/2014/main" id="{611AE180-E3A1-4890-5ADE-0648958344D8}"/>
              </a:ext>
            </a:extLst>
          </p:cNvPr>
          <p:cNvSpPr>
            <a:spLocks noGrp="1"/>
          </p:cNvSpPr>
          <p:nvPr>
            <p:ph type="body" sz="quarter" idx="46" hasCustomPrompt="1"/>
          </p:nvPr>
        </p:nvSpPr>
        <p:spPr>
          <a:xfrm>
            <a:off x="3225800" y="4578049"/>
            <a:ext cx="1273176" cy="228909"/>
          </a:xfrm>
        </p:spPr>
        <p:txBody>
          <a:bodyPr wrap="square">
            <a:normAutofit/>
          </a:bodyPr>
          <a:lstStyle>
            <a:lvl1pPr marL="0" indent="0">
              <a:spcBef>
                <a:spcPts val="0"/>
              </a:spcBef>
              <a:spcAft>
                <a:spcPts val="0"/>
              </a:spcAft>
              <a:buFont typeface="+mj-lt"/>
              <a:buNone/>
              <a:tabLst/>
              <a:defRPr sz="1500" b="0" i="0">
                <a:latin typeface="+mn-lt"/>
              </a:defRPr>
            </a:lvl1pPr>
            <a:lvl2pPr>
              <a:defRPr sz="1500"/>
            </a:lvl2pPr>
            <a:lvl3pPr>
              <a:defRPr sz="1500"/>
            </a:lvl3pPr>
            <a:lvl4pPr>
              <a:defRPr sz="1500"/>
            </a:lvl4pPr>
            <a:lvl5pPr>
              <a:defRPr sz="1500"/>
            </a:lvl5pPr>
          </a:lstStyle>
          <a:p>
            <a:pPr lvl="0"/>
            <a:r>
              <a:rPr lang="en-GB"/>
              <a:t>00:00</a:t>
            </a:r>
          </a:p>
        </p:txBody>
      </p:sp>
      <p:sp>
        <p:nvSpPr>
          <p:cNvPr id="207" name="Text Placeholder 5">
            <a:extLst>
              <a:ext uri="{FF2B5EF4-FFF2-40B4-BE49-F238E27FC236}">
                <a16:creationId xmlns:a16="http://schemas.microsoft.com/office/drawing/2014/main" id="{E90EADE4-597A-8C59-D59C-21DE4011EC86}"/>
              </a:ext>
            </a:extLst>
          </p:cNvPr>
          <p:cNvSpPr>
            <a:spLocks noGrp="1"/>
          </p:cNvSpPr>
          <p:nvPr>
            <p:ph type="body" sz="quarter" idx="47"/>
          </p:nvPr>
        </p:nvSpPr>
        <p:spPr>
          <a:xfrm>
            <a:off x="4644000" y="4578049"/>
            <a:ext cx="4317438" cy="228909"/>
          </a:xfrm>
        </p:spPr>
        <p:txBody>
          <a:bodyPr wrap="square">
            <a:norm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US"/>
              <a:t>Click to edit Master text styles</a:t>
            </a:r>
          </a:p>
        </p:txBody>
      </p:sp>
      <p:sp>
        <p:nvSpPr>
          <p:cNvPr id="208" name="Text Placeholder 5">
            <a:extLst>
              <a:ext uri="{FF2B5EF4-FFF2-40B4-BE49-F238E27FC236}">
                <a16:creationId xmlns:a16="http://schemas.microsoft.com/office/drawing/2014/main" id="{8988DD51-F3BF-BE97-FF13-DAAFB4A50B04}"/>
              </a:ext>
            </a:extLst>
          </p:cNvPr>
          <p:cNvSpPr>
            <a:spLocks noGrp="1"/>
          </p:cNvSpPr>
          <p:nvPr>
            <p:ph type="body" sz="quarter" idx="48" hasCustomPrompt="1"/>
          </p:nvPr>
        </p:nvSpPr>
        <p:spPr>
          <a:xfrm>
            <a:off x="9106462" y="4578049"/>
            <a:ext cx="2794059" cy="228909"/>
          </a:xfrm>
        </p:spPr>
        <p:txBody>
          <a:bodyPr wrap="square">
            <a:norm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GB" dirty="0" err="1"/>
              <a:t>Firstname</a:t>
            </a:r>
            <a:r>
              <a:rPr lang="en-GB" dirty="0"/>
              <a:t> Surname</a:t>
            </a:r>
          </a:p>
        </p:txBody>
      </p:sp>
      <p:sp>
        <p:nvSpPr>
          <p:cNvPr id="209" name="Picture Placeholder 102">
            <a:extLst>
              <a:ext uri="{FF2B5EF4-FFF2-40B4-BE49-F238E27FC236}">
                <a16:creationId xmlns:a16="http://schemas.microsoft.com/office/drawing/2014/main" id="{5DAB147A-0351-E869-E2C9-849967B3E0CC}"/>
              </a:ext>
            </a:extLst>
          </p:cNvPr>
          <p:cNvSpPr>
            <a:spLocks noGrp="1"/>
          </p:cNvSpPr>
          <p:nvPr>
            <p:ph type="pic" sz="quarter" idx="66" hasCustomPrompt="1"/>
          </p:nvPr>
        </p:nvSpPr>
        <p:spPr>
          <a:xfrm>
            <a:off x="3225799" y="4890274"/>
            <a:ext cx="8674099" cy="45719"/>
          </a:xfrm>
          <a:custGeom>
            <a:avLst/>
            <a:gdLst>
              <a:gd name="connsiteX0" fmla="*/ 0 w 827088"/>
              <a:gd name="connsiteY0" fmla="*/ 0 h 476063"/>
              <a:gd name="connsiteX1" fmla="*/ 827088 w 827088"/>
              <a:gd name="connsiteY1" fmla="*/ 0 h 476063"/>
              <a:gd name="connsiteX2" fmla="*/ 827088 w 827088"/>
              <a:gd name="connsiteY2" fmla="*/ 476063 h 476063"/>
              <a:gd name="connsiteX3" fmla="*/ 0 w 827088"/>
              <a:gd name="connsiteY3" fmla="*/ 476063 h 476063"/>
              <a:gd name="connsiteX0" fmla="*/ 0 w 827088"/>
              <a:gd name="connsiteY0" fmla="*/ 476063 h 567503"/>
              <a:gd name="connsiteX1" fmla="*/ 0 w 827088"/>
              <a:gd name="connsiteY1" fmla="*/ 0 h 567503"/>
              <a:gd name="connsiteX2" fmla="*/ 827088 w 827088"/>
              <a:gd name="connsiteY2" fmla="*/ 0 h 567503"/>
              <a:gd name="connsiteX3" fmla="*/ 827088 w 827088"/>
              <a:gd name="connsiteY3" fmla="*/ 476063 h 567503"/>
              <a:gd name="connsiteX4" fmla="*/ 91440 w 827088"/>
              <a:gd name="connsiteY4" fmla="*/ 567503 h 567503"/>
              <a:gd name="connsiteX0" fmla="*/ 0 w 827088"/>
              <a:gd name="connsiteY0" fmla="*/ 476063 h 476063"/>
              <a:gd name="connsiteX1" fmla="*/ 0 w 827088"/>
              <a:gd name="connsiteY1" fmla="*/ 0 h 476063"/>
              <a:gd name="connsiteX2" fmla="*/ 827088 w 827088"/>
              <a:gd name="connsiteY2" fmla="*/ 0 h 476063"/>
              <a:gd name="connsiteX3" fmla="*/ 827088 w 827088"/>
              <a:gd name="connsiteY3" fmla="*/ 476063 h 476063"/>
              <a:gd name="connsiteX0" fmla="*/ 0 w 827088"/>
              <a:gd name="connsiteY0" fmla="*/ 476063 h 476063"/>
              <a:gd name="connsiteX1" fmla="*/ 0 w 827088"/>
              <a:gd name="connsiteY1" fmla="*/ 0 h 476063"/>
              <a:gd name="connsiteX2" fmla="*/ 827088 w 827088"/>
              <a:gd name="connsiteY2" fmla="*/ 0 h 476063"/>
              <a:gd name="connsiteX0" fmla="*/ 0 w 827088"/>
              <a:gd name="connsiteY0" fmla="*/ 0 h 0"/>
              <a:gd name="connsiteX1" fmla="*/ 827088 w 827088"/>
              <a:gd name="connsiteY1" fmla="*/ 0 h 0"/>
            </a:gdLst>
            <a:ahLst/>
            <a:cxnLst>
              <a:cxn ang="0">
                <a:pos x="connsiteX0" y="connsiteY0"/>
              </a:cxn>
              <a:cxn ang="0">
                <a:pos x="connsiteX1" y="connsiteY1"/>
              </a:cxn>
            </a:cxnLst>
            <a:rect l="l" t="t" r="r" b="b"/>
            <a:pathLst>
              <a:path w="827088">
                <a:moveTo>
                  <a:pt x="0" y="0"/>
                </a:moveTo>
                <a:lnTo>
                  <a:pt x="827088" y="0"/>
                </a:lnTo>
              </a:path>
            </a:pathLst>
          </a:custGeom>
          <a:ln>
            <a:solidFill>
              <a:schemeClr val="tx1"/>
            </a:solidFill>
          </a:ln>
        </p:spPr>
        <p:txBody>
          <a:bodyPr wrap="square">
            <a:normAutofit/>
          </a:bodyPr>
          <a:lstStyle>
            <a:lvl1pPr>
              <a:defRPr sz="400" b="0" i="0">
                <a:latin typeface="+mn-lt"/>
              </a:defRPr>
            </a:lvl1pPr>
          </a:lstStyle>
          <a:p>
            <a:r>
              <a:rPr lang="en-GB" dirty="0"/>
              <a:t> </a:t>
            </a:r>
          </a:p>
        </p:txBody>
      </p:sp>
      <p:sp>
        <p:nvSpPr>
          <p:cNvPr id="210" name="Text Placeholder 5">
            <a:extLst>
              <a:ext uri="{FF2B5EF4-FFF2-40B4-BE49-F238E27FC236}">
                <a16:creationId xmlns:a16="http://schemas.microsoft.com/office/drawing/2014/main" id="{3A1DC516-9D33-7E76-1881-D60014DC876A}"/>
              </a:ext>
            </a:extLst>
          </p:cNvPr>
          <p:cNvSpPr>
            <a:spLocks noGrp="1"/>
          </p:cNvSpPr>
          <p:nvPr>
            <p:ph type="body" sz="quarter" idx="49" hasCustomPrompt="1"/>
          </p:nvPr>
        </p:nvSpPr>
        <p:spPr>
          <a:xfrm>
            <a:off x="3225800" y="4969019"/>
            <a:ext cx="1273176" cy="228909"/>
          </a:xfrm>
        </p:spPr>
        <p:txBody>
          <a:bodyPr wrap="square">
            <a:normAutofit/>
          </a:bodyPr>
          <a:lstStyle>
            <a:lvl1pPr marL="0" indent="0">
              <a:spcBef>
                <a:spcPts val="0"/>
              </a:spcBef>
              <a:spcAft>
                <a:spcPts val="0"/>
              </a:spcAft>
              <a:buFont typeface="+mj-lt"/>
              <a:buNone/>
              <a:tabLst/>
              <a:defRPr sz="1500" b="0" i="0">
                <a:latin typeface="+mn-lt"/>
              </a:defRPr>
            </a:lvl1pPr>
            <a:lvl2pPr>
              <a:defRPr sz="1500"/>
            </a:lvl2pPr>
            <a:lvl3pPr>
              <a:defRPr sz="1500"/>
            </a:lvl3pPr>
            <a:lvl4pPr>
              <a:defRPr sz="1500"/>
            </a:lvl4pPr>
            <a:lvl5pPr>
              <a:defRPr sz="1500"/>
            </a:lvl5pPr>
          </a:lstStyle>
          <a:p>
            <a:pPr lvl="0"/>
            <a:r>
              <a:rPr lang="en-GB"/>
              <a:t>00:00</a:t>
            </a:r>
          </a:p>
        </p:txBody>
      </p:sp>
      <p:sp>
        <p:nvSpPr>
          <p:cNvPr id="211" name="Text Placeholder 5">
            <a:extLst>
              <a:ext uri="{FF2B5EF4-FFF2-40B4-BE49-F238E27FC236}">
                <a16:creationId xmlns:a16="http://schemas.microsoft.com/office/drawing/2014/main" id="{50E9B1C4-B2F3-4C78-8518-39911DF5B99E}"/>
              </a:ext>
            </a:extLst>
          </p:cNvPr>
          <p:cNvSpPr>
            <a:spLocks noGrp="1"/>
          </p:cNvSpPr>
          <p:nvPr>
            <p:ph type="body" sz="quarter" idx="50"/>
          </p:nvPr>
        </p:nvSpPr>
        <p:spPr>
          <a:xfrm>
            <a:off x="4644000" y="4969019"/>
            <a:ext cx="4317438" cy="228909"/>
          </a:xfrm>
        </p:spPr>
        <p:txBody>
          <a:bodyPr wrap="square">
            <a:norm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US"/>
              <a:t>Click to edit Master text styles</a:t>
            </a:r>
          </a:p>
        </p:txBody>
      </p:sp>
      <p:sp>
        <p:nvSpPr>
          <p:cNvPr id="212" name="Text Placeholder 5">
            <a:extLst>
              <a:ext uri="{FF2B5EF4-FFF2-40B4-BE49-F238E27FC236}">
                <a16:creationId xmlns:a16="http://schemas.microsoft.com/office/drawing/2014/main" id="{BE4B6B57-1237-7AB3-7574-6A37E89A9F5C}"/>
              </a:ext>
            </a:extLst>
          </p:cNvPr>
          <p:cNvSpPr>
            <a:spLocks noGrp="1"/>
          </p:cNvSpPr>
          <p:nvPr>
            <p:ph type="body" sz="quarter" idx="51" hasCustomPrompt="1"/>
          </p:nvPr>
        </p:nvSpPr>
        <p:spPr>
          <a:xfrm>
            <a:off x="9106462" y="4969019"/>
            <a:ext cx="2794059" cy="228909"/>
          </a:xfrm>
        </p:spPr>
        <p:txBody>
          <a:bodyPr wrap="square">
            <a:norm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GB" dirty="0" err="1"/>
              <a:t>Firstname</a:t>
            </a:r>
            <a:r>
              <a:rPr lang="en-GB" dirty="0"/>
              <a:t> Surname</a:t>
            </a:r>
          </a:p>
        </p:txBody>
      </p:sp>
      <p:sp>
        <p:nvSpPr>
          <p:cNvPr id="213" name="Picture Placeholder 103">
            <a:extLst>
              <a:ext uri="{FF2B5EF4-FFF2-40B4-BE49-F238E27FC236}">
                <a16:creationId xmlns:a16="http://schemas.microsoft.com/office/drawing/2014/main" id="{469187E8-1DE2-B301-6DE0-4B9CEA368C43}"/>
              </a:ext>
            </a:extLst>
          </p:cNvPr>
          <p:cNvSpPr>
            <a:spLocks noGrp="1"/>
          </p:cNvSpPr>
          <p:nvPr>
            <p:ph type="pic" sz="quarter" idx="67" hasCustomPrompt="1"/>
          </p:nvPr>
        </p:nvSpPr>
        <p:spPr>
          <a:xfrm>
            <a:off x="3225799" y="5276529"/>
            <a:ext cx="8674099" cy="45719"/>
          </a:xfrm>
          <a:custGeom>
            <a:avLst/>
            <a:gdLst>
              <a:gd name="connsiteX0" fmla="*/ 0 w 827088"/>
              <a:gd name="connsiteY0" fmla="*/ 0 h 476063"/>
              <a:gd name="connsiteX1" fmla="*/ 827088 w 827088"/>
              <a:gd name="connsiteY1" fmla="*/ 0 h 476063"/>
              <a:gd name="connsiteX2" fmla="*/ 827088 w 827088"/>
              <a:gd name="connsiteY2" fmla="*/ 476063 h 476063"/>
              <a:gd name="connsiteX3" fmla="*/ 0 w 827088"/>
              <a:gd name="connsiteY3" fmla="*/ 476063 h 476063"/>
              <a:gd name="connsiteX0" fmla="*/ 0 w 827088"/>
              <a:gd name="connsiteY0" fmla="*/ 476063 h 567503"/>
              <a:gd name="connsiteX1" fmla="*/ 0 w 827088"/>
              <a:gd name="connsiteY1" fmla="*/ 0 h 567503"/>
              <a:gd name="connsiteX2" fmla="*/ 827088 w 827088"/>
              <a:gd name="connsiteY2" fmla="*/ 0 h 567503"/>
              <a:gd name="connsiteX3" fmla="*/ 827088 w 827088"/>
              <a:gd name="connsiteY3" fmla="*/ 476063 h 567503"/>
              <a:gd name="connsiteX4" fmla="*/ 91440 w 827088"/>
              <a:gd name="connsiteY4" fmla="*/ 567503 h 567503"/>
              <a:gd name="connsiteX0" fmla="*/ 0 w 827088"/>
              <a:gd name="connsiteY0" fmla="*/ 476063 h 476063"/>
              <a:gd name="connsiteX1" fmla="*/ 0 w 827088"/>
              <a:gd name="connsiteY1" fmla="*/ 0 h 476063"/>
              <a:gd name="connsiteX2" fmla="*/ 827088 w 827088"/>
              <a:gd name="connsiteY2" fmla="*/ 0 h 476063"/>
              <a:gd name="connsiteX3" fmla="*/ 827088 w 827088"/>
              <a:gd name="connsiteY3" fmla="*/ 476063 h 476063"/>
              <a:gd name="connsiteX0" fmla="*/ 0 w 827088"/>
              <a:gd name="connsiteY0" fmla="*/ 476063 h 476063"/>
              <a:gd name="connsiteX1" fmla="*/ 0 w 827088"/>
              <a:gd name="connsiteY1" fmla="*/ 0 h 476063"/>
              <a:gd name="connsiteX2" fmla="*/ 827088 w 827088"/>
              <a:gd name="connsiteY2" fmla="*/ 0 h 476063"/>
              <a:gd name="connsiteX0" fmla="*/ 0 w 827088"/>
              <a:gd name="connsiteY0" fmla="*/ 0 h 0"/>
              <a:gd name="connsiteX1" fmla="*/ 827088 w 827088"/>
              <a:gd name="connsiteY1" fmla="*/ 0 h 0"/>
            </a:gdLst>
            <a:ahLst/>
            <a:cxnLst>
              <a:cxn ang="0">
                <a:pos x="connsiteX0" y="connsiteY0"/>
              </a:cxn>
              <a:cxn ang="0">
                <a:pos x="connsiteX1" y="connsiteY1"/>
              </a:cxn>
            </a:cxnLst>
            <a:rect l="l" t="t" r="r" b="b"/>
            <a:pathLst>
              <a:path w="827088">
                <a:moveTo>
                  <a:pt x="0" y="0"/>
                </a:moveTo>
                <a:lnTo>
                  <a:pt x="827088" y="0"/>
                </a:lnTo>
              </a:path>
            </a:pathLst>
          </a:custGeom>
          <a:ln>
            <a:solidFill>
              <a:schemeClr val="tx1"/>
            </a:solidFill>
          </a:ln>
        </p:spPr>
        <p:txBody>
          <a:bodyPr wrap="square">
            <a:normAutofit/>
          </a:bodyPr>
          <a:lstStyle>
            <a:lvl1pPr>
              <a:defRPr sz="400" b="0" i="0">
                <a:latin typeface="+mn-lt"/>
              </a:defRPr>
            </a:lvl1pPr>
          </a:lstStyle>
          <a:p>
            <a:r>
              <a:rPr lang="en-GB" dirty="0"/>
              <a:t> </a:t>
            </a:r>
          </a:p>
        </p:txBody>
      </p:sp>
      <p:sp>
        <p:nvSpPr>
          <p:cNvPr id="214" name="Text Placeholder 5">
            <a:extLst>
              <a:ext uri="{FF2B5EF4-FFF2-40B4-BE49-F238E27FC236}">
                <a16:creationId xmlns:a16="http://schemas.microsoft.com/office/drawing/2014/main" id="{C07B97CB-6CF8-744C-72E9-403869FF62FA}"/>
              </a:ext>
            </a:extLst>
          </p:cNvPr>
          <p:cNvSpPr>
            <a:spLocks noGrp="1"/>
          </p:cNvSpPr>
          <p:nvPr>
            <p:ph type="body" sz="quarter" idx="52" hasCustomPrompt="1"/>
          </p:nvPr>
        </p:nvSpPr>
        <p:spPr>
          <a:xfrm>
            <a:off x="3225800" y="5359989"/>
            <a:ext cx="1273176" cy="228909"/>
          </a:xfrm>
        </p:spPr>
        <p:txBody>
          <a:bodyPr wrap="square">
            <a:normAutofit/>
          </a:bodyPr>
          <a:lstStyle>
            <a:lvl1pPr marL="0" indent="0">
              <a:spcBef>
                <a:spcPts val="0"/>
              </a:spcBef>
              <a:spcAft>
                <a:spcPts val="0"/>
              </a:spcAft>
              <a:buFont typeface="+mj-lt"/>
              <a:buNone/>
              <a:tabLst/>
              <a:defRPr sz="1500" b="0" i="0">
                <a:latin typeface="+mn-lt"/>
              </a:defRPr>
            </a:lvl1pPr>
            <a:lvl2pPr>
              <a:defRPr sz="1500"/>
            </a:lvl2pPr>
            <a:lvl3pPr>
              <a:defRPr sz="1500"/>
            </a:lvl3pPr>
            <a:lvl4pPr>
              <a:defRPr sz="1500"/>
            </a:lvl4pPr>
            <a:lvl5pPr>
              <a:defRPr sz="1500"/>
            </a:lvl5pPr>
          </a:lstStyle>
          <a:p>
            <a:pPr lvl="0"/>
            <a:r>
              <a:rPr lang="en-GB" dirty="0"/>
              <a:t>00:00</a:t>
            </a:r>
          </a:p>
        </p:txBody>
      </p:sp>
      <p:sp>
        <p:nvSpPr>
          <p:cNvPr id="215" name="Text Placeholder 5">
            <a:extLst>
              <a:ext uri="{FF2B5EF4-FFF2-40B4-BE49-F238E27FC236}">
                <a16:creationId xmlns:a16="http://schemas.microsoft.com/office/drawing/2014/main" id="{D7694E3D-9EAE-7860-514C-D3E6A6066D79}"/>
              </a:ext>
            </a:extLst>
          </p:cNvPr>
          <p:cNvSpPr>
            <a:spLocks noGrp="1"/>
          </p:cNvSpPr>
          <p:nvPr>
            <p:ph type="body" sz="quarter" idx="53"/>
          </p:nvPr>
        </p:nvSpPr>
        <p:spPr>
          <a:xfrm>
            <a:off x="4644000" y="5359989"/>
            <a:ext cx="4317438" cy="228909"/>
          </a:xfrm>
        </p:spPr>
        <p:txBody>
          <a:bodyPr wrap="square">
            <a:norm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US"/>
              <a:t>Click to edit Master text styles</a:t>
            </a:r>
          </a:p>
        </p:txBody>
      </p:sp>
      <p:sp>
        <p:nvSpPr>
          <p:cNvPr id="216" name="Text Placeholder 5">
            <a:extLst>
              <a:ext uri="{FF2B5EF4-FFF2-40B4-BE49-F238E27FC236}">
                <a16:creationId xmlns:a16="http://schemas.microsoft.com/office/drawing/2014/main" id="{673631ED-FCF1-AA91-EA4E-8BD53A7ED357}"/>
              </a:ext>
            </a:extLst>
          </p:cNvPr>
          <p:cNvSpPr>
            <a:spLocks noGrp="1"/>
          </p:cNvSpPr>
          <p:nvPr>
            <p:ph type="body" sz="quarter" idx="54" hasCustomPrompt="1"/>
          </p:nvPr>
        </p:nvSpPr>
        <p:spPr>
          <a:xfrm>
            <a:off x="9106462" y="5359989"/>
            <a:ext cx="2794059" cy="228909"/>
          </a:xfrm>
        </p:spPr>
        <p:txBody>
          <a:bodyPr wrap="square">
            <a:norm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GB" dirty="0" err="1"/>
              <a:t>Firstname</a:t>
            </a:r>
            <a:r>
              <a:rPr lang="en-GB" dirty="0"/>
              <a:t> Surname</a:t>
            </a:r>
          </a:p>
        </p:txBody>
      </p:sp>
      <p:sp>
        <p:nvSpPr>
          <p:cNvPr id="5" name="Slide Number Placeholder 4">
            <a:extLst>
              <a:ext uri="{FF2B5EF4-FFF2-40B4-BE49-F238E27FC236}">
                <a16:creationId xmlns:a16="http://schemas.microsoft.com/office/drawing/2014/main" id="{E9119AF0-BAA0-31B4-998E-02AD3B07E859}"/>
              </a:ext>
            </a:extLst>
          </p:cNvPr>
          <p:cNvSpPr>
            <a:spLocks noGrp="1"/>
          </p:cNvSpPr>
          <p:nvPr>
            <p:ph type="sldNum" sz="quarter" idx="12"/>
          </p:nvPr>
        </p:nvSpPr>
        <p:spPr/>
        <p:txBody>
          <a:bodyPr/>
          <a:lstStyle/>
          <a:p>
            <a:fld id="{AEC8D767-5246-2244-A4A3-B8AFB218393C}" type="slidenum">
              <a:rPr lang="en-GB" smtClean="0"/>
              <a:t>‹#›</a:t>
            </a:fld>
            <a:endParaRPr lang="en-GB"/>
          </a:p>
        </p:txBody>
      </p:sp>
      <p:sp>
        <p:nvSpPr>
          <p:cNvPr id="3" name="Footer Placeholder 4">
            <a:extLst>
              <a:ext uri="{FF2B5EF4-FFF2-40B4-BE49-F238E27FC236}">
                <a16:creationId xmlns:a16="http://schemas.microsoft.com/office/drawing/2014/main" id="{3BF28211-1086-A258-4B97-2558FD5CBF7B}"/>
              </a:ext>
            </a:extLst>
          </p:cNvPr>
          <p:cNvSpPr>
            <a:spLocks noGrp="1"/>
          </p:cNvSpPr>
          <p:nvPr>
            <p:ph type="ftr" sz="quarter" idx="3"/>
          </p:nvPr>
        </p:nvSpPr>
        <p:spPr>
          <a:xfrm>
            <a:off x="288259" y="5868000"/>
            <a:ext cx="1161051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b="0" i="0" dirty="0">
                <a:effectLst/>
              </a:rPr>
              <a:t>Slide legal disclaimer goes here if required
Slide footer goes here if required. Turn off globally using the Header/Footer function (under the Insert menu).</a:t>
            </a:r>
          </a:p>
        </p:txBody>
      </p:sp>
    </p:spTree>
    <p:extLst>
      <p:ext uri="{BB962C8B-B14F-4D97-AF65-F5344CB8AC3E}">
        <p14:creationId xmlns:p14="http://schemas.microsoft.com/office/powerpoint/2010/main" val="303285323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genda 3">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F4DE542-4D98-B05D-597C-9623E7D2E7C2}"/>
              </a:ext>
            </a:extLst>
          </p:cNvPr>
          <p:cNvSpPr>
            <a:spLocks noGrp="1"/>
          </p:cNvSpPr>
          <p:nvPr>
            <p:ph type="title"/>
          </p:nvPr>
        </p:nvSpPr>
        <p:spPr>
          <a:xfrm>
            <a:off x="286715" y="273600"/>
            <a:ext cx="1811959" cy="392415"/>
          </a:xfrm>
        </p:spPr>
        <p:txBody>
          <a:bodyPr/>
          <a:lstStyle>
            <a:lvl1pPr>
              <a:lnSpc>
                <a:spcPct val="85000"/>
              </a:lnSpc>
              <a:defRPr sz="1500" b="1" i="0">
                <a:solidFill>
                  <a:schemeClr val="tx1"/>
                </a:solidFill>
                <a:latin typeface="+mn-lt"/>
              </a:defRPr>
            </a:lvl1pPr>
          </a:lstStyle>
          <a:p>
            <a:r>
              <a:rPr lang="en-US"/>
              <a:t>Click to edit Master title style</a:t>
            </a:r>
            <a:endParaRPr lang="en-GB" dirty="0"/>
          </a:p>
        </p:txBody>
      </p:sp>
      <p:sp>
        <p:nvSpPr>
          <p:cNvPr id="151" name="Picture Placeholder 92">
            <a:extLst>
              <a:ext uri="{FF2B5EF4-FFF2-40B4-BE49-F238E27FC236}">
                <a16:creationId xmlns:a16="http://schemas.microsoft.com/office/drawing/2014/main" id="{414C0709-0B1A-11C5-45EE-CC44E7A13411}"/>
              </a:ext>
            </a:extLst>
          </p:cNvPr>
          <p:cNvSpPr>
            <a:spLocks noGrp="1"/>
          </p:cNvSpPr>
          <p:nvPr>
            <p:ph type="pic" sz="quarter" idx="56" hasCustomPrompt="1"/>
          </p:nvPr>
        </p:nvSpPr>
        <p:spPr>
          <a:xfrm>
            <a:off x="3225799" y="1156702"/>
            <a:ext cx="8674099" cy="45719"/>
          </a:xfrm>
          <a:custGeom>
            <a:avLst/>
            <a:gdLst>
              <a:gd name="connsiteX0" fmla="*/ 0 w 827088"/>
              <a:gd name="connsiteY0" fmla="*/ 0 h 476063"/>
              <a:gd name="connsiteX1" fmla="*/ 827088 w 827088"/>
              <a:gd name="connsiteY1" fmla="*/ 0 h 476063"/>
              <a:gd name="connsiteX2" fmla="*/ 827088 w 827088"/>
              <a:gd name="connsiteY2" fmla="*/ 476063 h 476063"/>
              <a:gd name="connsiteX3" fmla="*/ 0 w 827088"/>
              <a:gd name="connsiteY3" fmla="*/ 476063 h 476063"/>
              <a:gd name="connsiteX0" fmla="*/ 0 w 827088"/>
              <a:gd name="connsiteY0" fmla="*/ 476063 h 567503"/>
              <a:gd name="connsiteX1" fmla="*/ 0 w 827088"/>
              <a:gd name="connsiteY1" fmla="*/ 0 h 567503"/>
              <a:gd name="connsiteX2" fmla="*/ 827088 w 827088"/>
              <a:gd name="connsiteY2" fmla="*/ 0 h 567503"/>
              <a:gd name="connsiteX3" fmla="*/ 827088 w 827088"/>
              <a:gd name="connsiteY3" fmla="*/ 476063 h 567503"/>
              <a:gd name="connsiteX4" fmla="*/ 91440 w 827088"/>
              <a:gd name="connsiteY4" fmla="*/ 567503 h 567503"/>
              <a:gd name="connsiteX0" fmla="*/ 0 w 827088"/>
              <a:gd name="connsiteY0" fmla="*/ 476063 h 476063"/>
              <a:gd name="connsiteX1" fmla="*/ 0 w 827088"/>
              <a:gd name="connsiteY1" fmla="*/ 0 h 476063"/>
              <a:gd name="connsiteX2" fmla="*/ 827088 w 827088"/>
              <a:gd name="connsiteY2" fmla="*/ 0 h 476063"/>
              <a:gd name="connsiteX3" fmla="*/ 827088 w 827088"/>
              <a:gd name="connsiteY3" fmla="*/ 476063 h 476063"/>
              <a:gd name="connsiteX0" fmla="*/ 0 w 827088"/>
              <a:gd name="connsiteY0" fmla="*/ 476063 h 476063"/>
              <a:gd name="connsiteX1" fmla="*/ 0 w 827088"/>
              <a:gd name="connsiteY1" fmla="*/ 0 h 476063"/>
              <a:gd name="connsiteX2" fmla="*/ 827088 w 827088"/>
              <a:gd name="connsiteY2" fmla="*/ 0 h 476063"/>
              <a:gd name="connsiteX0" fmla="*/ 0 w 827088"/>
              <a:gd name="connsiteY0" fmla="*/ 0 h 0"/>
              <a:gd name="connsiteX1" fmla="*/ 827088 w 827088"/>
              <a:gd name="connsiteY1" fmla="*/ 0 h 0"/>
            </a:gdLst>
            <a:ahLst/>
            <a:cxnLst>
              <a:cxn ang="0">
                <a:pos x="connsiteX0" y="connsiteY0"/>
              </a:cxn>
              <a:cxn ang="0">
                <a:pos x="connsiteX1" y="connsiteY1"/>
              </a:cxn>
            </a:cxnLst>
            <a:rect l="l" t="t" r="r" b="b"/>
            <a:pathLst>
              <a:path w="827088">
                <a:moveTo>
                  <a:pt x="0" y="0"/>
                </a:moveTo>
                <a:lnTo>
                  <a:pt x="827088" y="0"/>
                </a:lnTo>
              </a:path>
            </a:pathLst>
          </a:custGeom>
          <a:ln>
            <a:solidFill>
              <a:schemeClr val="tx1"/>
            </a:solidFill>
          </a:ln>
        </p:spPr>
        <p:txBody>
          <a:bodyPr wrap="square" anchor="ctr" anchorCtr="0">
            <a:noAutofit/>
          </a:bodyPr>
          <a:lstStyle>
            <a:lvl1pPr>
              <a:defRPr sz="400" b="0" i="0">
                <a:latin typeface="+mn-lt"/>
              </a:defRPr>
            </a:lvl1pPr>
          </a:lstStyle>
          <a:p>
            <a:r>
              <a:rPr lang="en-GB" dirty="0"/>
              <a:t> </a:t>
            </a:r>
          </a:p>
        </p:txBody>
      </p:sp>
      <p:sp>
        <p:nvSpPr>
          <p:cNvPr id="163" name="Text Placeholder 5">
            <a:extLst>
              <a:ext uri="{FF2B5EF4-FFF2-40B4-BE49-F238E27FC236}">
                <a16:creationId xmlns:a16="http://schemas.microsoft.com/office/drawing/2014/main" id="{12B824E8-EE25-7DB2-F96D-DEA8631E51FB}"/>
              </a:ext>
            </a:extLst>
          </p:cNvPr>
          <p:cNvSpPr>
            <a:spLocks noGrp="1"/>
          </p:cNvSpPr>
          <p:nvPr>
            <p:ph type="body" sz="quarter" idx="13" hasCustomPrompt="1"/>
          </p:nvPr>
        </p:nvSpPr>
        <p:spPr>
          <a:xfrm>
            <a:off x="3225800" y="231771"/>
            <a:ext cx="1273176" cy="228909"/>
          </a:xfrm>
        </p:spPr>
        <p:txBody>
          <a:bodyPr wrap="square" anchor="ctr" anchorCtr="0">
            <a:noAutofit/>
          </a:bodyPr>
          <a:lstStyle>
            <a:lvl1pPr marL="0" indent="0">
              <a:spcBef>
                <a:spcPts val="0"/>
              </a:spcBef>
              <a:spcAft>
                <a:spcPts val="0"/>
              </a:spcAft>
              <a:buFont typeface="+mj-lt"/>
              <a:buNone/>
              <a:tabLst/>
              <a:defRPr sz="1500" b="0" i="0">
                <a:latin typeface="+mn-lt"/>
              </a:defRPr>
            </a:lvl1pPr>
            <a:lvl2pPr>
              <a:defRPr sz="1500"/>
            </a:lvl2pPr>
            <a:lvl3pPr>
              <a:defRPr sz="1500"/>
            </a:lvl3pPr>
            <a:lvl4pPr>
              <a:defRPr sz="1500"/>
            </a:lvl4pPr>
            <a:lvl5pPr>
              <a:defRPr sz="1500"/>
            </a:lvl5pPr>
          </a:lstStyle>
          <a:p>
            <a:pPr lvl="0"/>
            <a:r>
              <a:rPr lang="en-GB" dirty="0"/>
              <a:t>00:00</a:t>
            </a:r>
          </a:p>
        </p:txBody>
      </p:sp>
      <p:sp>
        <p:nvSpPr>
          <p:cNvPr id="164" name="Text Placeholder 5">
            <a:extLst>
              <a:ext uri="{FF2B5EF4-FFF2-40B4-BE49-F238E27FC236}">
                <a16:creationId xmlns:a16="http://schemas.microsoft.com/office/drawing/2014/main" id="{A4F70AC5-374E-DFC2-2B29-2318F0BB51E4}"/>
              </a:ext>
            </a:extLst>
          </p:cNvPr>
          <p:cNvSpPr>
            <a:spLocks noGrp="1"/>
          </p:cNvSpPr>
          <p:nvPr>
            <p:ph type="body" sz="quarter" idx="14"/>
          </p:nvPr>
        </p:nvSpPr>
        <p:spPr>
          <a:xfrm>
            <a:off x="4644000" y="231771"/>
            <a:ext cx="4317438" cy="228909"/>
          </a:xfrm>
        </p:spPr>
        <p:txBody>
          <a:bodyPr wrap="square" anchor="ctr" anchorCtr="0">
            <a:no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US"/>
              <a:t>Click to edit Master text styles</a:t>
            </a:r>
          </a:p>
        </p:txBody>
      </p:sp>
      <p:sp>
        <p:nvSpPr>
          <p:cNvPr id="165" name="Text Placeholder 5">
            <a:extLst>
              <a:ext uri="{FF2B5EF4-FFF2-40B4-BE49-F238E27FC236}">
                <a16:creationId xmlns:a16="http://schemas.microsoft.com/office/drawing/2014/main" id="{EB857D0D-CD76-A612-A712-E14D8C7049C6}"/>
              </a:ext>
            </a:extLst>
          </p:cNvPr>
          <p:cNvSpPr>
            <a:spLocks noGrp="1"/>
          </p:cNvSpPr>
          <p:nvPr>
            <p:ph type="body" sz="quarter" idx="15" hasCustomPrompt="1"/>
          </p:nvPr>
        </p:nvSpPr>
        <p:spPr>
          <a:xfrm>
            <a:off x="9106462" y="231771"/>
            <a:ext cx="2794059" cy="228909"/>
          </a:xfrm>
        </p:spPr>
        <p:txBody>
          <a:bodyPr wrap="square" anchor="ctr" anchorCtr="0">
            <a:no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GB" err="1"/>
              <a:t>Firstname</a:t>
            </a:r>
            <a:r>
              <a:rPr lang="en-GB"/>
              <a:t> Surname</a:t>
            </a:r>
          </a:p>
        </p:txBody>
      </p:sp>
      <p:sp>
        <p:nvSpPr>
          <p:cNvPr id="166" name="Picture Placeholder 91">
            <a:extLst>
              <a:ext uri="{FF2B5EF4-FFF2-40B4-BE49-F238E27FC236}">
                <a16:creationId xmlns:a16="http://schemas.microsoft.com/office/drawing/2014/main" id="{23E05799-FE6A-9155-DA4E-C09C4B03CA27}"/>
              </a:ext>
            </a:extLst>
          </p:cNvPr>
          <p:cNvSpPr>
            <a:spLocks noGrp="1"/>
          </p:cNvSpPr>
          <p:nvPr>
            <p:ph type="pic" sz="quarter" idx="55" hasCustomPrompt="1"/>
          </p:nvPr>
        </p:nvSpPr>
        <p:spPr>
          <a:xfrm>
            <a:off x="3225799" y="579777"/>
            <a:ext cx="8674099" cy="45719"/>
          </a:xfrm>
          <a:custGeom>
            <a:avLst/>
            <a:gdLst>
              <a:gd name="connsiteX0" fmla="*/ 0 w 827088"/>
              <a:gd name="connsiteY0" fmla="*/ 0 h 476063"/>
              <a:gd name="connsiteX1" fmla="*/ 827088 w 827088"/>
              <a:gd name="connsiteY1" fmla="*/ 0 h 476063"/>
              <a:gd name="connsiteX2" fmla="*/ 827088 w 827088"/>
              <a:gd name="connsiteY2" fmla="*/ 476063 h 476063"/>
              <a:gd name="connsiteX3" fmla="*/ 0 w 827088"/>
              <a:gd name="connsiteY3" fmla="*/ 476063 h 476063"/>
              <a:gd name="connsiteX0" fmla="*/ 0 w 827088"/>
              <a:gd name="connsiteY0" fmla="*/ 476063 h 567503"/>
              <a:gd name="connsiteX1" fmla="*/ 0 w 827088"/>
              <a:gd name="connsiteY1" fmla="*/ 0 h 567503"/>
              <a:gd name="connsiteX2" fmla="*/ 827088 w 827088"/>
              <a:gd name="connsiteY2" fmla="*/ 0 h 567503"/>
              <a:gd name="connsiteX3" fmla="*/ 827088 w 827088"/>
              <a:gd name="connsiteY3" fmla="*/ 476063 h 567503"/>
              <a:gd name="connsiteX4" fmla="*/ 91440 w 827088"/>
              <a:gd name="connsiteY4" fmla="*/ 567503 h 567503"/>
              <a:gd name="connsiteX0" fmla="*/ 0 w 827088"/>
              <a:gd name="connsiteY0" fmla="*/ 476063 h 476063"/>
              <a:gd name="connsiteX1" fmla="*/ 0 w 827088"/>
              <a:gd name="connsiteY1" fmla="*/ 0 h 476063"/>
              <a:gd name="connsiteX2" fmla="*/ 827088 w 827088"/>
              <a:gd name="connsiteY2" fmla="*/ 0 h 476063"/>
              <a:gd name="connsiteX3" fmla="*/ 827088 w 827088"/>
              <a:gd name="connsiteY3" fmla="*/ 476063 h 476063"/>
              <a:gd name="connsiteX0" fmla="*/ 0 w 827088"/>
              <a:gd name="connsiteY0" fmla="*/ 476063 h 476063"/>
              <a:gd name="connsiteX1" fmla="*/ 0 w 827088"/>
              <a:gd name="connsiteY1" fmla="*/ 0 h 476063"/>
              <a:gd name="connsiteX2" fmla="*/ 827088 w 827088"/>
              <a:gd name="connsiteY2" fmla="*/ 0 h 476063"/>
              <a:gd name="connsiteX0" fmla="*/ 0 w 827088"/>
              <a:gd name="connsiteY0" fmla="*/ 0 h 0"/>
              <a:gd name="connsiteX1" fmla="*/ 827088 w 827088"/>
              <a:gd name="connsiteY1" fmla="*/ 0 h 0"/>
            </a:gdLst>
            <a:ahLst/>
            <a:cxnLst>
              <a:cxn ang="0">
                <a:pos x="connsiteX0" y="connsiteY0"/>
              </a:cxn>
              <a:cxn ang="0">
                <a:pos x="connsiteX1" y="connsiteY1"/>
              </a:cxn>
            </a:cxnLst>
            <a:rect l="l" t="t" r="r" b="b"/>
            <a:pathLst>
              <a:path w="827088">
                <a:moveTo>
                  <a:pt x="0" y="0"/>
                </a:moveTo>
                <a:lnTo>
                  <a:pt x="827088" y="0"/>
                </a:lnTo>
              </a:path>
            </a:pathLst>
          </a:custGeom>
          <a:ln>
            <a:solidFill>
              <a:schemeClr val="tx1"/>
            </a:solidFill>
          </a:ln>
        </p:spPr>
        <p:txBody>
          <a:bodyPr wrap="square" anchor="ctr" anchorCtr="0">
            <a:noAutofit/>
          </a:bodyPr>
          <a:lstStyle>
            <a:lvl1pPr>
              <a:defRPr sz="400" b="0" i="0">
                <a:latin typeface="+mn-lt"/>
              </a:defRPr>
            </a:lvl1pPr>
          </a:lstStyle>
          <a:p>
            <a:r>
              <a:rPr lang="en-GB" dirty="0"/>
              <a:t>  </a:t>
            </a:r>
          </a:p>
        </p:txBody>
      </p:sp>
      <p:sp>
        <p:nvSpPr>
          <p:cNvPr id="167" name="Text Placeholder 5">
            <a:extLst>
              <a:ext uri="{FF2B5EF4-FFF2-40B4-BE49-F238E27FC236}">
                <a16:creationId xmlns:a16="http://schemas.microsoft.com/office/drawing/2014/main" id="{24089EB1-E806-6913-C5B8-A4C01D0814E6}"/>
              </a:ext>
            </a:extLst>
          </p:cNvPr>
          <p:cNvSpPr>
            <a:spLocks noGrp="1"/>
          </p:cNvSpPr>
          <p:nvPr>
            <p:ph type="body" sz="quarter" idx="16" hasCustomPrompt="1"/>
          </p:nvPr>
        </p:nvSpPr>
        <p:spPr>
          <a:xfrm>
            <a:off x="3225800" y="801573"/>
            <a:ext cx="1273176" cy="228909"/>
          </a:xfrm>
        </p:spPr>
        <p:txBody>
          <a:bodyPr wrap="square" anchor="ctr" anchorCtr="0">
            <a:noAutofit/>
          </a:bodyPr>
          <a:lstStyle>
            <a:lvl1pPr marL="0" indent="0">
              <a:spcBef>
                <a:spcPts val="0"/>
              </a:spcBef>
              <a:spcAft>
                <a:spcPts val="0"/>
              </a:spcAft>
              <a:buFont typeface="+mj-lt"/>
              <a:buNone/>
              <a:tabLst/>
              <a:defRPr sz="1500" b="0" i="0">
                <a:latin typeface="+mn-lt"/>
              </a:defRPr>
            </a:lvl1pPr>
            <a:lvl2pPr>
              <a:defRPr sz="1500"/>
            </a:lvl2pPr>
            <a:lvl3pPr>
              <a:defRPr sz="1500"/>
            </a:lvl3pPr>
            <a:lvl4pPr>
              <a:defRPr sz="1500"/>
            </a:lvl4pPr>
            <a:lvl5pPr>
              <a:defRPr sz="1500"/>
            </a:lvl5pPr>
          </a:lstStyle>
          <a:p>
            <a:pPr lvl="0"/>
            <a:r>
              <a:rPr lang="en-GB"/>
              <a:t>00:00</a:t>
            </a:r>
          </a:p>
        </p:txBody>
      </p:sp>
      <p:sp>
        <p:nvSpPr>
          <p:cNvPr id="168" name="Text Placeholder 5">
            <a:extLst>
              <a:ext uri="{FF2B5EF4-FFF2-40B4-BE49-F238E27FC236}">
                <a16:creationId xmlns:a16="http://schemas.microsoft.com/office/drawing/2014/main" id="{10C7981E-34E4-22AC-19D7-855BF963AC6A}"/>
              </a:ext>
            </a:extLst>
          </p:cNvPr>
          <p:cNvSpPr>
            <a:spLocks noGrp="1"/>
          </p:cNvSpPr>
          <p:nvPr>
            <p:ph type="body" sz="quarter" idx="17"/>
          </p:nvPr>
        </p:nvSpPr>
        <p:spPr>
          <a:xfrm>
            <a:off x="4644000" y="801573"/>
            <a:ext cx="4317438" cy="228909"/>
          </a:xfrm>
        </p:spPr>
        <p:txBody>
          <a:bodyPr wrap="square" anchor="ctr" anchorCtr="0">
            <a:no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US"/>
              <a:t>Click to edit Master text styles</a:t>
            </a:r>
          </a:p>
        </p:txBody>
      </p:sp>
      <p:sp>
        <p:nvSpPr>
          <p:cNvPr id="169" name="Text Placeholder 5">
            <a:extLst>
              <a:ext uri="{FF2B5EF4-FFF2-40B4-BE49-F238E27FC236}">
                <a16:creationId xmlns:a16="http://schemas.microsoft.com/office/drawing/2014/main" id="{127EEF89-640D-17FA-3E79-57DA3786E32A}"/>
              </a:ext>
            </a:extLst>
          </p:cNvPr>
          <p:cNvSpPr>
            <a:spLocks noGrp="1"/>
          </p:cNvSpPr>
          <p:nvPr>
            <p:ph type="body" sz="quarter" idx="18" hasCustomPrompt="1"/>
          </p:nvPr>
        </p:nvSpPr>
        <p:spPr>
          <a:xfrm>
            <a:off x="9106462" y="801573"/>
            <a:ext cx="2794059" cy="228909"/>
          </a:xfrm>
        </p:spPr>
        <p:txBody>
          <a:bodyPr wrap="square" anchor="ctr" anchorCtr="0">
            <a:no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GB" dirty="0" err="1"/>
              <a:t>Firstname</a:t>
            </a:r>
            <a:r>
              <a:rPr lang="en-GB" dirty="0"/>
              <a:t> Surname</a:t>
            </a:r>
          </a:p>
        </p:txBody>
      </p:sp>
      <p:sp>
        <p:nvSpPr>
          <p:cNvPr id="170" name="Text Placeholder 5">
            <a:extLst>
              <a:ext uri="{FF2B5EF4-FFF2-40B4-BE49-F238E27FC236}">
                <a16:creationId xmlns:a16="http://schemas.microsoft.com/office/drawing/2014/main" id="{C3E76B7F-03AC-D5BD-BECC-8B0881567D59}"/>
              </a:ext>
            </a:extLst>
          </p:cNvPr>
          <p:cNvSpPr>
            <a:spLocks noGrp="1"/>
          </p:cNvSpPr>
          <p:nvPr>
            <p:ph type="body" sz="quarter" idx="19" hasCustomPrompt="1"/>
          </p:nvPr>
        </p:nvSpPr>
        <p:spPr>
          <a:xfrm>
            <a:off x="3225800" y="1371375"/>
            <a:ext cx="1273176" cy="228909"/>
          </a:xfrm>
        </p:spPr>
        <p:txBody>
          <a:bodyPr wrap="square" anchor="ctr" anchorCtr="0">
            <a:noAutofit/>
          </a:bodyPr>
          <a:lstStyle>
            <a:lvl1pPr marL="0" indent="0">
              <a:spcBef>
                <a:spcPts val="0"/>
              </a:spcBef>
              <a:spcAft>
                <a:spcPts val="0"/>
              </a:spcAft>
              <a:buFont typeface="+mj-lt"/>
              <a:buNone/>
              <a:tabLst/>
              <a:defRPr sz="1500" b="0" i="0">
                <a:latin typeface="+mn-lt"/>
              </a:defRPr>
            </a:lvl1pPr>
            <a:lvl2pPr>
              <a:defRPr sz="1500"/>
            </a:lvl2pPr>
            <a:lvl3pPr>
              <a:defRPr sz="1500"/>
            </a:lvl3pPr>
            <a:lvl4pPr>
              <a:defRPr sz="1500"/>
            </a:lvl4pPr>
            <a:lvl5pPr>
              <a:defRPr sz="1500"/>
            </a:lvl5pPr>
          </a:lstStyle>
          <a:p>
            <a:pPr lvl="0"/>
            <a:r>
              <a:rPr lang="en-GB"/>
              <a:t>00:00</a:t>
            </a:r>
          </a:p>
        </p:txBody>
      </p:sp>
      <p:sp>
        <p:nvSpPr>
          <p:cNvPr id="171" name="Text Placeholder 5">
            <a:extLst>
              <a:ext uri="{FF2B5EF4-FFF2-40B4-BE49-F238E27FC236}">
                <a16:creationId xmlns:a16="http://schemas.microsoft.com/office/drawing/2014/main" id="{8344A73D-BCE2-9041-0430-DCA16AE2194A}"/>
              </a:ext>
            </a:extLst>
          </p:cNvPr>
          <p:cNvSpPr>
            <a:spLocks noGrp="1"/>
          </p:cNvSpPr>
          <p:nvPr>
            <p:ph type="body" sz="quarter" idx="20"/>
          </p:nvPr>
        </p:nvSpPr>
        <p:spPr>
          <a:xfrm>
            <a:off x="4644000" y="1371375"/>
            <a:ext cx="4317438" cy="228909"/>
          </a:xfrm>
        </p:spPr>
        <p:txBody>
          <a:bodyPr wrap="square" anchor="ctr" anchorCtr="0">
            <a:no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US"/>
              <a:t>Click to edit Master text styles</a:t>
            </a:r>
          </a:p>
        </p:txBody>
      </p:sp>
      <p:sp>
        <p:nvSpPr>
          <p:cNvPr id="172" name="Text Placeholder 5">
            <a:extLst>
              <a:ext uri="{FF2B5EF4-FFF2-40B4-BE49-F238E27FC236}">
                <a16:creationId xmlns:a16="http://schemas.microsoft.com/office/drawing/2014/main" id="{BA7AD8A2-995B-0025-7B23-12D44BEB24F7}"/>
              </a:ext>
            </a:extLst>
          </p:cNvPr>
          <p:cNvSpPr>
            <a:spLocks noGrp="1"/>
          </p:cNvSpPr>
          <p:nvPr>
            <p:ph type="body" sz="quarter" idx="21" hasCustomPrompt="1"/>
          </p:nvPr>
        </p:nvSpPr>
        <p:spPr>
          <a:xfrm>
            <a:off x="9106462" y="1371375"/>
            <a:ext cx="2794059" cy="228909"/>
          </a:xfrm>
        </p:spPr>
        <p:txBody>
          <a:bodyPr wrap="square" anchor="ctr" anchorCtr="0">
            <a:no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GB" err="1"/>
              <a:t>Firstname</a:t>
            </a:r>
            <a:r>
              <a:rPr lang="en-GB"/>
              <a:t> Surname</a:t>
            </a:r>
          </a:p>
        </p:txBody>
      </p:sp>
      <p:sp>
        <p:nvSpPr>
          <p:cNvPr id="173" name="Picture Placeholder 93">
            <a:extLst>
              <a:ext uri="{FF2B5EF4-FFF2-40B4-BE49-F238E27FC236}">
                <a16:creationId xmlns:a16="http://schemas.microsoft.com/office/drawing/2014/main" id="{C7221CC4-5A16-F8BC-F970-B26EBD5A8BA8}"/>
              </a:ext>
            </a:extLst>
          </p:cNvPr>
          <p:cNvSpPr>
            <a:spLocks noGrp="1"/>
          </p:cNvSpPr>
          <p:nvPr>
            <p:ph type="pic" sz="quarter" idx="57" hasCustomPrompt="1"/>
          </p:nvPr>
        </p:nvSpPr>
        <p:spPr>
          <a:xfrm>
            <a:off x="3225799" y="1733627"/>
            <a:ext cx="8674099" cy="45719"/>
          </a:xfrm>
          <a:custGeom>
            <a:avLst/>
            <a:gdLst>
              <a:gd name="connsiteX0" fmla="*/ 0 w 827088"/>
              <a:gd name="connsiteY0" fmla="*/ 0 h 476063"/>
              <a:gd name="connsiteX1" fmla="*/ 827088 w 827088"/>
              <a:gd name="connsiteY1" fmla="*/ 0 h 476063"/>
              <a:gd name="connsiteX2" fmla="*/ 827088 w 827088"/>
              <a:gd name="connsiteY2" fmla="*/ 476063 h 476063"/>
              <a:gd name="connsiteX3" fmla="*/ 0 w 827088"/>
              <a:gd name="connsiteY3" fmla="*/ 476063 h 476063"/>
              <a:gd name="connsiteX0" fmla="*/ 0 w 827088"/>
              <a:gd name="connsiteY0" fmla="*/ 476063 h 567503"/>
              <a:gd name="connsiteX1" fmla="*/ 0 w 827088"/>
              <a:gd name="connsiteY1" fmla="*/ 0 h 567503"/>
              <a:gd name="connsiteX2" fmla="*/ 827088 w 827088"/>
              <a:gd name="connsiteY2" fmla="*/ 0 h 567503"/>
              <a:gd name="connsiteX3" fmla="*/ 827088 w 827088"/>
              <a:gd name="connsiteY3" fmla="*/ 476063 h 567503"/>
              <a:gd name="connsiteX4" fmla="*/ 91440 w 827088"/>
              <a:gd name="connsiteY4" fmla="*/ 567503 h 567503"/>
              <a:gd name="connsiteX0" fmla="*/ 0 w 827088"/>
              <a:gd name="connsiteY0" fmla="*/ 476063 h 476063"/>
              <a:gd name="connsiteX1" fmla="*/ 0 w 827088"/>
              <a:gd name="connsiteY1" fmla="*/ 0 h 476063"/>
              <a:gd name="connsiteX2" fmla="*/ 827088 w 827088"/>
              <a:gd name="connsiteY2" fmla="*/ 0 h 476063"/>
              <a:gd name="connsiteX3" fmla="*/ 827088 w 827088"/>
              <a:gd name="connsiteY3" fmla="*/ 476063 h 476063"/>
              <a:gd name="connsiteX0" fmla="*/ 0 w 827088"/>
              <a:gd name="connsiteY0" fmla="*/ 476063 h 476063"/>
              <a:gd name="connsiteX1" fmla="*/ 0 w 827088"/>
              <a:gd name="connsiteY1" fmla="*/ 0 h 476063"/>
              <a:gd name="connsiteX2" fmla="*/ 827088 w 827088"/>
              <a:gd name="connsiteY2" fmla="*/ 0 h 476063"/>
              <a:gd name="connsiteX0" fmla="*/ 0 w 827088"/>
              <a:gd name="connsiteY0" fmla="*/ 0 h 0"/>
              <a:gd name="connsiteX1" fmla="*/ 827088 w 827088"/>
              <a:gd name="connsiteY1" fmla="*/ 0 h 0"/>
            </a:gdLst>
            <a:ahLst/>
            <a:cxnLst>
              <a:cxn ang="0">
                <a:pos x="connsiteX0" y="connsiteY0"/>
              </a:cxn>
              <a:cxn ang="0">
                <a:pos x="connsiteX1" y="connsiteY1"/>
              </a:cxn>
            </a:cxnLst>
            <a:rect l="l" t="t" r="r" b="b"/>
            <a:pathLst>
              <a:path w="827088">
                <a:moveTo>
                  <a:pt x="0" y="0"/>
                </a:moveTo>
                <a:lnTo>
                  <a:pt x="827088" y="0"/>
                </a:lnTo>
              </a:path>
            </a:pathLst>
          </a:custGeom>
          <a:ln>
            <a:solidFill>
              <a:schemeClr val="tx1"/>
            </a:solidFill>
          </a:ln>
        </p:spPr>
        <p:txBody>
          <a:bodyPr wrap="square" anchor="ctr" anchorCtr="0">
            <a:noAutofit/>
          </a:bodyPr>
          <a:lstStyle>
            <a:lvl1pPr>
              <a:defRPr sz="400" b="0" i="0">
                <a:latin typeface="+mn-lt"/>
              </a:defRPr>
            </a:lvl1pPr>
          </a:lstStyle>
          <a:p>
            <a:r>
              <a:rPr lang="en-GB" dirty="0"/>
              <a:t> </a:t>
            </a:r>
          </a:p>
        </p:txBody>
      </p:sp>
      <p:sp>
        <p:nvSpPr>
          <p:cNvPr id="174" name="Text Placeholder 5">
            <a:extLst>
              <a:ext uri="{FF2B5EF4-FFF2-40B4-BE49-F238E27FC236}">
                <a16:creationId xmlns:a16="http://schemas.microsoft.com/office/drawing/2014/main" id="{B4AD80BA-61F2-11A3-5213-31194E78CF82}"/>
              </a:ext>
            </a:extLst>
          </p:cNvPr>
          <p:cNvSpPr>
            <a:spLocks noGrp="1"/>
          </p:cNvSpPr>
          <p:nvPr>
            <p:ph type="body" sz="quarter" idx="22" hasCustomPrompt="1"/>
          </p:nvPr>
        </p:nvSpPr>
        <p:spPr>
          <a:xfrm>
            <a:off x="3225800" y="1941177"/>
            <a:ext cx="1273176" cy="228909"/>
          </a:xfrm>
        </p:spPr>
        <p:txBody>
          <a:bodyPr wrap="square" anchor="ctr" anchorCtr="0">
            <a:noAutofit/>
          </a:bodyPr>
          <a:lstStyle>
            <a:lvl1pPr marL="0" indent="0">
              <a:spcBef>
                <a:spcPts val="0"/>
              </a:spcBef>
              <a:spcAft>
                <a:spcPts val="0"/>
              </a:spcAft>
              <a:buFont typeface="+mj-lt"/>
              <a:buNone/>
              <a:tabLst/>
              <a:defRPr sz="1500" b="0" i="0">
                <a:latin typeface="+mn-lt"/>
              </a:defRPr>
            </a:lvl1pPr>
            <a:lvl2pPr>
              <a:defRPr sz="1500"/>
            </a:lvl2pPr>
            <a:lvl3pPr>
              <a:defRPr sz="1500"/>
            </a:lvl3pPr>
            <a:lvl4pPr>
              <a:defRPr sz="1500"/>
            </a:lvl4pPr>
            <a:lvl5pPr>
              <a:defRPr sz="1500"/>
            </a:lvl5pPr>
          </a:lstStyle>
          <a:p>
            <a:pPr lvl="0"/>
            <a:r>
              <a:rPr lang="en-GB"/>
              <a:t>00:00</a:t>
            </a:r>
          </a:p>
        </p:txBody>
      </p:sp>
      <p:sp>
        <p:nvSpPr>
          <p:cNvPr id="175" name="Text Placeholder 5">
            <a:extLst>
              <a:ext uri="{FF2B5EF4-FFF2-40B4-BE49-F238E27FC236}">
                <a16:creationId xmlns:a16="http://schemas.microsoft.com/office/drawing/2014/main" id="{27C0D85E-74CB-0D5E-89E5-5D22045B8749}"/>
              </a:ext>
            </a:extLst>
          </p:cNvPr>
          <p:cNvSpPr>
            <a:spLocks noGrp="1"/>
          </p:cNvSpPr>
          <p:nvPr>
            <p:ph type="body" sz="quarter" idx="23"/>
          </p:nvPr>
        </p:nvSpPr>
        <p:spPr>
          <a:xfrm>
            <a:off x="4644000" y="1941177"/>
            <a:ext cx="4317438" cy="228909"/>
          </a:xfrm>
        </p:spPr>
        <p:txBody>
          <a:bodyPr wrap="square" anchor="ctr" anchorCtr="0">
            <a:no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US"/>
              <a:t>Click to edit Master text styles</a:t>
            </a:r>
          </a:p>
        </p:txBody>
      </p:sp>
      <p:sp>
        <p:nvSpPr>
          <p:cNvPr id="176" name="Text Placeholder 5">
            <a:extLst>
              <a:ext uri="{FF2B5EF4-FFF2-40B4-BE49-F238E27FC236}">
                <a16:creationId xmlns:a16="http://schemas.microsoft.com/office/drawing/2014/main" id="{D3602011-9A32-BE74-D43E-233E4FC27356}"/>
              </a:ext>
            </a:extLst>
          </p:cNvPr>
          <p:cNvSpPr>
            <a:spLocks noGrp="1"/>
          </p:cNvSpPr>
          <p:nvPr>
            <p:ph type="body" sz="quarter" idx="24" hasCustomPrompt="1"/>
          </p:nvPr>
        </p:nvSpPr>
        <p:spPr>
          <a:xfrm>
            <a:off x="9106462" y="1941177"/>
            <a:ext cx="2794059" cy="228909"/>
          </a:xfrm>
        </p:spPr>
        <p:txBody>
          <a:bodyPr wrap="square" anchor="ctr" anchorCtr="0">
            <a:no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GB" dirty="0" err="1"/>
              <a:t>Firstname</a:t>
            </a:r>
            <a:r>
              <a:rPr lang="en-GB" dirty="0"/>
              <a:t> Surname</a:t>
            </a:r>
          </a:p>
        </p:txBody>
      </p:sp>
      <p:sp>
        <p:nvSpPr>
          <p:cNvPr id="177" name="Picture Placeholder 94">
            <a:extLst>
              <a:ext uri="{FF2B5EF4-FFF2-40B4-BE49-F238E27FC236}">
                <a16:creationId xmlns:a16="http://schemas.microsoft.com/office/drawing/2014/main" id="{269B4BB8-2420-C116-E384-4500FB15D7E4}"/>
              </a:ext>
            </a:extLst>
          </p:cNvPr>
          <p:cNvSpPr>
            <a:spLocks noGrp="1"/>
          </p:cNvSpPr>
          <p:nvPr>
            <p:ph type="pic" sz="quarter" idx="58" hasCustomPrompt="1"/>
          </p:nvPr>
        </p:nvSpPr>
        <p:spPr>
          <a:xfrm>
            <a:off x="3225799" y="2310552"/>
            <a:ext cx="8674099" cy="45719"/>
          </a:xfrm>
          <a:custGeom>
            <a:avLst/>
            <a:gdLst>
              <a:gd name="connsiteX0" fmla="*/ 0 w 827088"/>
              <a:gd name="connsiteY0" fmla="*/ 0 h 476063"/>
              <a:gd name="connsiteX1" fmla="*/ 827088 w 827088"/>
              <a:gd name="connsiteY1" fmla="*/ 0 h 476063"/>
              <a:gd name="connsiteX2" fmla="*/ 827088 w 827088"/>
              <a:gd name="connsiteY2" fmla="*/ 476063 h 476063"/>
              <a:gd name="connsiteX3" fmla="*/ 0 w 827088"/>
              <a:gd name="connsiteY3" fmla="*/ 476063 h 476063"/>
              <a:gd name="connsiteX0" fmla="*/ 0 w 827088"/>
              <a:gd name="connsiteY0" fmla="*/ 476063 h 567503"/>
              <a:gd name="connsiteX1" fmla="*/ 0 w 827088"/>
              <a:gd name="connsiteY1" fmla="*/ 0 h 567503"/>
              <a:gd name="connsiteX2" fmla="*/ 827088 w 827088"/>
              <a:gd name="connsiteY2" fmla="*/ 0 h 567503"/>
              <a:gd name="connsiteX3" fmla="*/ 827088 w 827088"/>
              <a:gd name="connsiteY3" fmla="*/ 476063 h 567503"/>
              <a:gd name="connsiteX4" fmla="*/ 91440 w 827088"/>
              <a:gd name="connsiteY4" fmla="*/ 567503 h 567503"/>
              <a:gd name="connsiteX0" fmla="*/ 0 w 827088"/>
              <a:gd name="connsiteY0" fmla="*/ 476063 h 476063"/>
              <a:gd name="connsiteX1" fmla="*/ 0 w 827088"/>
              <a:gd name="connsiteY1" fmla="*/ 0 h 476063"/>
              <a:gd name="connsiteX2" fmla="*/ 827088 w 827088"/>
              <a:gd name="connsiteY2" fmla="*/ 0 h 476063"/>
              <a:gd name="connsiteX3" fmla="*/ 827088 w 827088"/>
              <a:gd name="connsiteY3" fmla="*/ 476063 h 476063"/>
              <a:gd name="connsiteX0" fmla="*/ 0 w 827088"/>
              <a:gd name="connsiteY0" fmla="*/ 476063 h 476063"/>
              <a:gd name="connsiteX1" fmla="*/ 0 w 827088"/>
              <a:gd name="connsiteY1" fmla="*/ 0 h 476063"/>
              <a:gd name="connsiteX2" fmla="*/ 827088 w 827088"/>
              <a:gd name="connsiteY2" fmla="*/ 0 h 476063"/>
              <a:gd name="connsiteX0" fmla="*/ 0 w 827088"/>
              <a:gd name="connsiteY0" fmla="*/ 0 h 0"/>
              <a:gd name="connsiteX1" fmla="*/ 827088 w 827088"/>
              <a:gd name="connsiteY1" fmla="*/ 0 h 0"/>
            </a:gdLst>
            <a:ahLst/>
            <a:cxnLst>
              <a:cxn ang="0">
                <a:pos x="connsiteX0" y="connsiteY0"/>
              </a:cxn>
              <a:cxn ang="0">
                <a:pos x="connsiteX1" y="connsiteY1"/>
              </a:cxn>
            </a:cxnLst>
            <a:rect l="l" t="t" r="r" b="b"/>
            <a:pathLst>
              <a:path w="827088">
                <a:moveTo>
                  <a:pt x="0" y="0"/>
                </a:moveTo>
                <a:lnTo>
                  <a:pt x="827088" y="0"/>
                </a:lnTo>
              </a:path>
            </a:pathLst>
          </a:custGeom>
          <a:ln>
            <a:solidFill>
              <a:schemeClr val="tx1"/>
            </a:solidFill>
          </a:ln>
        </p:spPr>
        <p:txBody>
          <a:bodyPr wrap="square" anchor="ctr" anchorCtr="0">
            <a:noAutofit/>
          </a:bodyPr>
          <a:lstStyle>
            <a:lvl1pPr>
              <a:defRPr sz="400" b="0" i="0">
                <a:latin typeface="+mn-lt"/>
              </a:defRPr>
            </a:lvl1pPr>
          </a:lstStyle>
          <a:p>
            <a:r>
              <a:rPr lang="en-GB" dirty="0"/>
              <a:t> </a:t>
            </a:r>
          </a:p>
        </p:txBody>
      </p:sp>
      <p:sp>
        <p:nvSpPr>
          <p:cNvPr id="178" name="Text Placeholder 5">
            <a:extLst>
              <a:ext uri="{FF2B5EF4-FFF2-40B4-BE49-F238E27FC236}">
                <a16:creationId xmlns:a16="http://schemas.microsoft.com/office/drawing/2014/main" id="{A65D6C32-597E-A87D-B6BE-91881E645FE5}"/>
              </a:ext>
            </a:extLst>
          </p:cNvPr>
          <p:cNvSpPr>
            <a:spLocks noGrp="1"/>
          </p:cNvSpPr>
          <p:nvPr>
            <p:ph type="body" sz="quarter" idx="25" hasCustomPrompt="1"/>
          </p:nvPr>
        </p:nvSpPr>
        <p:spPr>
          <a:xfrm>
            <a:off x="3225800" y="2510979"/>
            <a:ext cx="1273176" cy="228909"/>
          </a:xfrm>
        </p:spPr>
        <p:txBody>
          <a:bodyPr wrap="square" anchor="ctr" anchorCtr="0">
            <a:noAutofit/>
          </a:bodyPr>
          <a:lstStyle>
            <a:lvl1pPr marL="0" indent="0">
              <a:spcBef>
                <a:spcPts val="0"/>
              </a:spcBef>
              <a:spcAft>
                <a:spcPts val="0"/>
              </a:spcAft>
              <a:buFont typeface="+mj-lt"/>
              <a:buNone/>
              <a:tabLst/>
              <a:defRPr sz="1500" b="0" i="0">
                <a:latin typeface="+mn-lt"/>
              </a:defRPr>
            </a:lvl1pPr>
            <a:lvl2pPr>
              <a:defRPr sz="1500"/>
            </a:lvl2pPr>
            <a:lvl3pPr>
              <a:defRPr sz="1500"/>
            </a:lvl3pPr>
            <a:lvl4pPr>
              <a:defRPr sz="1500"/>
            </a:lvl4pPr>
            <a:lvl5pPr>
              <a:defRPr sz="1500"/>
            </a:lvl5pPr>
          </a:lstStyle>
          <a:p>
            <a:pPr lvl="0"/>
            <a:r>
              <a:rPr lang="en-GB"/>
              <a:t>00:00</a:t>
            </a:r>
          </a:p>
        </p:txBody>
      </p:sp>
      <p:sp>
        <p:nvSpPr>
          <p:cNvPr id="179" name="Text Placeholder 5">
            <a:extLst>
              <a:ext uri="{FF2B5EF4-FFF2-40B4-BE49-F238E27FC236}">
                <a16:creationId xmlns:a16="http://schemas.microsoft.com/office/drawing/2014/main" id="{4B1DF343-DFC7-F81B-915B-96E9335A5E49}"/>
              </a:ext>
            </a:extLst>
          </p:cNvPr>
          <p:cNvSpPr>
            <a:spLocks noGrp="1"/>
          </p:cNvSpPr>
          <p:nvPr>
            <p:ph type="body" sz="quarter" idx="26"/>
          </p:nvPr>
        </p:nvSpPr>
        <p:spPr>
          <a:xfrm>
            <a:off x="4644000" y="2510979"/>
            <a:ext cx="4317438" cy="228909"/>
          </a:xfrm>
        </p:spPr>
        <p:txBody>
          <a:bodyPr wrap="square" anchor="ctr" anchorCtr="0">
            <a:no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US"/>
              <a:t>Click to edit Master text styles</a:t>
            </a:r>
          </a:p>
        </p:txBody>
      </p:sp>
      <p:sp>
        <p:nvSpPr>
          <p:cNvPr id="180" name="Text Placeholder 5">
            <a:extLst>
              <a:ext uri="{FF2B5EF4-FFF2-40B4-BE49-F238E27FC236}">
                <a16:creationId xmlns:a16="http://schemas.microsoft.com/office/drawing/2014/main" id="{B101370D-BD23-0E59-00B2-1DF4D768EBDF}"/>
              </a:ext>
            </a:extLst>
          </p:cNvPr>
          <p:cNvSpPr>
            <a:spLocks noGrp="1"/>
          </p:cNvSpPr>
          <p:nvPr>
            <p:ph type="body" sz="quarter" idx="27" hasCustomPrompt="1"/>
          </p:nvPr>
        </p:nvSpPr>
        <p:spPr>
          <a:xfrm>
            <a:off x="9106462" y="2510979"/>
            <a:ext cx="2794059" cy="228909"/>
          </a:xfrm>
        </p:spPr>
        <p:txBody>
          <a:bodyPr wrap="square" anchor="ctr" anchorCtr="0">
            <a:no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GB" dirty="0" err="1"/>
              <a:t>Firstname</a:t>
            </a:r>
            <a:r>
              <a:rPr lang="en-GB" dirty="0"/>
              <a:t> Surname</a:t>
            </a:r>
          </a:p>
        </p:txBody>
      </p:sp>
      <p:sp>
        <p:nvSpPr>
          <p:cNvPr id="181" name="Picture Placeholder 95">
            <a:extLst>
              <a:ext uri="{FF2B5EF4-FFF2-40B4-BE49-F238E27FC236}">
                <a16:creationId xmlns:a16="http://schemas.microsoft.com/office/drawing/2014/main" id="{F4B3C050-4D54-40AC-903F-F698E83D054E}"/>
              </a:ext>
            </a:extLst>
          </p:cNvPr>
          <p:cNvSpPr>
            <a:spLocks noGrp="1"/>
          </p:cNvSpPr>
          <p:nvPr>
            <p:ph type="pic" sz="quarter" idx="59" hasCustomPrompt="1"/>
          </p:nvPr>
        </p:nvSpPr>
        <p:spPr>
          <a:xfrm>
            <a:off x="3225799" y="2887477"/>
            <a:ext cx="8674099" cy="45719"/>
          </a:xfrm>
          <a:custGeom>
            <a:avLst/>
            <a:gdLst>
              <a:gd name="connsiteX0" fmla="*/ 0 w 827088"/>
              <a:gd name="connsiteY0" fmla="*/ 0 h 476063"/>
              <a:gd name="connsiteX1" fmla="*/ 827088 w 827088"/>
              <a:gd name="connsiteY1" fmla="*/ 0 h 476063"/>
              <a:gd name="connsiteX2" fmla="*/ 827088 w 827088"/>
              <a:gd name="connsiteY2" fmla="*/ 476063 h 476063"/>
              <a:gd name="connsiteX3" fmla="*/ 0 w 827088"/>
              <a:gd name="connsiteY3" fmla="*/ 476063 h 476063"/>
              <a:gd name="connsiteX0" fmla="*/ 0 w 827088"/>
              <a:gd name="connsiteY0" fmla="*/ 476063 h 567503"/>
              <a:gd name="connsiteX1" fmla="*/ 0 w 827088"/>
              <a:gd name="connsiteY1" fmla="*/ 0 h 567503"/>
              <a:gd name="connsiteX2" fmla="*/ 827088 w 827088"/>
              <a:gd name="connsiteY2" fmla="*/ 0 h 567503"/>
              <a:gd name="connsiteX3" fmla="*/ 827088 w 827088"/>
              <a:gd name="connsiteY3" fmla="*/ 476063 h 567503"/>
              <a:gd name="connsiteX4" fmla="*/ 91440 w 827088"/>
              <a:gd name="connsiteY4" fmla="*/ 567503 h 567503"/>
              <a:gd name="connsiteX0" fmla="*/ 0 w 827088"/>
              <a:gd name="connsiteY0" fmla="*/ 476063 h 476063"/>
              <a:gd name="connsiteX1" fmla="*/ 0 w 827088"/>
              <a:gd name="connsiteY1" fmla="*/ 0 h 476063"/>
              <a:gd name="connsiteX2" fmla="*/ 827088 w 827088"/>
              <a:gd name="connsiteY2" fmla="*/ 0 h 476063"/>
              <a:gd name="connsiteX3" fmla="*/ 827088 w 827088"/>
              <a:gd name="connsiteY3" fmla="*/ 476063 h 476063"/>
              <a:gd name="connsiteX0" fmla="*/ 0 w 827088"/>
              <a:gd name="connsiteY0" fmla="*/ 476063 h 476063"/>
              <a:gd name="connsiteX1" fmla="*/ 0 w 827088"/>
              <a:gd name="connsiteY1" fmla="*/ 0 h 476063"/>
              <a:gd name="connsiteX2" fmla="*/ 827088 w 827088"/>
              <a:gd name="connsiteY2" fmla="*/ 0 h 476063"/>
              <a:gd name="connsiteX0" fmla="*/ 0 w 827088"/>
              <a:gd name="connsiteY0" fmla="*/ 0 h 0"/>
              <a:gd name="connsiteX1" fmla="*/ 827088 w 827088"/>
              <a:gd name="connsiteY1" fmla="*/ 0 h 0"/>
            </a:gdLst>
            <a:ahLst/>
            <a:cxnLst>
              <a:cxn ang="0">
                <a:pos x="connsiteX0" y="connsiteY0"/>
              </a:cxn>
              <a:cxn ang="0">
                <a:pos x="connsiteX1" y="connsiteY1"/>
              </a:cxn>
            </a:cxnLst>
            <a:rect l="l" t="t" r="r" b="b"/>
            <a:pathLst>
              <a:path w="827088">
                <a:moveTo>
                  <a:pt x="0" y="0"/>
                </a:moveTo>
                <a:lnTo>
                  <a:pt x="827088" y="0"/>
                </a:lnTo>
              </a:path>
            </a:pathLst>
          </a:custGeom>
          <a:ln>
            <a:solidFill>
              <a:schemeClr val="tx1"/>
            </a:solidFill>
          </a:ln>
        </p:spPr>
        <p:txBody>
          <a:bodyPr wrap="square" anchor="ctr" anchorCtr="0">
            <a:noAutofit/>
          </a:bodyPr>
          <a:lstStyle>
            <a:lvl1pPr>
              <a:defRPr sz="400" b="0" i="0">
                <a:latin typeface="+mn-lt"/>
              </a:defRPr>
            </a:lvl1pPr>
          </a:lstStyle>
          <a:p>
            <a:r>
              <a:rPr lang="en-GB" dirty="0"/>
              <a:t> </a:t>
            </a:r>
          </a:p>
        </p:txBody>
      </p:sp>
      <p:sp>
        <p:nvSpPr>
          <p:cNvPr id="182" name="Text Placeholder 5">
            <a:extLst>
              <a:ext uri="{FF2B5EF4-FFF2-40B4-BE49-F238E27FC236}">
                <a16:creationId xmlns:a16="http://schemas.microsoft.com/office/drawing/2014/main" id="{155ABD36-F107-FAC7-D94F-C71129D99E04}"/>
              </a:ext>
            </a:extLst>
          </p:cNvPr>
          <p:cNvSpPr>
            <a:spLocks noGrp="1"/>
          </p:cNvSpPr>
          <p:nvPr>
            <p:ph type="body" sz="quarter" idx="28" hasCustomPrompt="1"/>
          </p:nvPr>
        </p:nvSpPr>
        <p:spPr>
          <a:xfrm>
            <a:off x="3225800" y="3080781"/>
            <a:ext cx="1273176" cy="228909"/>
          </a:xfrm>
        </p:spPr>
        <p:txBody>
          <a:bodyPr wrap="square" anchor="ctr" anchorCtr="0">
            <a:noAutofit/>
          </a:bodyPr>
          <a:lstStyle>
            <a:lvl1pPr marL="0" indent="0">
              <a:spcBef>
                <a:spcPts val="0"/>
              </a:spcBef>
              <a:spcAft>
                <a:spcPts val="0"/>
              </a:spcAft>
              <a:buFont typeface="+mj-lt"/>
              <a:buNone/>
              <a:tabLst/>
              <a:defRPr sz="1500" b="0" i="0">
                <a:latin typeface="+mn-lt"/>
              </a:defRPr>
            </a:lvl1pPr>
            <a:lvl2pPr>
              <a:defRPr sz="1500"/>
            </a:lvl2pPr>
            <a:lvl3pPr>
              <a:defRPr sz="1500"/>
            </a:lvl3pPr>
            <a:lvl4pPr>
              <a:defRPr sz="1500"/>
            </a:lvl4pPr>
            <a:lvl5pPr>
              <a:defRPr sz="1500"/>
            </a:lvl5pPr>
          </a:lstStyle>
          <a:p>
            <a:pPr lvl="0"/>
            <a:r>
              <a:rPr lang="en-GB"/>
              <a:t>00:00</a:t>
            </a:r>
          </a:p>
        </p:txBody>
      </p:sp>
      <p:sp>
        <p:nvSpPr>
          <p:cNvPr id="183" name="Text Placeholder 5">
            <a:extLst>
              <a:ext uri="{FF2B5EF4-FFF2-40B4-BE49-F238E27FC236}">
                <a16:creationId xmlns:a16="http://schemas.microsoft.com/office/drawing/2014/main" id="{0A1512C3-4983-E876-9159-16E3626DF5B5}"/>
              </a:ext>
            </a:extLst>
          </p:cNvPr>
          <p:cNvSpPr>
            <a:spLocks noGrp="1"/>
          </p:cNvSpPr>
          <p:nvPr>
            <p:ph type="body" sz="quarter" idx="29"/>
          </p:nvPr>
        </p:nvSpPr>
        <p:spPr>
          <a:xfrm>
            <a:off x="4644000" y="3080781"/>
            <a:ext cx="4317438" cy="228909"/>
          </a:xfrm>
        </p:spPr>
        <p:txBody>
          <a:bodyPr wrap="square" anchor="ctr" anchorCtr="0">
            <a:no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US"/>
              <a:t>Click to edit Master text styles</a:t>
            </a:r>
          </a:p>
        </p:txBody>
      </p:sp>
      <p:sp>
        <p:nvSpPr>
          <p:cNvPr id="184" name="Text Placeholder 5">
            <a:extLst>
              <a:ext uri="{FF2B5EF4-FFF2-40B4-BE49-F238E27FC236}">
                <a16:creationId xmlns:a16="http://schemas.microsoft.com/office/drawing/2014/main" id="{F7879AFD-9EB9-2FB8-189D-455DEDB6131F}"/>
              </a:ext>
            </a:extLst>
          </p:cNvPr>
          <p:cNvSpPr>
            <a:spLocks noGrp="1"/>
          </p:cNvSpPr>
          <p:nvPr>
            <p:ph type="body" sz="quarter" idx="30" hasCustomPrompt="1"/>
          </p:nvPr>
        </p:nvSpPr>
        <p:spPr>
          <a:xfrm>
            <a:off x="9106462" y="3080781"/>
            <a:ext cx="2794059" cy="228909"/>
          </a:xfrm>
        </p:spPr>
        <p:txBody>
          <a:bodyPr wrap="square" anchor="ctr" anchorCtr="0">
            <a:no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GB" dirty="0" err="1"/>
              <a:t>Firstname</a:t>
            </a:r>
            <a:r>
              <a:rPr lang="en-GB" dirty="0"/>
              <a:t> Surname</a:t>
            </a:r>
          </a:p>
        </p:txBody>
      </p:sp>
      <p:sp>
        <p:nvSpPr>
          <p:cNvPr id="185" name="Picture Placeholder 96">
            <a:extLst>
              <a:ext uri="{FF2B5EF4-FFF2-40B4-BE49-F238E27FC236}">
                <a16:creationId xmlns:a16="http://schemas.microsoft.com/office/drawing/2014/main" id="{35FA00DC-0DE0-96B1-C7B7-F45DB8335CDB}"/>
              </a:ext>
            </a:extLst>
          </p:cNvPr>
          <p:cNvSpPr>
            <a:spLocks noGrp="1"/>
          </p:cNvSpPr>
          <p:nvPr>
            <p:ph type="pic" sz="quarter" idx="60" hasCustomPrompt="1"/>
          </p:nvPr>
        </p:nvSpPr>
        <p:spPr>
          <a:xfrm>
            <a:off x="3225799" y="3464402"/>
            <a:ext cx="8674099" cy="45719"/>
          </a:xfrm>
          <a:custGeom>
            <a:avLst/>
            <a:gdLst>
              <a:gd name="connsiteX0" fmla="*/ 0 w 827088"/>
              <a:gd name="connsiteY0" fmla="*/ 0 h 476063"/>
              <a:gd name="connsiteX1" fmla="*/ 827088 w 827088"/>
              <a:gd name="connsiteY1" fmla="*/ 0 h 476063"/>
              <a:gd name="connsiteX2" fmla="*/ 827088 w 827088"/>
              <a:gd name="connsiteY2" fmla="*/ 476063 h 476063"/>
              <a:gd name="connsiteX3" fmla="*/ 0 w 827088"/>
              <a:gd name="connsiteY3" fmla="*/ 476063 h 476063"/>
              <a:gd name="connsiteX0" fmla="*/ 0 w 827088"/>
              <a:gd name="connsiteY0" fmla="*/ 476063 h 567503"/>
              <a:gd name="connsiteX1" fmla="*/ 0 w 827088"/>
              <a:gd name="connsiteY1" fmla="*/ 0 h 567503"/>
              <a:gd name="connsiteX2" fmla="*/ 827088 w 827088"/>
              <a:gd name="connsiteY2" fmla="*/ 0 h 567503"/>
              <a:gd name="connsiteX3" fmla="*/ 827088 w 827088"/>
              <a:gd name="connsiteY3" fmla="*/ 476063 h 567503"/>
              <a:gd name="connsiteX4" fmla="*/ 91440 w 827088"/>
              <a:gd name="connsiteY4" fmla="*/ 567503 h 567503"/>
              <a:gd name="connsiteX0" fmla="*/ 0 w 827088"/>
              <a:gd name="connsiteY0" fmla="*/ 476063 h 476063"/>
              <a:gd name="connsiteX1" fmla="*/ 0 w 827088"/>
              <a:gd name="connsiteY1" fmla="*/ 0 h 476063"/>
              <a:gd name="connsiteX2" fmla="*/ 827088 w 827088"/>
              <a:gd name="connsiteY2" fmla="*/ 0 h 476063"/>
              <a:gd name="connsiteX3" fmla="*/ 827088 w 827088"/>
              <a:gd name="connsiteY3" fmla="*/ 476063 h 476063"/>
              <a:gd name="connsiteX0" fmla="*/ 0 w 827088"/>
              <a:gd name="connsiteY0" fmla="*/ 476063 h 476063"/>
              <a:gd name="connsiteX1" fmla="*/ 0 w 827088"/>
              <a:gd name="connsiteY1" fmla="*/ 0 h 476063"/>
              <a:gd name="connsiteX2" fmla="*/ 827088 w 827088"/>
              <a:gd name="connsiteY2" fmla="*/ 0 h 476063"/>
              <a:gd name="connsiteX0" fmla="*/ 0 w 827088"/>
              <a:gd name="connsiteY0" fmla="*/ 0 h 0"/>
              <a:gd name="connsiteX1" fmla="*/ 827088 w 827088"/>
              <a:gd name="connsiteY1" fmla="*/ 0 h 0"/>
            </a:gdLst>
            <a:ahLst/>
            <a:cxnLst>
              <a:cxn ang="0">
                <a:pos x="connsiteX0" y="connsiteY0"/>
              </a:cxn>
              <a:cxn ang="0">
                <a:pos x="connsiteX1" y="connsiteY1"/>
              </a:cxn>
            </a:cxnLst>
            <a:rect l="l" t="t" r="r" b="b"/>
            <a:pathLst>
              <a:path w="827088">
                <a:moveTo>
                  <a:pt x="0" y="0"/>
                </a:moveTo>
                <a:lnTo>
                  <a:pt x="827088" y="0"/>
                </a:lnTo>
              </a:path>
            </a:pathLst>
          </a:custGeom>
          <a:ln>
            <a:solidFill>
              <a:schemeClr val="tx1"/>
            </a:solidFill>
          </a:ln>
        </p:spPr>
        <p:txBody>
          <a:bodyPr wrap="square" anchor="ctr" anchorCtr="0">
            <a:noAutofit/>
          </a:bodyPr>
          <a:lstStyle>
            <a:lvl1pPr>
              <a:defRPr sz="400" b="0" i="0">
                <a:latin typeface="+mn-lt"/>
              </a:defRPr>
            </a:lvl1pPr>
          </a:lstStyle>
          <a:p>
            <a:r>
              <a:rPr lang="en-GB" dirty="0"/>
              <a:t> </a:t>
            </a:r>
          </a:p>
        </p:txBody>
      </p:sp>
      <p:sp>
        <p:nvSpPr>
          <p:cNvPr id="186" name="Text Placeholder 5">
            <a:extLst>
              <a:ext uri="{FF2B5EF4-FFF2-40B4-BE49-F238E27FC236}">
                <a16:creationId xmlns:a16="http://schemas.microsoft.com/office/drawing/2014/main" id="{BE4AFC06-39CD-C8B1-3AE0-5EC6BA91A93A}"/>
              </a:ext>
            </a:extLst>
          </p:cNvPr>
          <p:cNvSpPr>
            <a:spLocks noGrp="1"/>
          </p:cNvSpPr>
          <p:nvPr>
            <p:ph type="body" sz="quarter" idx="31" hasCustomPrompt="1"/>
          </p:nvPr>
        </p:nvSpPr>
        <p:spPr>
          <a:xfrm>
            <a:off x="3225800" y="3650583"/>
            <a:ext cx="1273176" cy="228909"/>
          </a:xfrm>
        </p:spPr>
        <p:txBody>
          <a:bodyPr wrap="square" anchor="ctr" anchorCtr="0">
            <a:noAutofit/>
          </a:bodyPr>
          <a:lstStyle>
            <a:lvl1pPr marL="0" indent="0">
              <a:spcBef>
                <a:spcPts val="0"/>
              </a:spcBef>
              <a:spcAft>
                <a:spcPts val="0"/>
              </a:spcAft>
              <a:buFont typeface="+mj-lt"/>
              <a:buNone/>
              <a:tabLst/>
              <a:defRPr sz="1500" b="0" i="0">
                <a:latin typeface="+mn-lt"/>
              </a:defRPr>
            </a:lvl1pPr>
            <a:lvl2pPr>
              <a:defRPr sz="1500"/>
            </a:lvl2pPr>
            <a:lvl3pPr>
              <a:defRPr sz="1500"/>
            </a:lvl3pPr>
            <a:lvl4pPr>
              <a:defRPr sz="1500"/>
            </a:lvl4pPr>
            <a:lvl5pPr>
              <a:defRPr sz="1500"/>
            </a:lvl5pPr>
          </a:lstStyle>
          <a:p>
            <a:pPr lvl="0"/>
            <a:r>
              <a:rPr lang="en-GB"/>
              <a:t>00:00</a:t>
            </a:r>
          </a:p>
        </p:txBody>
      </p:sp>
      <p:sp>
        <p:nvSpPr>
          <p:cNvPr id="187" name="Text Placeholder 5">
            <a:extLst>
              <a:ext uri="{FF2B5EF4-FFF2-40B4-BE49-F238E27FC236}">
                <a16:creationId xmlns:a16="http://schemas.microsoft.com/office/drawing/2014/main" id="{626B338C-7172-C0D7-9039-86A9DE0F1FA0}"/>
              </a:ext>
            </a:extLst>
          </p:cNvPr>
          <p:cNvSpPr>
            <a:spLocks noGrp="1"/>
          </p:cNvSpPr>
          <p:nvPr>
            <p:ph type="body" sz="quarter" idx="32"/>
          </p:nvPr>
        </p:nvSpPr>
        <p:spPr>
          <a:xfrm>
            <a:off x="4644000" y="3650583"/>
            <a:ext cx="4317438" cy="228909"/>
          </a:xfrm>
        </p:spPr>
        <p:txBody>
          <a:bodyPr wrap="square" anchor="ctr" anchorCtr="0">
            <a:no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US"/>
              <a:t>Click to edit Master text styles</a:t>
            </a:r>
          </a:p>
        </p:txBody>
      </p:sp>
      <p:sp>
        <p:nvSpPr>
          <p:cNvPr id="188" name="Text Placeholder 5">
            <a:extLst>
              <a:ext uri="{FF2B5EF4-FFF2-40B4-BE49-F238E27FC236}">
                <a16:creationId xmlns:a16="http://schemas.microsoft.com/office/drawing/2014/main" id="{F53E4D8E-1408-3646-C31B-01AB5D69F9EE}"/>
              </a:ext>
            </a:extLst>
          </p:cNvPr>
          <p:cNvSpPr>
            <a:spLocks noGrp="1"/>
          </p:cNvSpPr>
          <p:nvPr>
            <p:ph type="body" sz="quarter" idx="33" hasCustomPrompt="1"/>
          </p:nvPr>
        </p:nvSpPr>
        <p:spPr>
          <a:xfrm>
            <a:off x="9106462" y="3650583"/>
            <a:ext cx="2794059" cy="228909"/>
          </a:xfrm>
        </p:spPr>
        <p:txBody>
          <a:bodyPr wrap="square" anchor="ctr" anchorCtr="0">
            <a:no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GB" dirty="0" err="1"/>
              <a:t>Firstname</a:t>
            </a:r>
            <a:r>
              <a:rPr lang="en-GB" dirty="0"/>
              <a:t> Surname</a:t>
            </a:r>
          </a:p>
        </p:txBody>
      </p:sp>
      <p:sp>
        <p:nvSpPr>
          <p:cNvPr id="189" name="Picture Placeholder 97">
            <a:extLst>
              <a:ext uri="{FF2B5EF4-FFF2-40B4-BE49-F238E27FC236}">
                <a16:creationId xmlns:a16="http://schemas.microsoft.com/office/drawing/2014/main" id="{E48216AF-0F70-8F6D-3261-AB2C4BA6E6DD}"/>
              </a:ext>
            </a:extLst>
          </p:cNvPr>
          <p:cNvSpPr>
            <a:spLocks noGrp="1"/>
          </p:cNvSpPr>
          <p:nvPr>
            <p:ph type="pic" sz="quarter" idx="61" hasCustomPrompt="1"/>
          </p:nvPr>
        </p:nvSpPr>
        <p:spPr>
          <a:xfrm>
            <a:off x="3225799" y="4041327"/>
            <a:ext cx="8674099" cy="45719"/>
          </a:xfrm>
          <a:custGeom>
            <a:avLst/>
            <a:gdLst>
              <a:gd name="connsiteX0" fmla="*/ 0 w 827088"/>
              <a:gd name="connsiteY0" fmla="*/ 0 h 476063"/>
              <a:gd name="connsiteX1" fmla="*/ 827088 w 827088"/>
              <a:gd name="connsiteY1" fmla="*/ 0 h 476063"/>
              <a:gd name="connsiteX2" fmla="*/ 827088 w 827088"/>
              <a:gd name="connsiteY2" fmla="*/ 476063 h 476063"/>
              <a:gd name="connsiteX3" fmla="*/ 0 w 827088"/>
              <a:gd name="connsiteY3" fmla="*/ 476063 h 476063"/>
              <a:gd name="connsiteX0" fmla="*/ 0 w 827088"/>
              <a:gd name="connsiteY0" fmla="*/ 476063 h 567503"/>
              <a:gd name="connsiteX1" fmla="*/ 0 w 827088"/>
              <a:gd name="connsiteY1" fmla="*/ 0 h 567503"/>
              <a:gd name="connsiteX2" fmla="*/ 827088 w 827088"/>
              <a:gd name="connsiteY2" fmla="*/ 0 h 567503"/>
              <a:gd name="connsiteX3" fmla="*/ 827088 w 827088"/>
              <a:gd name="connsiteY3" fmla="*/ 476063 h 567503"/>
              <a:gd name="connsiteX4" fmla="*/ 91440 w 827088"/>
              <a:gd name="connsiteY4" fmla="*/ 567503 h 567503"/>
              <a:gd name="connsiteX0" fmla="*/ 0 w 827088"/>
              <a:gd name="connsiteY0" fmla="*/ 476063 h 476063"/>
              <a:gd name="connsiteX1" fmla="*/ 0 w 827088"/>
              <a:gd name="connsiteY1" fmla="*/ 0 h 476063"/>
              <a:gd name="connsiteX2" fmla="*/ 827088 w 827088"/>
              <a:gd name="connsiteY2" fmla="*/ 0 h 476063"/>
              <a:gd name="connsiteX3" fmla="*/ 827088 w 827088"/>
              <a:gd name="connsiteY3" fmla="*/ 476063 h 476063"/>
              <a:gd name="connsiteX0" fmla="*/ 0 w 827088"/>
              <a:gd name="connsiteY0" fmla="*/ 476063 h 476063"/>
              <a:gd name="connsiteX1" fmla="*/ 0 w 827088"/>
              <a:gd name="connsiteY1" fmla="*/ 0 h 476063"/>
              <a:gd name="connsiteX2" fmla="*/ 827088 w 827088"/>
              <a:gd name="connsiteY2" fmla="*/ 0 h 476063"/>
              <a:gd name="connsiteX0" fmla="*/ 0 w 827088"/>
              <a:gd name="connsiteY0" fmla="*/ 0 h 0"/>
              <a:gd name="connsiteX1" fmla="*/ 827088 w 827088"/>
              <a:gd name="connsiteY1" fmla="*/ 0 h 0"/>
            </a:gdLst>
            <a:ahLst/>
            <a:cxnLst>
              <a:cxn ang="0">
                <a:pos x="connsiteX0" y="connsiteY0"/>
              </a:cxn>
              <a:cxn ang="0">
                <a:pos x="connsiteX1" y="connsiteY1"/>
              </a:cxn>
            </a:cxnLst>
            <a:rect l="l" t="t" r="r" b="b"/>
            <a:pathLst>
              <a:path w="827088">
                <a:moveTo>
                  <a:pt x="0" y="0"/>
                </a:moveTo>
                <a:lnTo>
                  <a:pt x="827088" y="0"/>
                </a:lnTo>
              </a:path>
            </a:pathLst>
          </a:custGeom>
          <a:ln>
            <a:solidFill>
              <a:schemeClr val="tx1"/>
            </a:solidFill>
          </a:ln>
        </p:spPr>
        <p:txBody>
          <a:bodyPr wrap="square" anchor="ctr" anchorCtr="0">
            <a:noAutofit/>
          </a:bodyPr>
          <a:lstStyle>
            <a:lvl1pPr>
              <a:defRPr sz="400" b="0" i="0">
                <a:latin typeface="+mn-lt"/>
              </a:defRPr>
            </a:lvl1pPr>
          </a:lstStyle>
          <a:p>
            <a:r>
              <a:rPr lang="en-GB" dirty="0"/>
              <a:t> </a:t>
            </a:r>
          </a:p>
        </p:txBody>
      </p:sp>
      <p:sp>
        <p:nvSpPr>
          <p:cNvPr id="190" name="Text Placeholder 5">
            <a:extLst>
              <a:ext uri="{FF2B5EF4-FFF2-40B4-BE49-F238E27FC236}">
                <a16:creationId xmlns:a16="http://schemas.microsoft.com/office/drawing/2014/main" id="{ACC59BB8-BBFA-7099-D2F9-58BFCAF10734}"/>
              </a:ext>
            </a:extLst>
          </p:cNvPr>
          <p:cNvSpPr>
            <a:spLocks noGrp="1"/>
          </p:cNvSpPr>
          <p:nvPr>
            <p:ph type="body" sz="quarter" idx="34" hasCustomPrompt="1"/>
          </p:nvPr>
        </p:nvSpPr>
        <p:spPr>
          <a:xfrm>
            <a:off x="3225800" y="4220385"/>
            <a:ext cx="1273176" cy="228909"/>
          </a:xfrm>
        </p:spPr>
        <p:txBody>
          <a:bodyPr wrap="square" anchor="ctr" anchorCtr="0">
            <a:noAutofit/>
          </a:bodyPr>
          <a:lstStyle>
            <a:lvl1pPr marL="0" indent="0">
              <a:spcBef>
                <a:spcPts val="0"/>
              </a:spcBef>
              <a:spcAft>
                <a:spcPts val="0"/>
              </a:spcAft>
              <a:buFont typeface="+mj-lt"/>
              <a:buNone/>
              <a:tabLst/>
              <a:defRPr sz="1500" b="0" i="0">
                <a:latin typeface="+mn-lt"/>
              </a:defRPr>
            </a:lvl1pPr>
            <a:lvl2pPr>
              <a:defRPr sz="1500"/>
            </a:lvl2pPr>
            <a:lvl3pPr>
              <a:defRPr sz="1500"/>
            </a:lvl3pPr>
            <a:lvl4pPr>
              <a:defRPr sz="1500"/>
            </a:lvl4pPr>
            <a:lvl5pPr>
              <a:defRPr sz="1500"/>
            </a:lvl5pPr>
          </a:lstStyle>
          <a:p>
            <a:pPr lvl="0"/>
            <a:r>
              <a:rPr lang="en-GB" dirty="0"/>
              <a:t>00:00</a:t>
            </a:r>
          </a:p>
        </p:txBody>
      </p:sp>
      <p:sp>
        <p:nvSpPr>
          <p:cNvPr id="191" name="Text Placeholder 5">
            <a:extLst>
              <a:ext uri="{FF2B5EF4-FFF2-40B4-BE49-F238E27FC236}">
                <a16:creationId xmlns:a16="http://schemas.microsoft.com/office/drawing/2014/main" id="{CACBCBB1-0D34-45F6-E211-B0C865D3FF9F}"/>
              </a:ext>
            </a:extLst>
          </p:cNvPr>
          <p:cNvSpPr>
            <a:spLocks noGrp="1"/>
          </p:cNvSpPr>
          <p:nvPr>
            <p:ph type="body" sz="quarter" idx="35"/>
          </p:nvPr>
        </p:nvSpPr>
        <p:spPr>
          <a:xfrm>
            <a:off x="4644000" y="4220385"/>
            <a:ext cx="4317438" cy="228909"/>
          </a:xfrm>
        </p:spPr>
        <p:txBody>
          <a:bodyPr wrap="square" anchor="ctr" anchorCtr="0">
            <a:no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US"/>
              <a:t>Click to edit Master text styles</a:t>
            </a:r>
          </a:p>
        </p:txBody>
      </p:sp>
      <p:sp>
        <p:nvSpPr>
          <p:cNvPr id="192" name="Text Placeholder 5">
            <a:extLst>
              <a:ext uri="{FF2B5EF4-FFF2-40B4-BE49-F238E27FC236}">
                <a16:creationId xmlns:a16="http://schemas.microsoft.com/office/drawing/2014/main" id="{AA85DA3F-ECA7-C004-3370-0301B640466D}"/>
              </a:ext>
            </a:extLst>
          </p:cNvPr>
          <p:cNvSpPr>
            <a:spLocks noGrp="1"/>
          </p:cNvSpPr>
          <p:nvPr>
            <p:ph type="body" sz="quarter" idx="36" hasCustomPrompt="1"/>
          </p:nvPr>
        </p:nvSpPr>
        <p:spPr>
          <a:xfrm>
            <a:off x="9106462" y="4220385"/>
            <a:ext cx="2794059" cy="228909"/>
          </a:xfrm>
        </p:spPr>
        <p:txBody>
          <a:bodyPr wrap="square" anchor="ctr" anchorCtr="0">
            <a:no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GB" dirty="0" err="1"/>
              <a:t>Firstname</a:t>
            </a:r>
            <a:r>
              <a:rPr lang="en-GB" dirty="0"/>
              <a:t> Surname</a:t>
            </a:r>
          </a:p>
        </p:txBody>
      </p:sp>
      <p:sp>
        <p:nvSpPr>
          <p:cNvPr id="193" name="Picture Placeholder 98">
            <a:extLst>
              <a:ext uri="{FF2B5EF4-FFF2-40B4-BE49-F238E27FC236}">
                <a16:creationId xmlns:a16="http://schemas.microsoft.com/office/drawing/2014/main" id="{6E85E349-99D2-61C9-CD7D-58A15220FF0A}"/>
              </a:ext>
            </a:extLst>
          </p:cNvPr>
          <p:cNvSpPr>
            <a:spLocks noGrp="1"/>
          </p:cNvSpPr>
          <p:nvPr>
            <p:ph type="pic" sz="quarter" idx="62" hasCustomPrompt="1"/>
          </p:nvPr>
        </p:nvSpPr>
        <p:spPr>
          <a:xfrm>
            <a:off x="3225799" y="4618252"/>
            <a:ext cx="8674099" cy="45719"/>
          </a:xfrm>
          <a:custGeom>
            <a:avLst/>
            <a:gdLst>
              <a:gd name="connsiteX0" fmla="*/ 0 w 827088"/>
              <a:gd name="connsiteY0" fmla="*/ 0 h 476063"/>
              <a:gd name="connsiteX1" fmla="*/ 827088 w 827088"/>
              <a:gd name="connsiteY1" fmla="*/ 0 h 476063"/>
              <a:gd name="connsiteX2" fmla="*/ 827088 w 827088"/>
              <a:gd name="connsiteY2" fmla="*/ 476063 h 476063"/>
              <a:gd name="connsiteX3" fmla="*/ 0 w 827088"/>
              <a:gd name="connsiteY3" fmla="*/ 476063 h 476063"/>
              <a:gd name="connsiteX0" fmla="*/ 0 w 827088"/>
              <a:gd name="connsiteY0" fmla="*/ 476063 h 567503"/>
              <a:gd name="connsiteX1" fmla="*/ 0 w 827088"/>
              <a:gd name="connsiteY1" fmla="*/ 0 h 567503"/>
              <a:gd name="connsiteX2" fmla="*/ 827088 w 827088"/>
              <a:gd name="connsiteY2" fmla="*/ 0 h 567503"/>
              <a:gd name="connsiteX3" fmla="*/ 827088 w 827088"/>
              <a:gd name="connsiteY3" fmla="*/ 476063 h 567503"/>
              <a:gd name="connsiteX4" fmla="*/ 91440 w 827088"/>
              <a:gd name="connsiteY4" fmla="*/ 567503 h 567503"/>
              <a:gd name="connsiteX0" fmla="*/ 0 w 827088"/>
              <a:gd name="connsiteY0" fmla="*/ 476063 h 476063"/>
              <a:gd name="connsiteX1" fmla="*/ 0 w 827088"/>
              <a:gd name="connsiteY1" fmla="*/ 0 h 476063"/>
              <a:gd name="connsiteX2" fmla="*/ 827088 w 827088"/>
              <a:gd name="connsiteY2" fmla="*/ 0 h 476063"/>
              <a:gd name="connsiteX3" fmla="*/ 827088 w 827088"/>
              <a:gd name="connsiteY3" fmla="*/ 476063 h 476063"/>
              <a:gd name="connsiteX0" fmla="*/ 0 w 827088"/>
              <a:gd name="connsiteY0" fmla="*/ 476063 h 476063"/>
              <a:gd name="connsiteX1" fmla="*/ 0 w 827088"/>
              <a:gd name="connsiteY1" fmla="*/ 0 h 476063"/>
              <a:gd name="connsiteX2" fmla="*/ 827088 w 827088"/>
              <a:gd name="connsiteY2" fmla="*/ 0 h 476063"/>
              <a:gd name="connsiteX0" fmla="*/ 0 w 827088"/>
              <a:gd name="connsiteY0" fmla="*/ 0 h 0"/>
              <a:gd name="connsiteX1" fmla="*/ 827088 w 827088"/>
              <a:gd name="connsiteY1" fmla="*/ 0 h 0"/>
            </a:gdLst>
            <a:ahLst/>
            <a:cxnLst>
              <a:cxn ang="0">
                <a:pos x="connsiteX0" y="connsiteY0"/>
              </a:cxn>
              <a:cxn ang="0">
                <a:pos x="connsiteX1" y="connsiteY1"/>
              </a:cxn>
            </a:cxnLst>
            <a:rect l="l" t="t" r="r" b="b"/>
            <a:pathLst>
              <a:path w="827088">
                <a:moveTo>
                  <a:pt x="0" y="0"/>
                </a:moveTo>
                <a:lnTo>
                  <a:pt x="827088" y="0"/>
                </a:lnTo>
              </a:path>
            </a:pathLst>
          </a:custGeom>
          <a:ln>
            <a:solidFill>
              <a:schemeClr val="tx1"/>
            </a:solidFill>
          </a:ln>
        </p:spPr>
        <p:txBody>
          <a:bodyPr wrap="square" anchor="ctr" anchorCtr="0">
            <a:noAutofit/>
          </a:bodyPr>
          <a:lstStyle>
            <a:lvl1pPr>
              <a:defRPr sz="400" b="0" i="0">
                <a:latin typeface="+mn-lt"/>
              </a:defRPr>
            </a:lvl1pPr>
          </a:lstStyle>
          <a:p>
            <a:r>
              <a:rPr lang="en-GB" dirty="0"/>
              <a:t> </a:t>
            </a:r>
          </a:p>
        </p:txBody>
      </p:sp>
      <p:sp>
        <p:nvSpPr>
          <p:cNvPr id="194" name="Text Placeholder 5">
            <a:extLst>
              <a:ext uri="{FF2B5EF4-FFF2-40B4-BE49-F238E27FC236}">
                <a16:creationId xmlns:a16="http://schemas.microsoft.com/office/drawing/2014/main" id="{D00E7ED3-4AED-567D-4156-2F6D199ADA79}"/>
              </a:ext>
            </a:extLst>
          </p:cNvPr>
          <p:cNvSpPr>
            <a:spLocks noGrp="1"/>
          </p:cNvSpPr>
          <p:nvPr>
            <p:ph type="body" sz="quarter" idx="37" hasCustomPrompt="1"/>
          </p:nvPr>
        </p:nvSpPr>
        <p:spPr>
          <a:xfrm>
            <a:off x="3225800" y="4790187"/>
            <a:ext cx="1273176" cy="228909"/>
          </a:xfrm>
        </p:spPr>
        <p:txBody>
          <a:bodyPr wrap="square" anchor="ctr" anchorCtr="0">
            <a:noAutofit/>
          </a:bodyPr>
          <a:lstStyle>
            <a:lvl1pPr marL="0" indent="0">
              <a:spcBef>
                <a:spcPts val="0"/>
              </a:spcBef>
              <a:spcAft>
                <a:spcPts val="0"/>
              </a:spcAft>
              <a:buFont typeface="+mj-lt"/>
              <a:buNone/>
              <a:tabLst/>
              <a:defRPr sz="1500" b="0" i="0">
                <a:latin typeface="+mn-lt"/>
              </a:defRPr>
            </a:lvl1pPr>
            <a:lvl2pPr>
              <a:defRPr sz="1500"/>
            </a:lvl2pPr>
            <a:lvl3pPr>
              <a:defRPr sz="1500"/>
            </a:lvl3pPr>
            <a:lvl4pPr>
              <a:defRPr sz="1500"/>
            </a:lvl4pPr>
            <a:lvl5pPr>
              <a:defRPr sz="1500"/>
            </a:lvl5pPr>
          </a:lstStyle>
          <a:p>
            <a:pPr lvl="0"/>
            <a:r>
              <a:rPr lang="en-GB"/>
              <a:t>00:00</a:t>
            </a:r>
          </a:p>
        </p:txBody>
      </p:sp>
      <p:sp>
        <p:nvSpPr>
          <p:cNvPr id="195" name="Text Placeholder 5">
            <a:extLst>
              <a:ext uri="{FF2B5EF4-FFF2-40B4-BE49-F238E27FC236}">
                <a16:creationId xmlns:a16="http://schemas.microsoft.com/office/drawing/2014/main" id="{C8FC743C-8275-AD1C-7797-8C970CCC8D44}"/>
              </a:ext>
            </a:extLst>
          </p:cNvPr>
          <p:cNvSpPr>
            <a:spLocks noGrp="1"/>
          </p:cNvSpPr>
          <p:nvPr>
            <p:ph type="body" sz="quarter" idx="38"/>
          </p:nvPr>
        </p:nvSpPr>
        <p:spPr>
          <a:xfrm>
            <a:off x="4644000" y="4790187"/>
            <a:ext cx="4317438" cy="228909"/>
          </a:xfrm>
        </p:spPr>
        <p:txBody>
          <a:bodyPr wrap="square" anchor="ctr" anchorCtr="0">
            <a:no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US"/>
              <a:t>Click to edit Master text styles</a:t>
            </a:r>
          </a:p>
        </p:txBody>
      </p:sp>
      <p:sp>
        <p:nvSpPr>
          <p:cNvPr id="196" name="Text Placeholder 5">
            <a:extLst>
              <a:ext uri="{FF2B5EF4-FFF2-40B4-BE49-F238E27FC236}">
                <a16:creationId xmlns:a16="http://schemas.microsoft.com/office/drawing/2014/main" id="{AF7A0554-FA98-7604-80E6-32CB2E2929A8}"/>
              </a:ext>
            </a:extLst>
          </p:cNvPr>
          <p:cNvSpPr>
            <a:spLocks noGrp="1"/>
          </p:cNvSpPr>
          <p:nvPr>
            <p:ph type="body" sz="quarter" idx="39" hasCustomPrompt="1"/>
          </p:nvPr>
        </p:nvSpPr>
        <p:spPr>
          <a:xfrm>
            <a:off x="9106462" y="4790187"/>
            <a:ext cx="2794059" cy="228909"/>
          </a:xfrm>
        </p:spPr>
        <p:txBody>
          <a:bodyPr wrap="square" anchor="ctr" anchorCtr="0">
            <a:no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GB" dirty="0" err="1"/>
              <a:t>Firstname</a:t>
            </a:r>
            <a:r>
              <a:rPr lang="en-GB" dirty="0"/>
              <a:t> Surname</a:t>
            </a:r>
          </a:p>
        </p:txBody>
      </p:sp>
      <p:sp>
        <p:nvSpPr>
          <p:cNvPr id="201" name="Picture Placeholder 100">
            <a:extLst>
              <a:ext uri="{FF2B5EF4-FFF2-40B4-BE49-F238E27FC236}">
                <a16:creationId xmlns:a16="http://schemas.microsoft.com/office/drawing/2014/main" id="{9AA08646-E580-C6E2-B08A-A52294AA1302}"/>
              </a:ext>
            </a:extLst>
          </p:cNvPr>
          <p:cNvSpPr>
            <a:spLocks noGrp="1"/>
          </p:cNvSpPr>
          <p:nvPr>
            <p:ph type="pic" sz="quarter" idx="64" hasCustomPrompt="1"/>
          </p:nvPr>
        </p:nvSpPr>
        <p:spPr>
          <a:xfrm>
            <a:off x="3225799" y="5195175"/>
            <a:ext cx="8674099" cy="45719"/>
          </a:xfrm>
          <a:custGeom>
            <a:avLst/>
            <a:gdLst>
              <a:gd name="connsiteX0" fmla="*/ 0 w 827088"/>
              <a:gd name="connsiteY0" fmla="*/ 0 h 476063"/>
              <a:gd name="connsiteX1" fmla="*/ 827088 w 827088"/>
              <a:gd name="connsiteY1" fmla="*/ 0 h 476063"/>
              <a:gd name="connsiteX2" fmla="*/ 827088 w 827088"/>
              <a:gd name="connsiteY2" fmla="*/ 476063 h 476063"/>
              <a:gd name="connsiteX3" fmla="*/ 0 w 827088"/>
              <a:gd name="connsiteY3" fmla="*/ 476063 h 476063"/>
              <a:gd name="connsiteX0" fmla="*/ 0 w 827088"/>
              <a:gd name="connsiteY0" fmla="*/ 476063 h 567503"/>
              <a:gd name="connsiteX1" fmla="*/ 0 w 827088"/>
              <a:gd name="connsiteY1" fmla="*/ 0 h 567503"/>
              <a:gd name="connsiteX2" fmla="*/ 827088 w 827088"/>
              <a:gd name="connsiteY2" fmla="*/ 0 h 567503"/>
              <a:gd name="connsiteX3" fmla="*/ 827088 w 827088"/>
              <a:gd name="connsiteY3" fmla="*/ 476063 h 567503"/>
              <a:gd name="connsiteX4" fmla="*/ 91440 w 827088"/>
              <a:gd name="connsiteY4" fmla="*/ 567503 h 567503"/>
              <a:gd name="connsiteX0" fmla="*/ 0 w 827088"/>
              <a:gd name="connsiteY0" fmla="*/ 476063 h 476063"/>
              <a:gd name="connsiteX1" fmla="*/ 0 w 827088"/>
              <a:gd name="connsiteY1" fmla="*/ 0 h 476063"/>
              <a:gd name="connsiteX2" fmla="*/ 827088 w 827088"/>
              <a:gd name="connsiteY2" fmla="*/ 0 h 476063"/>
              <a:gd name="connsiteX3" fmla="*/ 827088 w 827088"/>
              <a:gd name="connsiteY3" fmla="*/ 476063 h 476063"/>
              <a:gd name="connsiteX0" fmla="*/ 0 w 827088"/>
              <a:gd name="connsiteY0" fmla="*/ 476063 h 476063"/>
              <a:gd name="connsiteX1" fmla="*/ 0 w 827088"/>
              <a:gd name="connsiteY1" fmla="*/ 0 h 476063"/>
              <a:gd name="connsiteX2" fmla="*/ 827088 w 827088"/>
              <a:gd name="connsiteY2" fmla="*/ 0 h 476063"/>
              <a:gd name="connsiteX0" fmla="*/ 0 w 827088"/>
              <a:gd name="connsiteY0" fmla="*/ 0 h 0"/>
              <a:gd name="connsiteX1" fmla="*/ 827088 w 827088"/>
              <a:gd name="connsiteY1" fmla="*/ 0 h 0"/>
            </a:gdLst>
            <a:ahLst/>
            <a:cxnLst>
              <a:cxn ang="0">
                <a:pos x="connsiteX0" y="connsiteY0"/>
              </a:cxn>
              <a:cxn ang="0">
                <a:pos x="connsiteX1" y="connsiteY1"/>
              </a:cxn>
            </a:cxnLst>
            <a:rect l="l" t="t" r="r" b="b"/>
            <a:pathLst>
              <a:path w="827088">
                <a:moveTo>
                  <a:pt x="0" y="0"/>
                </a:moveTo>
                <a:lnTo>
                  <a:pt x="827088" y="0"/>
                </a:lnTo>
              </a:path>
            </a:pathLst>
          </a:custGeom>
          <a:ln>
            <a:solidFill>
              <a:schemeClr val="tx1"/>
            </a:solidFill>
          </a:ln>
        </p:spPr>
        <p:txBody>
          <a:bodyPr wrap="square" anchor="ctr" anchorCtr="0">
            <a:noAutofit/>
          </a:bodyPr>
          <a:lstStyle>
            <a:lvl1pPr>
              <a:defRPr sz="400" b="0" i="0">
                <a:latin typeface="+mn-lt"/>
              </a:defRPr>
            </a:lvl1pPr>
          </a:lstStyle>
          <a:p>
            <a:r>
              <a:rPr lang="en-GB" dirty="0"/>
              <a:t> </a:t>
            </a:r>
          </a:p>
        </p:txBody>
      </p:sp>
      <p:sp>
        <p:nvSpPr>
          <p:cNvPr id="214" name="Text Placeholder 5">
            <a:extLst>
              <a:ext uri="{FF2B5EF4-FFF2-40B4-BE49-F238E27FC236}">
                <a16:creationId xmlns:a16="http://schemas.microsoft.com/office/drawing/2014/main" id="{C07B97CB-6CF8-744C-72E9-403869FF62FA}"/>
              </a:ext>
            </a:extLst>
          </p:cNvPr>
          <p:cNvSpPr>
            <a:spLocks noGrp="1"/>
          </p:cNvSpPr>
          <p:nvPr>
            <p:ph type="body" sz="quarter" idx="52" hasCustomPrompt="1"/>
          </p:nvPr>
        </p:nvSpPr>
        <p:spPr>
          <a:xfrm>
            <a:off x="3225800" y="5359989"/>
            <a:ext cx="1273176" cy="228909"/>
          </a:xfrm>
        </p:spPr>
        <p:txBody>
          <a:bodyPr wrap="square" anchor="ctr" anchorCtr="0">
            <a:noAutofit/>
          </a:bodyPr>
          <a:lstStyle>
            <a:lvl1pPr marL="0" indent="0">
              <a:spcBef>
                <a:spcPts val="0"/>
              </a:spcBef>
              <a:spcAft>
                <a:spcPts val="0"/>
              </a:spcAft>
              <a:buFont typeface="+mj-lt"/>
              <a:buNone/>
              <a:tabLst/>
              <a:defRPr sz="1500" b="0" i="0">
                <a:latin typeface="+mn-lt"/>
              </a:defRPr>
            </a:lvl1pPr>
            <a:lvl2pPr>
              <a:defRPr sz="1500"/>
            </a:lvl2pPr>
            <a:lvl3pPr>
              <a:defRPr sz="1500"/>
            </a:lvl3pPr>
            <a:lvl4pPr>
              <a:defRPr sz="1500"/>
            </a:lvl4pPr>
            <a:lvl5pPr>
              <a:defRPr sz="1500"/>
            </a:lvl5pPr>
          </a:lstStyle>
          <a:p>
            <a:pPr lvl="0"/>
            <a:r>
              <a:rPr lang="en-GB" dirty="0"/>
              <a:t>00:00</a:t>
            </a:r>
          </a:p>
        </p:txBody>
      </p:sp>
      <p:sp>
        <p:nvSpPr>
          <p:cNvPr id="215" name="Text Placeholder 5">
            <a:extLst>
              <a:ext uri="{FF2B5EF4-FFF2-40B4-BE49-F238E27FC236}">
                <a16:creationId xmlns:a16="http://schemas.microsoft.com/office/drawing/2014/main" id="{D7694E3D-9EAE-7860-514C-D3E6A6066D79}"/>
              </a:ext>
            </a:extLst>
          </p:cNvPr>
          <p:cNvSpPr>
            <a:spLocks noGrp="1"/>
          </p:cNvSpPr>
          <p:nvPr>
            <p:ph type="body" sz="quarter" idx="53"/>
          </p:nvPr>
        </p:nvSpPr>
        <p:spPr>
          <a:xfrm>
            <a:off x="4644000" y="5359989"/>
            <a:ext cx="4317438" cy="228909"/>
          </a:xfrm>
        </p:spPr>
        <p:txBody>
          <a:bodyPr wrap="square" anchor="ctr" anchorCtr="0">
            <a:no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US"/>
              <a:t>Click to edit Master text styles</a:t>
            </a:r>
          </a:p>
        </p:txBody>
      </p:sp>
      <p:sp>
        <p:nvSpPr>
          <p:cNvPr id="216" name="Text Placeholder 5">
            <a:extLst>
              <a:ext uri="{FF2B5EF4-FFF2-40B4-BE49-F238E27FC236}">
                <a16:creationId xmlns:a16="http://schemas.microsoft.com/office/drawing/2014/main" id="{673631ED-FCF1-AA91-EA4E-8BD53A7ED357}"/>
              </a:ext>
            </a:extLst>
          </p:cNvPr>
          <p:cNvSpPr>
            <a:spLocks noGrp="1"/>
          </p:cNvSpPr>
          <p:nvPr>
            <p:ph type="body" sz="quarter" idx="54" hasCustomPrompt="1"/>
          </p:nvPr>
        </p:nvSpPr>
        <p:spPr>
          <a:xfrm>
            <a:off x="9106462" y="5359989"/>
            <a:ext cx="2794059" cy="228909"/>
          </a:xfrm>
        </p:spPr>
        <p:txBody>
          <a:bodyPr wrap="square" anchor="ctr" anchorCtr="0">
            <a:noAutofit/>
          </a:bodyPr>
          <a:lstStyle>
            <a:lvl1pPr marL="0" indent="0">
              <a:spcBef>
                <a:spcPts val="0"/>
              </a:spcBef>
              <a:spcAft>
                <a:spcPts val="0"/>
              </a:spcAft>
              <a:buFont typeface="+mj-lt"/>
              <a:buNone/>
              <a:tabLst/>
              <a:defRPr sz="1500" b="0" i="0">
                <a:latin typeface="+mn-lt"/>
              </a:defRPr>
            </a:lvl1pPr>
            <a:lvl2pPr marL="0" indent="0">
              <a:buNone/>
              <a:defRPr sz="1500"/>
            </a:lvl2pPr>
            <a:lvl3pPr>
              <a:defRPr sz="1500"/>
            </a:lvl3pPr>
            <a:lvl4pPr>
              <a:defRPr sz="1500"/>
            </a:lvl4pPr>
            <a:lvl5pPr>
              <a:defRPr sz="1500"/>
            </a:lvl5pPr>
          </a:lstStyle>
          <a:p>
            <a:pPr lvl="0"/>
            <a:r>
              <a:rPr lang="en-GB" dirty="0" err="1"/>
              <a:t>Firstname</a:t>
            </a:r>
            <a:r>
              <a:rPr lang="en-GB" dirty="0"/>
              <a:t> Surname</a:t>
            </a:r>
          </a:p>
        </p:txBody>
      </p:sp>
      <p:sp>
        <p:nvSpPr>
          <p:cNvPr id="5" name="Slide Number Placeholder 4">
            <a:extLst>
              <a:ext uri="{FF2B5EF4-FFF2-40B4-BE49-F238E27FC236}">
                <a16:creationId xmlns:a16="http://schemas.microsoft.com/office/drawing/2014/main" id="{E9119AF0-BAA0-31B4-998E-02AD3B07E859}"/>
              </a:ext>
            </a:extLst>
          </p:cNvPr>
          <p:cNvSpPr>
            <a:spLocks noGrp="1"/>
          </p:cNvSpPr>
          <p:nvPr>
            <p:ph type="sldNum" sz="quarter" idx="12"/>
          </p:nvPr>
        </p:nvSpPr>
        <p:spPr/>
        <p:txBody>
          <a:bodyPr/>
          <a:lstStyle/>
          <a:p>
            <a:fld id="{AEC8D767-5246-2244-A4A3-B8AFB218393C}" type="slidenum">
              <a:rPr lang="en-GB" smtClean="0"/>
              <a:t>‹#›</a:t>
            </a:fld>
            <a:endParaRPr lang="en-GB"/>
          </a:p>
        </p:txBody>
      </p:sp>
      <p:sp>
        <p:nvSpPr>
          <p:cNvPr id="3" name="Footer Placeholder 4">
            <a:extLst>
              <a:ext uri="{FF2B5EF4-FFF2-40B4-BE49-F238E27FC236}">
                <a16:creationId xmlns:a16="http://schemas.microsoft.com/office/drawing/2014/main" id="{3BF28211-1086-A258-4B97-2558FD5CBF7B}"/>
              </a:ext>
            </a:extLst>
          </p:cNvPr>
          <p:cNvSpPr>
            <a:spLocks noGrp="1"/>
          </p:cNvSpPr>
          <p:nvPr>
            <p:ph type="ftr" sz="quarter" idx="3"/>
          </p:nvPr>
        </p:nvSpPr>
        <p:spPr>
          <a:xfrm>
            <a:off x="288259" y="5868000"/>
            <a:ext cx="1161051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b="0" i="0" dirty="0">
                <a:effectLst/>
              </a:rPr>
              <a:t>Slide legal disclaimer goes here if required
Slide footer goes here if required. Turn off globally using the Header/Footer function (under the Insert menu).</a:t>
            </a:r>
          </a:p>
        </p:txBody>
      </p:sp>
    </p:spTree>
    <p:extLst>
      <p:ext uri="{BB962C8B-B14F-4D97-AF65-F5344CB8AC3E}">
        <p14:creationId xmlns:p14="http://schemas.microsoft.com/office/powerpoint/2010/main" val="109397613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6C789E9C-6550-50F6-2FFD-F534146F3D6F}"/>
              </a:ext>
            </a:extLst>
          </p:cNvPr>
          <p:cNvSpPr>
            <a:spLocks noGrp="1"/>
          </p:cNvSpPr>
          <p:nvPr>
            <p:ph type="body" sz="quarter" idx="12"/>
          </p:nvPr>
        </p:nvSpPr>
        <p:spPr>
          <a:xfrm>
            <a:off x="287337" y="269882"/>
            <a:ext cx="11615278" cy="5495918"/>
          </a:xfrm>
        </p:spPr>
        <p:txBody>
          <a:bodyPr/>
          <a:lstStyle>
            <a:lvl1pPr>
              <a:lnSpc>
                <a:spcPct val="80000"/>
              </a:lnSpc>
              <a:defRPr sz="7400" b="0" i="0">
                <a:solidFill>
                  <a:schemeClr val="accent1"/>
                </a:solidFill>
                <a:latin typeface="+mj-lt"/>
              </a:defRPr>
            </a:lvl1pPr>
            <a:lvl2pPr>
              <a:lnSpc>
                <a:spcPct val="80000"/>
              </a:lnSpc>
              <a:defRPr lang="en-GB" dirty="0" smtClean="0"/>
            </a:lvl2pPr>
            <a:lvl3pPr>
              <a:lnSpc>
                <a:spcPct val="80000"/>
              </a:lnSpc>
              <a:defRPr lang="en-GB" dirty="0" smtClean="0"/>
            </a:lvl3pPr>
            <a:lvl4pPr>
              <a:lnSpc>
                <a:spcPct val="80000"/>
              </a:lnSpc>
              <a:defRPr lang="en-GB" dirty="0" smtClean="0"/>
            </a:lvl4pPr>
            <a:lvl5pPr>
              <a:lnSpc>
                <a:spcPct val="80000"/>
              </a:lnSpc>
              <a:defRPr lang="en-GB"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Slide Number Placeholder 3">
            <a:extLst>
              <a:ext uri="{FF2B5EF4-FFF2-40B4-BE49-F238E27FC236}">
                <a16:creationId xmlns:a16="http://schemas.microsoft.com/office/drawing/2014/main" id="{A7336B88-A821-CF31-A937-209EE62E0A19}"/>
              </a:ext>
            </a:extLst>
          </p:cNvPr>
          <p:cNvSpPr>
            <a:spLocks noGrp="1"/>
          </p:cNvSpPr>
          <p:nvPr>
            <p:ph type="sldNum" sz="quarter" idx="11"/>
          </p:nvPr>
        </p:nvSpPr>
        <p:spPr/>
        <p:txBody>
          <a:bodyPr/>
          <a:lstStyle/>
          <a:p>
            <a:fld id="{AEC8D767-5246-2244-A4A3-B8AFB218393C}" type="slidenum">
              <a:rPr lang="en-GB" smtClean="0"/>
              <a:pPr/>
              <a:t>‹#›</a:t>
            </a:fld>
            <a:endParaRPr lang="en-GB"/>
          </a:p>
        </p:txBody>
      </p:sp>
      <p:sp>
        <p:nvSpPr>
          <p:cNvPr id="5" name="Footer Placeholder 4">
            <a:extLst>
              <a:ext uri="{FF2B5EF4-FFF2-40B4-BE49-F238E27FC236}">
                <a16:creationId xmlns:a16="http://schemas.microsoft.com/office/drawing/2014/main" id="{09807596-CD4E-AD17-0A30-209981645369}"/>
              </a:ext>
            </a:extLst>
          </p:cNvPr>
          <p:cNvSpPr>
            <a:spLocks noGrp="1"/>
          </p:cNvSpPr>
          <p:nvPr>
            <p:ph type="ftr" sz="quarter" idx="3"/>
          </p:nvPr>
        </p:nvSpPr>
        <p:spPr>
          <a:xfrm>
            <a:off x="288259" y="5868000"/>
            <a:ext cx="1161051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b="0" i="0" dirty="0">
                <a:effectLst/>
              </a:rPr>
              <a:t>Slide legal disclaimer goes here if required
Slide footer goes here if required. Turn off globally using the Header/Footer function (under the Insert menu).</a:t>
            </a:r>
          </a:p>
        </p:txBody>
      </p:sp>
    </p:spTree>
    <p:extLst>
      <p:ext uri="{BB962C8B-B14F-4D97-AF65-F5344CB8AC3E}">
        <p14:creationId xmlns:p14="http://schemas.microsoft.com/office/powerpoint/2010/main" val="106802371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Key Numbers">
    <p:bg>
      <p:bgPr>
        <a:solidFill>
          <a:schemeClr val="accent1"/>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8429BCB1-0FF2-B8E0-831A-4C2A0BEF189C}"/>
              </a:ext>
            </a:extLst>
          </p:cNvPr>
          <p:cNvSpPr>
            <a:spLocks noGrp="1"/>
          </p:cNvSpPr>
          <p:nvPr>
            <p:ph type="title"/>
          </p:nvPr>
        </p:nvSpPr>
        <p:spPr>
          <a:xfrm>
            <a:off x="288303" y="273600"/>
            <a:ext cx="1811959" cy="392415"/>
          </a:xfrm>
        </p:spPr>
        <p:txBody>
          <a:bodyPr/>
          <a:lstStyle>
            <a:lvl1pPr>
              <a:lnSpc>
                <a:spcPct val="85000"/>
              </a:lnSpc>
              <a:defRPr sz="1500" b="1" i="0">
                <a:solidFill>
                  <a:schemeClr val="bg1"/>
                </a:solidFill>
                <a:latin typeface="+mn-lt"/>
              </a:defRPr>
            </a:lvl1pPr>
          </a:lstStyle>
          <a:p>
            <a:r>
              <a:rPr lang="en-US"/>
              <a:t>Click to edit Master title style</a:t>
            </a:r>
            <a:endParaRPr lang="en-GB" dirty="0"/>
          </a:p>
        </p:txBody>
      </p:sp>
      <p:sp>
        <p:nvSpPr>
          <p:cNvPr id="8" name="Picture Placeholder 91">
            <a:extLst>
              <a:ext uri="{FF2B5EF4-FFF2-40B4-BE49-F238E27FC236}">
                <a16:creationId xmlns:a16="http://schemas.microsoft.com/office/drawing/2014/main" id="{1B8E6F68-BB92-3741-A271-A507454209A8}"/>
              </a:ext>
            </a:extLst>
          </p:cNvPr>
          <p:cNvSpPr>
            <a:spLocks noGrp="1"/>
          </p:cNvSpPr>
          <p:nvPr>
            <p:ph type="pic" sz="quarter" idx="55" hasCustomPrompt="1"/>
          </p:nvPr>
        </p:nvSpPr>
        <p:spPr>
          <a:xfrm>
            <a:off x="3225799" y="291037"/>
            <a:ext cx="8674099" cy="45719"/>
          </a:xfrm>
          <a:custGeom>
            <a:avLst/>
            <a:gdLst>
              <a:gd name="connsiteX0" fmla="*/ 0 w 827088"/>
              <a:gd name="connsiteY0" fmla="*/ 0 h 476063"/>
              <a:gd name="connsiteX1" fmla="*/ 827088 w 827088"/>
              <a:gd name="connsiteY1" fmla="*/ 0 h 476063"/>
              <a:gd name="connsiteX2" fmla="*/ 827088 w 827088"/>
              <a:gd name="connsiteY2" fmla="*/ 476063 h 476063"/>
              <a:gd name="connsiteX3" fmla="*/ 0 w 827088"/>
              <a:gd name="connsiteY3" fmla="*/ 476063 h 476063"/>
              <a:gd name="connsiteX0" fmla="*/ 0 w 827088"/>
              <a:gd name="connsiteY0" fmla="*/ 476063 h 567503"/>
              <a:gd name="connsiteX1" fmla="*/ 0 w 827088"/>
              <a:gd name="connsiteY1" fmla="*/ 0 h 567503"/>
              <a:gd name="connsiteX2" fmla="*/ 827088 w 827088"/>
              <a:gd name="connsiteY2" fmla="*/ 0 h 567503"/>
              <a:gd name="connsiteX3" fmla="*/ 827088 w 827088"/>
              <a:gd name="connsiteY3" fmla="*/ 476063 h 567503"/>
              <a:gd name="connsiteX4" fmla="*/ 91440 w 827088"/>
              <a:gd name="connsiteY4" fmla="*/ 567503 h 567503"/>
              <a:gd name="connsiteX0" fmla="*/ 0 w 827088"/>
              <a:gd name="connsiteY0" fmla="*/ 476063 h 476063"/>
              <a:gd name="connsiteX1" fmla="*/ 0 w 827088"/>
              <a:gd name="connsiteY1" fmla="*/ 0 h 476063"/>
              <a:gd name="connsiteX2" fmla="*/ 827088 w 827088"/>
              <a:gd name="connsiteY2" fmla="*/ 0 h 476063"/>
              <a:gd name="connsiteX3" fmla="*/ 827088 w 827088"/>
              <a:gd name="connsiteY3" fmla="*/ 476063 h 476063"/>
              <a:gd name="connsiteX0" fmla="*/ 0 w 827088"/>
              <a:gd name="connsiteY0" fmla="*/ 476063 h 476063"/>
              <a:gd name="connsiteX1" fmla="*/ 0 w 827088"/>
              <a:gd name="connsiteY1" fmla="*/ 0 h 476063"/>
              <a:gd name="connsiteX2" fmla="*/ 827088 w 827088"/>
              <a:gd name="connsiteY2" fmla="*/ 0 h 476063"/>
              <a:gd name="connsiteX0" fmla="*/ 0 w 827088"/>
              <a:gd name="connsiteY0" fmla="*/ 0 h 0"/>
              <a:gd name="connsiteX1" fmla="*/ 827088 w 827088"/>
              <a:gd name="connsiteY1" fmla="*/ 0 h 0"/>
            </a:gdLst>
            <a:ahLst/>
            <a:cxnLst>
              <a:cxn ang="0">
                <a:pos x="connsiteX0" y="connsiteY0"/>
              </a:cxn>
              <a:cxn ang="0">
                <a:pos x="connsiteX1" y="connsiteY1"/>
              </a:cxn>
            </a:cxnLst>
            <a:rect l="l" t="t" r="r" b="b"/>
            <a:pathLst>
              <a:path w="827088">
                <a:moveTo>
                  <a:pt x="0" y="0"/>
                </a:moveTo>
                <a:lnTo>
                  <a:pt x="827088" y="0"/>
                </a:lnTo>
              </a:path>
            </a:pathLst>
          </a:custGeom>
          <a:ln>
            <a:solidFill>
              <a:schemeClr val="bg1"/>
            </a:solidFill>
          </a:ln>
        </p:spPr>
        <p:txBody>
          <a:bodyPr wrap="square">
            <a:noAutofit/>
          </a:bodyPr>
          <a:lstStyle>
            <a:lvl1pPr>
              <a:defRPr sz="400"/>
            </a:lvl1pPr>
          </a:lstStyle>
          <a:p>
            <a:pPr lvl="8"/>
            <a:r>
              <a:rPr lang="en-GB" dirty="0"/>
              <a:t> </a:t>
            </a:r>
          </a:p>
        </p:txBody>
      </p:sp>
      <p:sp>
        <p:nvSpPr>
          <p:cNvPr id="15" name="Text Placeholder 14">
            <a:extLst>
              <a:ext uri="{FF2B5EF4-FFF2-40B4-BE49-F238E27FC236}">
                <a16:creationId xmlns:a16="http://schemas.microsoft.com/office/drawing/2014/main" id="{63F40DC3-5F4F-C397-5C6A-8A62BC1F78B1}"/>
              </a:ext>
            </a:extLst>
          </p:cNvPr>
          <p:cNvSpPr>
            <a:spLocks noGrp="1"/>
          </p:cNvSpPr>
          <p:nvPr>
            <p:ph type="body" sz="quarter" idx="60"/>
          </p:nvPr>
        </p:nvSpPr>
        <p:spPr>
          <a:xfrm>
            <a:off x="8124824" y="527050"/>
            <a:ext cx="3775075" cy="14986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p:txBody>
      </p:sp>
      <p:sp>
        <p:nvSpPr>
          <p:cNvPr id="14" name="Picture Placeholder 91">
            <a:extLst>
              <a:ext uri="{FF2B5EF4-FFF2-40B4-BE49-F238E27FC236}">
                <a16:creationId xmlns:a16="http://schemas.microsoft.com/office/drawing/2014/main" id="{A11547F3-AA53-B6CF-CC36-9B7EBC562F8C}"/>
              </a:ext>
            </a:extLst>
          </p:cNvPr>
          <p:cNvSpPr>
            <a:spLocks noGrp="1"/>
          </p:cNvSpPr>
          <p:nvPr>
            <p:ph type="pic" sz="quarter" idx="67" hasCustomPrompt="1"/>
          </p:nvPr>
        </p:nvSpPr>
        <p:spPr>
          <a:xfrm>
            <a:off x="3225799" y="2282397"/>
            <a:ext cx="8674099" cy="45719"/>
          </a:xfrm>
          <a:custGeom>
            <a:avLst/>
            <a:gdLst>
              <a:gd name="connsiteX0" fmla="*/ 0 w 827088"/>
              <a:gd name="connsiteY0" fmla="*/ 0 h 476063"/>
              <a:gd name="connsiteX1" fmla="*/ 827088 w 827088"/>
              <a:gd name="connsiteY1" fmla="*/ 0 h 476063"/>
              <a:gd name="connsiteX2" fmla="*/ 827088 w 827088"/>
              <a:gd name="connsiteY2" fmla="*/ 476063 h 476063"/>
              <a:gd name="connsiteX3" fmla="*/ 0 w 827088"/>
              <a:gd name="connsiteY3" fmla="*/ 476063 h 476063"/>
              <a:gd name="connsiteX0" fmla="*/ 0 w 827088"/>
              <a:gd name="connsiteY0" fmla="*/ 476063 h 567503"/>
              <a:gd name="connsiteX1" fmla="*/ 0 w 827088"/>
              <a:gd name="connsiteY1" fmla="*/ 0 h 567503"/>
              <a:gd name="connsiteX2" fmla="*/ 827088 w 827088"/>
              <a:gd name="connsiteY2" fmla="*/ 0 h 567503"/>
              <a:gd name="connsiteX3" fmla="*/ 827088 w 827088"/>
              <a:gd name="connsiteY3" fmla="*/ 476063 h 567503"/>
              <a:gd name="connsiteX4" fmla="*/ 91440 w 827088"/>
              <a:gd name="connsiteY4" fmla="*/ 567503 h 567503"/>
              <a:gd name="connsiteX0" fmla="*/ 0 w 827088"/>
              <a:gd name="connsiteY0" fmla="*/ 476063 h 476063"/>
              <a:gd name="connsiteX1" fmla="*/ 0 w 827088"/>
              <a:gd name="connsiteY1" fmla="*/ 0 h 476063"/>
              <a:gd name="connsiteX2" fmla="*/ 827088 w 827088"/>
              <a:gd name="connsiteY2" fmla="*/ 0 h 476063"/>
              <a:gd name="connsiteX3" fmla="*/ 827088 w 827088"/>
              <a:gd name="connsiteY3" fmla="*/ 476063 h 476063"/>
              <a:gd name="connsiteX0" fmla="*/ 0 w 827088"/>
              <a:gd name="connsiteY0" fmla="*/ 476063 h 476063"/>
              <a:gd name="connsiteX1" fmla="*/ 0 w 827088"/>
              <a:gd name="connsiteY1" fmla="*/ 0 h 476063"/>
              <a:gd name="connsiteX2" fmla="*/ 827088 w 827088"/>
              <a:gd name="connsiteY2" fmla="*/ 0 h 476063"/>
              <a:gd name="connsiteX0" fmla="*/ 0 w 827088"/>
              <a:gd name="connsiteY0" fmla="*/ 0 h 0"/>
              <a:gd name="connsiteX1" fmla="*/ 827088 w 827088"/>
              <a:gd name="connsiteY1" fmla="*/ 0 h 0"/>
            </a:gdLst>
            <a:ahLst/>
            <a:cxnLst>
              <a:cxn ang="0">
                <a:pos x="connsiteX0" y="connsiteY0"/>
              </a:cxn>
              <a:cxn ang="0">
                <a:pos x="connsiteX1" y="connsiteY1"/>
              </a:cxn>
            </a:cxnLst>
            <a:rect l="l" t="t" r="r" b="b"/>
            <a:pathLst>
              <a:path w="827088">
                <a:moveTo>
                  <a:pt x="0" y="0"/>
                </a:moveTo>
                <a:lnTo>
                  <a:pt x="827088" y="0"/>
                </a:lnTo>
              </a:path>
            </a:pathLst>
          </a:custGeom>
          <a:ln>
            <a:solidFill>
              <a:schemeClr val="bg1"/>
            </a:solidFill>
          </a:ln>
        </p:spPr>
        <p:txBody>
          <a:bodyPr wrap="square">
            <a:noAutofit/>
          </a:bodyPr>
          <a:lstStyle>
            <a:lvl1pPr>
              <a:defRPr sz="400"/>
            </a:lvl1pPr>
          </a:lstStyle>
          <a:p>
            <a:pPr lvl="8"/>
            <a:r>
              <a:rPr lang="en-GB" dirty="0"/>
              <a:t> </a:t>
            </a:r>
          </a:p>
        </p:txBody>
      </p:sp>
      <p:sp>
        <p:nvSpPr>
          <p:cNvPr id="17" name="Text Placeholder 14">
            <a:extLst>
              <a:ext uri="{FF2B5EF4-FFF2-40B4-BE49-F238E27FC236}">
                <a16:creationId xmlns:a16="http://schemas.microsoft.com/office/drawing/2014/main" id="{BBE84450-4088-E9E0-0359-34BD23A3925E}"/>
              </a:ext>
            </a:extLst>
          </p:cNvPr>
          <p:cNvSpPr>
            <a:spLocks noGrp="1"/>
          </p:cNvSpPr>
          <p:nvPr>
            <p:ph type="body" sz="quarter" idx="69"/>
          </p:nvPr>
        </p:nvSpPr>
        <p:spPr>
          <a:xfrm>
            <a:off x="8124824" y="2518410"/>
            <a:ext cx="3775075" cy="14986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p:txBody>
      </p:sp>
      <p:sp>
        <p:nvSpPr>
          <p:cNvPr id="18" name="Picture Placeholder 91">
            <a:extLst>
              <a:ext uri="{FF2B5EF4-FFF2-40B4-BE49-F238E27FC236}">
                <a16:creationId xmlns:a16="http://schemas.microsoft.com/office/drawing/2014/main" id="{62C4BF17-AF9C-A4E5-F1BF-718B90E42E20}"/>
              </a:ext>
            </a:extLst>
          </p:cNvPr>
          <p:cNvSpPr>
            <a:spLocks noGrp="1"/>
          </p:cNvSpPr>
          <p:nvPr>
            <p:ph type="pic" sz="quarter" idx="70" hasCustomPrompt="1"/>
          </p:nvPr>
        </p:nvSpPr>
        <p:spPr>
          <a:xfrm>
            <a:off x="3225799" y="4286469"/>
            <a:ext cx="8674099" cy="45719"/>
          </a:xfrm>
          <a:custGeom>
            <a:avLst/>
            <a:gdLst>
              <a:gd name="connsiteX0" fmla="*/ 0 w 827088"/>
              <a:gd name="connsiteY0" fmla="*/ 0 h 476063"/>
              <a:gd name="connsiteX1" fmla="*/ 827088 w 827088"/>
              <a:gd name="connsiteY1" fmla="*/ 0 h 476063"/>
              <a:gd name="connsiteX2" fmla="*/ 827088 w 827088"/>
              <a:gd name="connsiteY2" fmla="*/ 476063 h 476063"/>
              <a:gd name="connsiteX3" fmla="*/ 0 w 827088"/>
              <a:gd name="connsiteY3" fmla="*/ 476063 h 476063"/>
              <a:gd name="connsiteX0" fmla="*/ 0 w 827088"/>
              <a:gd name="connsiteY0" fmla="*/ 476063 h 567503"/>
              <a:gd name="connsiteX1" fmla="*/ 0 w 827088"/>
              <a:gd name="connsiteY1" fmla="*/ 0 h 567503"/>
              <a:gd name="connsiteX2" fmla="*/ 827088 w 827088"/>
              <a:gd name="connsiteY2" fmla="*/ 0 h 567503"/>
              <a:gd name="connsiteX3" fmla="*/ 827088 w 827088"/>
              <a:gd name="connsiteY3" fmla="*/ 476063 h 567503"/>
              <a:gd name="connsiteX4" fmla="*/ 91440 w 827088"/>
              <a:gd name="connsiteY4" fmla="*/ 567503 h 567503"/>
              <a:gd name="connsiteX0" fmla="*/ 0 w 827088"/>
              <a:gd name="connsiteY0" fmla="*/ 476063 h 476063"/>
              <a:gd name="connsiteX1" fmla="*/ 0 w 827088"/>
              <a:gd name="connsiteY1" fmla="*/ 0 h 476063"/>
              <a:gd name="connsiteX2" fmla="*/ 827088 w 827088"/>
              <a:gd name="connsiteY2" fmla="*/ 0 h 476063"/>
              <a:gd name="connsiteX3" fmla="*/ 827088 w 827088"/>
              <a:gd name="connsiteY3" fmla="*/ 476063 h 476063"/>
              <a:gd name="connsiteX0" fmla="*/ 0 w 827088"/>
              <a:gd name="connsiteY0" fmla="*/ 476063 h 476063"/>
              <a:gd name="connsiteX1" fmla="*/ 0 w 827088"/>
              <a:gd name="connsiteY1" fmla="*/ 0 h 476063"/>
              <a:gd name="connsiteX2" fmla="*/ 827088 w 827088"/>
              <a:gd name="connsiteY2" fmla="*/ 0 h 476063"/>
              <a:gd name="connsiteX0" fmla="*/ 0 w 827088"/>
              <a:gd name="connsiteY0" fmla="*/ 0 h 0"/>
              <a:gd name="connsiteX1" fmla="*/ 827088 w 827088"/>
              <a:gd name="connsiteY1" fmla="*/ 0 h 0"/>
            </a:gdLst>
            <a:ahLst/>
            <a:cxnLst>
              <a:cxn ang="0">
                <a:pos x="connsiteX0" y="connsiteY0"/>
              </a:cxn>
              <a:cxn ang="0">
                <a:pos x="connsiteX1" y="connsiteY1"/>
              </a:cxn>
            </a:cxnLst>
            <a:rect l="l" t="t" r="r" b="b"/>
            <a:pathLst>
              <a:path w="827088">
                <a:moveTo>
                  <a:pt x="0" y="0"/>
                </a:moveTo>
                <a:lnTo>
                  <a:pt x="827088" y="0"/>
                </a:lnTo>
              </a:path>
            </a:pathLst>
          </a:custGeom>
          <a:ln>
            <a:solidFill>
              <a:schemeClr val="bg1"/>
            </a:solidFill>
          </a:ln>
        </p:spPr>
        <p:txBody>
          <a:bodyPr wrap="square">
            <a:noAutofit/>
          </a:bodyPr>
          <a:lstStyle>
            <a:lvl1pPr>
              <a:defRPr sz="400"/>
            </a:lvl1pPr>
          </a:lstStyle>
          <a:p>
            <a:pPr lvl="8"/>
            <a:r>
              <a:rPr lang="en-GB" dirty="0"/>
              <a:t> </a:t>
            </a:r>
          </a:p>
        </p:txBody>
      </p:sp>
      <p:sp>
        <p:nvSpPr>
          <p:cNvPr id="22" name="Text Placeholder 14">
            <a:extLst>
              <a:ext uri="{FF2B5EF4-FFF2-40B4-BE49-F238E27FC236}">
                <a16:creationId xmlns:a16="http://schemas.microsoft.com/office/drawing/2014/main" id="{F33A7DDF-B16D-DE86-59A6-3E4EE10AF950}"/>
              </a:ext>
            </a:extLst>
          </p:cNvPr>
          <p:cNvSpPr>
            <a:spLocks noGrp="1"/>
          </p:cNvSpPr>
          <p:nvPr>
            <p:ph type="body" sz="quarter" idx="72"/>
          </p:nvPr>
        </p:nvSpPr>
        <p:spPr>
          <a:xfrm>
            <a:off x="8124824" y="4522482"/>
            <a:ext cx="3775075" cy="14986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p:txBody>
      </p:sp>
      <p:sp>
        <p:nvSpPr>
          <p:cNvPr id="23" name="Picture Placeholder 91">
            <a:extLst>
              <a:ext uri="{FF2B5EF4-FFF2-40B4-BE49-F238E27FC236}">
                <a16:creationId xmlns:a16="http://schemas.microsoft.com/office/drawing/2014/main" id="{485FA38D-16CA-1001-19BE-594DCF6B57AA}"/>
              </a:ext>
            </a:extLst>
          </p:cNvPr>
          <p:cNvSpPr>
            <a:spLocks noGrp="1"/>
          </p:cNvSpPr>
          <p:nvPr>
            <p:ph type="pic" sz="quarter" idx="73" hasCustomPrompt="1"/>
          </p:nvPr>
        </p:nvSpPr>
        <p:spPr>
          <a:xfrm>
            <a:off x="3225799" y="6287989"/>
            <a:ext cx="8674099" cy="45719"/>
          </a:xfrm>
          <a:custGeom>
            <a:avLst/>
            <a:gdLst>
              <a:gd name="connsiteX0" fmla="*/ 0 w 827088"/>
              <a:gd name="connsiteY0" fmla="*/ 0 h 476063"/>
              <a:gd name="connsiteX1" fmla="*/ 827088 w 827088"/>
              <a:gd name="connsiteY1" fmla="*/ 0 h 476063"/>
              <a:gd name="connsiteX2" fmla="*/ 827088 w 827088"/>
              <a:gd name="connsiteY2" fmla="*/ 476063 h 476063"/>
              <a:gd name="connsiteX3" fmla="*/ 0 w 827088"/>
              <a:gd name="connsiteY3" fmla="*/ 476063 h 476063"/>
              <a:gd name="connsiteX0" fmla="*/ 0 w 827088"/>
              <a:gd name="connsiteY0" fmla="*/ 476063 h 567503"/>
              <a:gd name="connsiteX1" fmla="*/ 0 w 827088"/>
              <a:gd name="connsiteY1" fmla="*/ 0 h 567503"/>
              <a:gd name="connsiteX2" fmla="*/ 827088 w 827088"/>
              <a:gd name="connsiteY2" fmla="*/ 0 h 567503"/>
              <a:gd name="connsiteX3" fmla="*/ 827088 w 827088"/>
              <a:gd name="connsiteY3" fmla="*/ 476063 h 567503"/>
              <a:gd name="connsiteX4" fmla="*/ 91440 w 827088"/>
              <a:gd name="connsiteY4" fmla="*/ 567503 h 567503"/>
              <a:gd name="connsiteX0" fmla="*/ 0 w 827088"/>
              <a:gd name="connsiteY0" fmla="*/ 476063 h 476063"/>
              <a:gd name="connsiteX1" fmla="*/ 0 w 827088"/>
              <a:gd name="connsiteY1" fmla="*/ 0 h 476063"/>
              <a:gd name="connsiteX2" fmla="*/ 827088 w 827088"/>
              <a:gd name="connsiteY2" fmla="*/ 0 h 476063"/>
              <a:gd name="connsiteX3" fmla="*/ 827088 w 827088"/>
              <a:gd name="connsiteY3" fmla="*/ 476063 h 476063"/>
              <a:gd name="connsiteX0" fmla="*/ 0 w 827088"/>
              <a:gd name="connsiteY0" fmla="*/ 476063 h 476063"/>
              <a:gd name="connsiteX1" fmla="*/ 0 w 827088"/>
              <a:gd name="connsiteY1" fmla="*/ 0 h 476063"/>
              <a:gd name="connsiteX2" fmla="*/ 827088 w 827088"/>
              <a:gd name="connsiteY2" fmla="*/ 0 h 476063"/>
              <a:gd name="connsiteX0" fmla="*/ 0 w 827088"/>
              <a:gd name="connsiteY0" fmla="*/ 0 h 0"/>
              <a:gd name="connsiteX1" fmla="*/ 827088 w 827088"/>
              <a:gd name="connsiteY1" fmla="*/ 0 h 0"/>
            </a:gdLst>
            <a:ahLst/>
            <a:cxnLst>
              <a:cxn ang="0">
                <a:pos x="connsiteX0" y="connsiteY0"/>
              </a:cxn>
              <a:cxn ang="0">
                <a:pos x="connsiteX1" y="connsiteY1"/>
              </a:cxn>
            </a:cxnLst>
            <a:rect l="l" t="t" r="r" b="b"/>
            <a:pathLst>
              <a:path w="827088">
                <a:moveTo>
                  <a:pt x="0" y="0"/>
                </a:moveTo>
                <a:lnTo>
                  <a:pt x="827088" y="0"/>
                </a:lnTo>
              </a:path>
            </a:pathLst>
          </a:custGeom>
          <a:ln>
            <a:solidFill>
              <a:schemeClr val="bg1"/>
            </a:solidFill>
          </a:ln>
        </p:spPr>
        <p:txBody>
          <a:bodyPr wrap="square">
            <a:noAutofit/>
          </a:bodyPr>
          <a:lstStyle>
            <a:lvl1pPr>
              <a:defRPr sz="400"/>
            </a:lvl1pPr>
          </a:lstStyle>
          <a:p>
            <a:pPr lvl="8"/>
            <a:r>
              <a:rPr lang="en-GB" dirty="0"/>
              <a:t> </a:t>
            </a:r>
          </a:p>
        </p:txBody>
      </p:sp>
      <p:sp>
        <p:nvSpPr>
          <p:cNvPr id="27" name="Text Placeholder 26">
            <a:extLst>
              <a:ext uri="{FF2B5EF4-FFF2-40B4-BE49-F238E27FC236}">
                <a16:creationId xmlns:a16="http://schemas.microsoft.com/office/drawing/2014/main" id="{8A5E5282-C048-99E1-5F1B-6B9961066184}"/>
              </a:ext>
            </a:extLst>
          </p:cNvPr>
          <p:cNvSpPr>
            <a:spLocks noGrp="1"/>
          </p:cNvSpPr>
          <p:nvPr>
            <p:ph type="body" sz="quarter" idx="74" hasCustomPrompt="1"/>
          </p:nvPr>
        </p:nvSpPr>
        <p:spPr>
          <a:xfrm>
            <a:off x="3225800" y="111125"/>
            <a:ext cx="3776663" cy="1789113"/>
          </a:xfrm>
        </p:spPr>
        <p:txBody>
          <a:bodyPr/>
          <a:lstStyle>
            <a:lvl1pPr>
              <a:defRPr sz="11000">
                <a:solidFill>
                  <a:schemeClr val="bg1"/>
                </a:solidFill>
                <a:latin typeface="+mj-lt"/>
              </a:defRPr>
            </a:lvl1pPr>
          </a:lstStyle>
          <a:p>
            <a:pPr lvl="0"/>
            <a:r>
              <a:rPr lang="en-GB" dirty="0"/>
              <a:t>00</a:t>
            </a:r>
          </a:p>
        </p:txBody>
      </p:sp>
      <p:sp>
        <p:nvSpPr>
          <p:cNvPr id="28" name="Text Placeholder 26">
            <a:extLst>
              <a:ext uri="{FF2B5EF4-FFF2-40B4-BE49-F238E27FC236}">
                <a16:creationId xmlns:a16="http://schemas.microsoft.com/office/drawing/2014/main" id="{CBBE869E-D65F-3F80-8F9D-6DF327B97D4B}"/>
              </a:ext>
            </a:extLst>
          </p:cNvPr>
          <p:cNvSpPr>
            <a:spLocks noGrp="1"/>
          </p:cNvSpPr>
          <p:nvPr>
            <p:ph type="body" sz="quarter" idx="75" hasCustomPrompt="1"/>
          </p:nvPr>
        </p:nvSpPr>
        <p:spPr>
          <a:xfrm>
            <a:off x="3225800" y="2102616"/>
            <a:ext cx="3776663" cy="1789113"/>
          </a:xfrm>
        </p:spPr>
        <p:txBody>
          <a:bodyPr/>
          <a:lstStyle>
            <a:lvl1pPr>
              <a:defRPr sz="11000">
                <a:solidFill>
                  <a:schemeClr val="bg1"/>
                </a:solidFill>
                <a:latin typeface="+mj-lt"/>
              </a:defRPr>
            </a:lvl1pPr>
          </a:lstStyle>
          <a:p>
            <a:pPr lvl="0"/>
            <a:r>
              <a:rPr lang="en-GB" dirty="0"/>
              <a:t>00</a:t>
            </a:r>
          </a:p>
        </p:txBody>
      </p:sp>
      <p:sp>
        <p:nvSpPr>
          <p:cNvPr id="29" name="Text Placeholder 26">
            <a:extLst>
              <a:ext uri="{FF2B5EF4-FFF2-40B4-BE49-F238E27FC236}">
                <a16:creationId xmlns:a16="http://schemas.microsoft.com/office/drawing/2014/main" id="{BAA28741-F83E-3E15-A9FB-99668766D898}"/>
              </a:ext>
            </a:extLst>
          </p:cNvPr>
          <p:cNvSpPr>
            <a:spLocks noGrp="1"/>
          </p:cNvSpPr>
          <p:nvPr>
            <p:ph type="body" sz="quarter" idx="76" hasCustomPrompt="1"/>
          </p:nvPr>
        </p:nvSpPr>
        <p:spPr>
          <a:xfrm>
            <a:off x="3225800" y="4106128"/>
            <a:ext cx="3776663" cy="1789113"/>
          </a:xfrm>
        </p:spPr>
        <p:txBody>
          <a:bodyPr/>
          <a:lstStyle>
            <a:lvl1pPr>
              <a:defRPr sz="11000">
                <a:solidFill>
                  <a:schemeClr val="bg1"/>
                </a:solidFill>
                <a:latin typeface="+mj-lt"/>
              </a:defRPr>
            </a:lvl1pPr>
          </a:lstStyle>
          <a:p>
            <a:pPr lvl="0"/>
            <a:r>
              <a:rPr lang="en-GB" dirty="0"/>
              <a:t>00</a:t>
            </a:r>
          </a:p>
        </p:txBody>
      </p:sp>
      <p:sp>
        <p:nvSpPr>
          <p:cNvPr id="6" name="Footer Placeholder 4">
            <a:extLst>
              <a:ext uri="{FF2B5EF4-FFF2-40B4-BE49-F238E27FC236}">
                <a16:creationId xmlns:a16="http://schemas.microsoft.com/office/drawing/2014/main" id="{043DFA16-4809-A367-8DA1-8599EDC67F50}"/>
              </a:ext>
            </a:extLst>
          </p:cNvPr>
          <p:cNvSpPr>
            <a:spLocks noGrp="1"/>
          </p:cNvSpPr>
          <p:nvPr>
            <p:ph type="ftr" sz="quarter" idx="3"/>
          </p:nvPr>
        </p:nvSpPr>
        <p:spPr>
          <a:xfrm>
            <a:off x="288259" y="5868000"/>
            <a:ext cx="279466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bg1"/>
                </a:solidFill>
                <a:latin typeface="+mn-lt"/>
              </a:defRPr>
            </a:lvl1pPr>
          </a:lstStyle>
          <a:p>
            <a:pPr>
              <a:spcBef>
                <a:spcPts val="0"/>
              </a:spcBef>
              <a:spcAft>
                <a:spcPts val="300"/>
              </a:spcAft>
            </a:pPr>
            <a:r>
              <a:rPr lang="en-US" dirty="0"/>
              <a:t>Slide legal disclaimer goes here if required
Slide footer goes here if required. Turn off globally using the Header/Footer function (under the Insert menu).</a:t>
            </a:r>
          </a:p>
        </p:txBody>
      </p:sp>
      <p:sp>
        <p:nvSpPr>
          <p:cNvPr id="4" name="Slide Number Placeholder 5">
            <a:extLst>
              <a:ext uri="{FF2B5EF4-FFF2-40B4-BE49-F238E27FC236}">
                <a16:creationId xmlns:a16="http://schemas.microsoft.com/office/drawing/2014/main" id="{2B1A9DEC-1972-000C-297E-FD62059EE11F}"/>
              </a:ext>
            </a:extLst>
          </p:cNvPr>
          <p:cNvSpPr>
            <a:spLocks noGrp="1"/>
          </p:cNvSpPr>
          <p:nvPr>
            <p:ph type="sldNum" sz="quarter" idx="12"/>
          </p:nvPr>
        </p:nvSpPr>
        <p:spPr>
          <a:xfrm>
            <a:off x="11581942" y="6433878"/>
            <a:ext cx="320674" cy="153463"/>
          </a:xfrm>
        </p:spPr>
        <p:txBody>
          <a:bodyPr/>
          <a:lstStyle>
            <a:lvl1pPr>
              <a:defRPr>
                <a:solidFill>
                  <a:schemeClr val="bg1"/>
                </a:solidFill>
              </a:defRPr>
            </a:lvl1pPr>
          </a:lstStyle>
          <a:p>
            <a:fld id="{AEC8D767-5246-2244-A4A3-B8AFB218393C}" type="slidenum">
              <a:rPr lang="en-GB" smtClean="0"/>
              <a:pPr/>
              <a:t>‹#›</a:t>
            </a:fld>
            <a:endParaRPr lang="en-GB"/>
          </a:p>
        </p:txBody>
      </p:sp>
      <p:sp>
        <p:nvSpPr>
          <p:cNvPr id="5" name="Graphic 8">
            <a:extLst>
              <a:ext uri="{FF2B5EF4-FFF2-40B4-BE49-F238E27FC236}">
                <a16:creationId xmlns:a16="http://schemas.microsoft.com/office/drawing/2014/main" id="{584D2C57-3904-61FA-F2B5-C74EFBC4BE0A}"/>
              </a:ext>
            </a:extLst>
          </p:cNvPr>
          <p:cNvSpPr>
            <a:spLocks noChangeAspect="1"/>
          </p:cNvSpPr>
          <p:nvPr userDrawn="1"/>
        </p:nvSpPr>
        <p:spPr>
          <a:xfrm>
            <a:off x="287338" y="6416675"/>
            <a:ext cx="352800" cy="149403"/>
          </a:xfrm>
          <a:custGeom>
            <a:avLst/>
            <a:gdLst>
              <a:gd name="connsiteX0" fmla="*/ 5699846 w 6586631"/>
              <a:gd name="connsiteY0" fmla="*/ 2789294 h 2789293"/>
              <a:gd name="connsiteX1" fmla="*/ 6586632 w 6586631"/>
              <a:gd name="connsiteY1" fmla="*/ 1909153 h 2789293"/>
              <a:gd name="connsiteX2" fmla="*/ 6586632 w 6586631"/>
              <a:gd name="connsiteY2" fmla="*/ 60980 h 2789293"/>
              <a:gd name="connsiteX3" fmla="*/ 6112656 w 6586631"/>
              <a:gd name="connsiteY3" fmla="*/ 60980 h 2789293"/>
              <a:gd name="connsiteX4" fmla="*/ 6112656 w 6586631"/>
              <a:gd name="connsiteY4" fmla="*/ 2031114 h 2789293"/>
              <a:gd name="connsiteX5" fmla="*/ 5699846 w 6586631"/>
              <a:gd name="connsiteY5" fmla="*/ 2541669 h 2789293"/>
              <a:gd name="connsiteX6" fmla="*/ 5287036 w 6586631"/>
              <a:gd name="connsiteY6" fmla="*/ 1992847 h 2789293"/>
              <a:gd name="connsiteX7" fmla="*/ 5287036 w 6586631"/>
              <a:gd name="connsiteY7" fmla="*/ 1627212 h 2789293"/>
              <a:gd name="connsiteX8" fmla="*/ 4813060 w 6586631"/>
              <a:gd name="connsiteY8" fmla="*/ 1745222 h 2789293"/>
              <a:gd name="connsiteX9" fmla="*/ 4813060 w 6586631"/>
              <a:gd name="connsiteY9" fmla="*/ 1909153 h 2789293"/>
              <a:gd name="connsiteX10" fmla="*/ 5699846 w 6586631"/>
              <a:gd name="connsiteY10" fmla="*/ 2789294 h 2789293"/>
              <a:gd name="connsiteX11" fmla="*/ 3177175 w 6586631"/>
              <a:gd name="connsiteY11" fmla="*/ 2511056 h 2789293"/>
              <a:gd name="connsiteX12" fmla="*/ 2584828 w 6586631"/>
              <a:gd name="connsiteY12" fmla="*/ 1897549 h 2789293"/>
              <a:gd name="connsiteX13" fmla="*/ 2817854 w 6586631"/>
              <a:gd name="connsiteY13" fmla="*/ 1413657 h 2789293"/>
              <a:gd name="connsiteX14" fmla="*/ 3681610 w 6586631"/>
              <a:gd name="connsiteY14" fmla="*/ 2354778 h 2789293"/>
              <a:gd name="connsiteX15" fmla="*/ 3177175 w 6586631"/>
              <a:gd name="connsiteY15" fmla="*/ 2511056 h 2789293"/>
              <a:gd name="connsiteX16" fmla="*/ 3639512 w 6586631"/>
              <a:gd name="connsiteY16" fmla="*/ 1147022 h 2789293"/>
              <a:gd name="connsiteX17" fmla="*/ 4140232 w 6586631"/>
              <a:gd name="connsiteY17" fmla="*/ 1634865 h 2789293"/>
              <a:gd name="connsiteX18" fmla="*/ 4017900 w 6586631"/>
              <a:gd name="connsiteY18" fmla="*/ 2042717 h 2789293"/>
              <a:gd name="connsiteX19" fmla="*/ 3268800 w 6586631"/>
              <a:gd name="connsiteY19" fmla="*/ 1219359 h 2789293"/>
              <a:gd name="connsiteX20" fmla="*/ 3639512 w 6586631"/>
              <a:gd name="connsiteY20" fmla="*/ 1147022 h 2789293"/>
              <a:gd name="connsiteX21" fmla="*/ 3177175 w 6586631"/>
              <a:gd name="connsiteY21" fmla="*/ 201951 h 2789293"/>
              <a:gd name="connsiteX22" fmla="*/ 3536495 w 6586631"/>
              <a:gd name="connsiteY22" fmla="*/ 567833 h 2789293"/>
              <a:gd name="connsiteX23" fmla="*/ 3165783 w 6586631"/>
              <a:gd name="connsiteY23" fmla="*/ 1109002 h 2789293"/>
              <a:gd name="connsiteX24" fmla="*/ 3001353 w 6586631"/>
              <a:gd name="connsiteY24" fmla="*/ 926061 h 2789293"/>
              <a:gd name="connsiteX25" fmla="*/ 2814140 w 6586631"/>
              <a:gd name="connsiteY25" fmla="*/ 548823 h 2789293"/>
              <a:gd name="connsiteX26" fmla="*/ 3177175 w 6586631"/>
              <a:gd name="connsiteY26" fmla="*/ 201951 h 2789293"/>
              <a:gd name="connsiteX27" fmla="*/ 4136518 w 6586631"/>
              <a:gd name="connsiteY27" fmla="*/ 2172084 h 2789293"/>
              <a:gd name="connsiteX28" fmla="*/ 4461417 w 6586631"/>
              <a:gd name="connsiteY28" fmla="*/ 1428964 h 2789293"/>
              <a:gd name="connsiteX29" fmla="*/ 3960696 w 6586631"/>
              <a:gd name="connsiteY29" fmla="*/ 945071 h 2789293"/>
              <a:gd name="connsiteX30" fmla="*/ 3502073 w 6586631"/>
              <a:gd name="connsiteY30" fmla="*/ 1036418 h 2789293"/>
              <a:gd name="connsiteX31" fmla="*/ 3494397 w 6586631"/>
              <a:gd name="connsiteY31" fmla="*/ 1021112 h 2789293"/>
              <a:gd name="connsiteX32" fmla="*/ 3907206 w 6586631"/>
              <a:gd name="connsiteY32" fmla="*/ 518209 h 2789293"/>
              <a:gd name="connsiteX33" fmla="*/ 3188566 w 6586631"/>
              <a:gd name="connsiteY33" fmla="*/ 0 h 2789293"/>
              <a:gd name="connsiteX34" fmla="*/ 2401082 w 6586631"/>
              <a:gd name="connsiteY34" fmla="*/ 659180 h 2789293"/>
              <a:gd name="connsiteX35" fmla="*/ 2706913 w 6586631"/>
              <a:gd name="connsiteY35" fmla="*/ 1295646 h 2789293"/>
              <a:gd name="connsiteX36" fmla="*/ 2710628 w 6586631"/>
              <a:gd name="connsiteY36" fmla="*/ 1303300 h 2789293"/>
              <a:gd name="connsiteX37" fmla="*/ 2164094 w 6586631"/>
              <a:gd name="connsiteY37" fmla="*/ 2069134 h 2789293"/>
              <a:gd name="connsiteX38" fmla="*/ 2932262 w 6586631"/>
              <a:gd name="connsiteY38" fmla="*/ 2789294 h 2789293"/>
              <a:gd name="connsiteX39" fmla="*/ 3796018 w 6586631"/>
              <a:gd name="connsiteY39" fmla="*/ 2480689 h 2789293"/>
              <a:gd name="connsiteX40" fmla="*/ 4025329 w 6586631"/>
              <a:gd name="connsiteY40" fmla="*/ 2728314 h 2789293"/>
              <a:gd name="connsiteX41" fmla="*/ 4625352 w 6586631"/>
              <a:gd name="connsiteY41" fmla="*/ 2728314 h 2789293"/>
              <a:gd name="connsiteX42" fmla="*/ 4625352 w 6586631"/>
              <a:gd name="connsiteY42" fmla="*/ 2709303 h 2789293"/>
              <a:gd name="connsiteX43" fmla="*/ 4136518 w 6586631"/>
              <a:gd name="connsiteY43" fmla="*/ 2172084 h 2789293"/>
              <a:gd name="connsiteX44" fmla="*/ 886786 w 6586631"/>
              <a:gd name="connsiteY44" fmla="*/ 2789294 h 2789293"/>
              <a:gd name="connsiteX45" fmla="*/ 1773572 w 6586631"/>
              <a:gd name="connsiteY45" fmla="*/ 1909153 h 2789293"/>
              <a:gd name="connsiteX46" fmla="*/ 1773572 w 6586631"/>
              <a:gd name="connsiteY46" fmla="*/ 60980 h 2789293"/>
              <a:gd name="connsiteX47" fmla="*/ 1299596 w 6586631"/>
              <a:gd name="connsiteY47" fmla="*/ 60980 h 2789293"/>
              <a:gd name="connsiteX48" fmla="*/ 1299596 w 6586631"/>
              <a:gd name="connsiteY48" fmla="*/ 2031114 h 2789293"/>
              <a:gd name="connsiteX49" fmla="*/ 886786 w 6586631"/>
              <a:gd name="connsiteY49" fmla="*/ 2541669 h 2789293"/>
              <a:gd name="connsiteX50" fmla="*/ 473976 w 6586631"/>
              <a:gd name="connsiteY50" fmla="*/ 1992847 h 2789293"/>
              <a:gd name="connsiteX51" fmla="*/ 473976 w 6586631"/>
              <a:gd name="connsiteY51" fmla="*/ 1627212 h 2789293"/>
              <a:gd name="connsiteX52" fmla="*/ 0 w 6586631"/>
              <a:gd name="connsiteY52" fmla="*/ 1745222 h 2789293"/>
              <a:gd name="connsiteX53" fmla="*/ 0 w 6586631"/>
              <a:gd name="connsiteY53" fmla="*/ 1909153 h 2789293"/>
              <a:gd name="connsiteX54" fmla="*/ 886786 w 6586631"/>
              <a:gd name="connsiteY54" fmla="*/ 2789294 h 27892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6586631" h="2789293">
                <a:moveTo>
                  <a:pt x="5699846" y="2789294"/>
                </a:moveTo>
                <a:cubicBezTo>
                  <a:pt x="6338253" y="2789294"/>
                  <a:pt x="6586632" y="2408105"/>
                  <a:pt x="6586632" y="1909153"/>
                </a:cubicBezTo>
                <a:lnTo>
                  <a:pt x="6586632" y="60980"/>
                </a:lnTo>
                <a:lnTo>
                  <a:pt x="6112656" y="60980"/>
                </a:lnTo>
                <a:lnTo>
                  <a:pt x="6112656" y="2031114"/>
                </a:lnTo>
                <a:cubicBezTo>
                  <a:pt x="6112656" y="2351075"/>
                  <a:pt x="5990324" y="2541669"/>
                  <a:pt x="5699846" y="2541669"/>
                </a:cubicBezTo>
                <a:cubicBezTo>
                  <a:pt x="5413083" y="2541669"/>
                  <a:pt x="5287036" y="2339718"/>
                  <a:pt x="5287036" y="1992847"/>
                </a:cubicBezTo>
                <a:lnTo>
                  <a:pt x="5287036" y="1627212"/>
                </a:lnTo>
                <a:lnTo>
                  <a:pt x="4813060" y="1745222"/>
                </a:lnTo>
                <a:lnTo>
                  <a:pt x="4813060" y="1909153"/>
                </a:lnTo>
                <a:cubicBezTo>
                  <a:pt x="4813060" y="2408352"/>
                  <a:pt x="5061440" y="2789294"/>
                  <a:pt x="5699846" y="2789294"/>
                </a:cubicBezTo>
                <a:moveTo>
                  <a:pt x="3177175" y="2511056"/>
                </a:moveTo>
                <a:cubicBezTo>
                  <a:pt x="2810177" y="2511056"/>
                  <a:pt x="2584828" y="2213808"/>
                  <a:pt x="2584828" y="1897549"/>
                </a:cubicBezTo>
                <a:cubicBezTo>
                  <a:pt x="2584828" y="1699302"/>
                  <a:pt x="2672739" y="1516361"/>
                  <a:pt x="2817854" y="1413657"/>
                </a:cubicBezTo>
                <a:lnTo>
                  <a:pt x="3681610" y="2354778"/>
                </a:lnTo>
                <a:cubicBezTo>
                  <a:pt x="3521141" y="2450075"/>
                  <a:pt x="3341358" y="2511056"/>
                  <a:pt x="3177175" y="2511056"/>
                </a:cubicBezTo>
                <a:moveTo>
                  <a:pt x="3639512" y="1147022"/>
                </a:moveTo>
                <a:cubicBezTo>
                  <a:pt x="3949057" y="1147022"/>
                  <a:pt x="4140232" y="1326013"/>
                  <a:pt x="4140232" y="1634865"/>
                </a:cubicBezTo>
                <a:cubicBezTo>
                  <a:pt x="4140232" y="1772132"/>
                  <a:pt x="4102096" y="1913103"/>
                  <a:pt x="4017900" y="2042717"/>
                </a:cubicBezTo>
                <a:lnTo>
                  <a:pt x="3268800" y="1219359"/>
                </a:lnTo>
                <a:cubicBezTo>
                  <a:pt x="3402524" y="1166032"/>
                  <a:pt x="3532533" y="1147022"/>
                  <a:pt x="3639512" y="1147022"/>
                </a:cubicBezTo>
                <a:moveTo>
                  <a:pt x="3177175" y="201951"/>
                </a:moveTo>
                <a:cubicBezTo>
                  <a:pt x="3402771" y="201951"/>
                  <a:pt x="3536495" y="331565"/>
                  <a:pt x="3536495" y="567833"/>
                </a:cubicBezTo>
                <a:cubicBezTo>
                  <a:pt x="3536495" y="785091"/>
                  <a:pt x="3429516" y="990745"/>
                  <a:pt x="3165783" y="1109002"/>
                </a:cubicBezTo>
                <a:lnTo>
                  <a:pt x="3001353" y="926061"/>
                </a:lnTo>
                <a:cubicBezTo>
                  <a:pt x="2855990" y="766081"/>
                  <a:pt x="2814140" y="666833"/>
                  <a:pt x="2814140" y="548823"/>
                </a:cubicBezTo>
                <a:cubicBezTo>
                  <a:pt x="2813892" y="327615"/>
                  <a:pt x="2955292" y="201951"/>
                  <a:pt x="3177175" y="201951"/>
                </a:cubicBezTo>
                <a:moveTo>
                  <a:pt x="4136518" y="2172084"/>
                </a:moveTo>
                <a:cubicBezTo>
                  <a:pt x="4343047" y="1928163"/>
                  <a:pt x="4461417" y="1661528"/>
                  <a:pt x="4461417" y="1428964"/>
                </a:cubicBezTo>
                <a:cubicBezTo>
                  <a:pt x="4461417" y="1139369"/>
                  <a:pt x="4266527" y="945071"/>
                  <a:pt x="3960696" y="945071"/>
                </a:cubicBezTo>
                <a:cubicBezTo>
                  <a:pt x="3800228" y="945071"/>
                  <a:pt x="3620443" y="990745"/>
                  <a:pt x="3502073" y="1036418"/>
                </a:cubicBezTo>
                <a:lnTo>
                  <a:pt x="3494397" y="1021112"/>
                </a:lnTo>
                <a:cubicBezTo>
                  <a:pt x="3784874" y="864834"/>
                  <a:pt x="3907206" y="720160"/>
                  <a:pt x="3907206" y="518209"/>
                </a:cubicBezTo>
                <a:cubicBezTo>
                  <a:pt x="3907206" y="228614"/>
                  <a:pt x="3647188" y="0"/>
                  <a:pt x="3188566" y="0"/>
                </a:cubicBezTo>
                <a:cubicBezTo>
                  <a:pt x="2661100" y="0"/>
                  <a:pt x="2401082" y="293545"/>
                  <a:pt x="2401082" y="659180"/>
                </a:cubicBezTo>
                <a:cubicBezTo>
                  <a:pt x="2401082" y="857428"/>
                  <a:pt x="2485278" y="1055429"/>
                  <a:pt x="2706913" y="1295646"/>
                </a:cubicBezTo>
                <a:lnTo>
                  <a:pt x="2710628" y="1303300"/>
                </a:lnTo>
                <a:cubicBezTo>
                  <a:pt x="2336201" y="1482291"/>
                  <a:pt x="2164094" y="1771886"/>
                  <a:pt x="2164094" y="2069134"/>
                </a:cubicBezTo>
                <a:cubicBezTo>
                  <a:pt x="2164094" y="2461679"/>
                  <a:pt x="2465963" y="2789294"/>
                  <a:pt x="2932262" y="2789294"/>
                </a:cubicBezTo>
                <a:cubicBezTo>
                  <a:pt x="3199710" y="2789294"/>
                  <a:pt x="3513217" y="2678690"/>
                  <a:pt x="3796018" y="2480689"/>
                </a:cubicBezTo>
                <a:lnTo>
                  <a:pt x="4025329" y="2728314"/>
                </a:lnTo>
                <a:lnTo>
                  <a:pt x="4625352" y="2728314"/>
                </a:lnTo>
                <a:lnTo>
                  <a:pt x="4625352" y="2709303"/>
                </a:lnTo>
                <a:lnTo>
                  <a:pt x="4136518" y="2172084"/>
                </a:lnTo>
                <a:close/>
                <a:moveTo>
                  <a:pt x="886786" y="2789294"/>
                </a:moveTo>
                <a:cubicBezTo>
                  <a:pt x="1525192" y="2789294"/>
                  <a:pt x="1773572" y="2408105"/>
                  <a:pt x="1773572" y="1909153"/>
                </a:cubicBezTo>
                <a:lnTo>
                  <a:pt x="1773572" y="60980"/>
                </a:lnTo>
                <a:lnTo>
                  <a:pt x="1299596" y="60980"/>
                </a:lnTo>
                <a:lnTo>
                  <a:pt x="1299596" y="2031114"/>
                </a:lnTo>
                <a:cubicBezTo>
                  <a:pt x="1299596" y="2351075"/>
                  <a:pt x="1177263" y="2541669"/>
                  <a:pt x="886786" y="2541669"/>
                </a:cubicBezTo>
                <a:cubicBezTo>
                  <a:pt x="600023" y="2541669"/>
                  <a:pt x="473976" y="2339718"/>
                  <a:pt x="473976" y="1992847"/>
                </a:cubicBezTo>
                <a:lnTo>
                  <a:pt x="473976" y="1627212"/>
                </a:lnTo>
                <a:lnTo>
                  <a:pt x="0" y="1745222"/>
                </a:lnTo>
                <a:lnTo>
                  <a:pt x="0" y="1909153"/>
                </a:lnTo>
                <a:cubicBezTo>
                  <a:pt x="0" y="2408352"/>
                  <a:pt x="248379" y="2789294"/>
                  <a:pt x="886786" y="2789294"/>
                </a:cubicBezTo>
              </a:path>
            </a:pathLst>
          </a:custGeom>
          <a:solidFill>
            <a:schemeClr val="bg1"/>
          </a:solidFill>
          <a:ln w="24751" cap="flat">
            <a:noFill/>
            <a:prstDash val="solid"/>
            <a:miter/>
          </a:ln>
        </p:spPr>
        <p:txBody>
          <a:bodyPr rtlCol="0" anchor="ctr"/>
          <a:lstStyle/>
          <a:p>
            <a:endParaRPr lang="en-GB"/>
          </a:p>
        </p:txBody>
      </p:sp>
      <p:pic>
        <p:nvPicPr>
          <p:cNvPr id="2" name="Graphic 1">
            <a:extLst>
              <a:ext uri="{FF2B5EF4-FFF2-40B4-BE49-F238E27FC236}">
                <a16:creationId xmlns:a16="http://schemas.microsoft.com/office/drawing/2014/main" id="{C4B41FEE-3CA9-4BB8-611D-AC4BB7693BF9}"/>
              </a:ext>
            </a:extLst>
          </p:cNvPr>
          <p:cNvPicPr>
            <a:picLocks noChangeAspect="1"/>
          </p:cNvPicPr>
          <p:nvPr userDrawn="1"/>
        </p:nvPicPr>
        <p:blipFill>
          <a:blip>
            <a:lum bright="100000"/>
            <a:extLst>
              <a:ext uri="{96DAC541-7B7A-43D3-8B79-37D633B846F1}">
                <asvg:svgBlip xmlns:asvg="http://schemas.microsoft.com/office/drawing/2016/SVG/main" r:embed="rId2"/>
              </a:ext>
            </a:extLst>
          </a:blip>
          <a:stretch>
            <a:fillRect/>
          </a:stretch>
        </p:blipFill>
        <p:spPr>
          <a:xfrm>
            <a:off x="10612438" y="6396841"/>
            <a:ext cx="787400" cy="190500"/>
          </a:xfrm>
          <a:prstGeom prst="rect">
            <a:avLst/>
          </a:prstGeom>
        </p:spPr>
      </p:pic>
    </p:spTree>
    <p:extLst>
      <p:ext uri="{BB962C8B-B14F-4D97-AF65-F5344CB8AC3E}">
        <p14:creationId xmlns:p14="http://schemas.microsoft.com/office/powerpoint/2010/main" val="249191749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Key Numbers [Accessible Version]">
    <p:bg>
      <p:bgPr>
        <a:solidFill>
          <a:schemeClr val="bg1"/>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8429BCB1-0FF2-B8E0-831A-4C2A0BEF189C}"/>
              </a:ext>
            </a:extLst>
          </p:cNvPr>
          <p:cNvSpPr>
            <a:spLocks noGrp="1"/>
          </p:cNvSpPr>
          <p:nvPr>
            <p:ph type="title"/>
          </p:nvPr>
        </p:nvSpPr>
        <p:spPr>
          <a:xfrm>
            <a:off x="288303" y="273600"/>
            <a:ext cx="1811959" cy="397032"/>
          </a:xfrm>
        </p:spPr>
        <p:txBody>
          <a:bodyPr/>
          <a:lstStyle>
            <a:lvl1pPr>
              <a:lnSpc>
                <a:spcPct val="85000"/>
              </a:lnSpc>
              <a:defRPr sz="1500" b="1" i="0">
                <a:solidFill>
                  <a:schemeClr val="tx1"/>
                </a:solidFill>
                <a:latin typeface="Johnson Text" pitchFamily="2" charset="77"/>
              </a:defRPr>
            </a:lvl1pPr>
          </a:lstStyle>
          <a:p>
            <a:r>
              <a:rPr lang="en-US"/>
              <a:t>Click to edit Master title style</a:t>
            </a:r>
            <a:endParaRPr lang="en-GB" dirty="0"/>
          </a:p>
        </p:txBody>
      </p:sp>
      <p:sp>
        <p:nvSpPr>
          <p:cNvPr id="5" name="Slide Number Placeholder 4">
            <a:extLst>
              <a:ext uri="{FF2B5EF4-FFF2-40B4-BE49-F238E27FC236}">
                <a16:creationId xmlns:a16="http://schemas.microsoft.com/office/drawing/2014/main" id="{E9119AF0-BAA0-31B4-998E-02AD3B07E859}"/>
              </a:ext>
            </a:extLst>
          </p:cNvPr>
          <p:cNvSpPr>
            <a:spLocks noGrp="1"/>
          </p:cNvSpPr>
          <p:nvPr>
            <p:ph type="sldNum" sz="quarter" idx="12"/>
          </p:nvPr>
        </p:nvSpPr>
        <p:spPr/>
        <p:txBody>
          <a:bodyPr/>
          <a:lstStyle>
            <a:lvl1pPr>
              <a:defRPr>
                <a:solidFill>
                  <a:schemeClr val="tx1"/>
                </a:solidFill>
              </a:defRPr>
            </a:lvl1pPr>
          </a:lstStyle>
          <a:p>
            <a:fld id="{AEC8D767-5246-2244-A4A3-B8AFB218393C}" type="slidenum">
              <a:rPr lang="en-GB" smtClean="0"/>
              <a:pPr/>
              <a:t>‹#›</a:t>
            </a:fld>
            <a:endParaRPr lang="en-GB"/>
          </a:p>
        </p:txBody>
      </p:sp>
      <p:sp>
        <p:nvSpPr>
          <p:cNvPr id="2" name="Picture Placeholder 91">
            <a:extLst>
              <a:ext uri="{FF2B5EF4-FFF2-40B4-BE49-F238E27FC236}">
                <a16:creationId xmlns:a16="http://schemas.microsoft.com/office/drawing/2014/main" id="{26B4C449-2487-DF2A-7645-8218B023E592}"/>
              </a:ext>
            </a:extLst>
          </p:cNvPr>
          <p:cNvSpPr>
            <a:spLocks noGrp="1"/>
          </p:cNvSpPr>
          <p:nvPr>
            <p:ph type="pic" sz="quarter" idx="55" hasCustomPrompt="1"/>
          </p:nvPr>
        </p:nvSpPr>
        <p:spPr>
          <a:xfrm>
            <a:off x="3225799" y="291037"/>
            <a:ext cx="8674099" cy="45719"/>
          </a:xfrm>
          <a:custGeom>
            <a:avLst/>
            <a:gdLst>
              <a:gd name="connsiteX0" fmla="*/ 0 w 827088"/>
              <a:gd name="connsiteY0" fmla="*/ 0 h 476063"/>
              <a:gd name="connsiteX1" fmla="*/ 827088 w 827088"/>
              <a:gd name="connsiteY1" fmla="*/ 0 h 476063"/>
              <a:gd name="connsiteX2" fmla="*/ 827088 w 827088"/>
              <a:gd name="connsiteY2" fmla="*/ 476063 h 476063"/>
              <a:gd name="connsiteX3" fmla="*/ 0 w 827088"/>
              <a:gd name="connsiteY3" fmla="*/ 476063 h 476063"/>
              <a:gd name="connsiteX0" fmla="*/ 0 w 827088"/>
              <a:gd name="connsiteY0" fmla="*/ 476063 h 567503"/>
              <a:gd name="connsiteX1" fmla="*/ 0 w 827088"/>
              <a:gd name="connsiteY1" fmla="*/ 0 h 567503"/>
              <a:gd name="connsiteX2" fmla="*/ 827088 w 827088"/>
              <a:gd name="connsiteY2" fmla="*/ 0 h 567503"/>
              <a:gd name="connsiteX3" fmla="*/ 827088 w 827088"/>
              <a:gd name="connsiteY3" fmla="*/ 476063 h 567503"/>
              <a:gd name="connsiteX4" fmla="*/ 91440 w 827088"/>
              <a:gd name="connsiteY4" fmla="*/ 567503 h 567503"/>
              <a:gd name="connsiteX0" fmla="*/ 0 w 827088"/>
              <a:gd name="connsiteY0" fmla="*/ 476063 h 476063"/>
              <a:gd name="connsiteX1" fmla="*/ 0 w 827088"/>
              <a:gd name="connsiteY1" fmla="*/ 0 h 476063"/>
              <a:gd name="connsiteX2" fmla="*/ 827088 w 827088"/>
              <a:gd name="connsiteY2" fmla="*/ 0 h 476063"/>
              <a:gd name="connsiteX3" fmla="*/ 827088 w 827088"/>
              <a:gd name="connsiteY3" fmla="*/ 476063 h 476063"/>
              <a:gd name="connsiteX0" fmla="*/ 0 w 827088"/>
              <a:gd name="connsiteY0" fmla="*/ 476063 h 476063"/>
              <a:gd name="connsiteX1" fmla="*/ 0 w 827088"/>
              <a:gd name="connsiteY1" fmla="*/ 0 h 476063"/>
              <a:gd name="connsiteX2" fmla="*/ 827088 w 827088"/>
              <a:gd name="connsiteY2" fmla="*/ 0 h 476063"/>
              <a:gd name="connsiteX0" fmla="*/ 0 w 827088"/>
              <a:gd name="connsiteY0" fmla="*/ 0 h 0"/>
              <a:gd name="connsiteX1" fmla="*/ 827088 w 827088"/>
              <a:gd name="connsiteY1" fmla="*/ 0 h 0"/>
            </a:gdLst>
            <a:ahLst/>
            <a:cxnLst>
              <a:cxn ang="0">
                <a:pos x="connsiteX0" y="connsiteY0"/>
              </a:cxn>
              <a:cxn ang="0">
                <a:pos x="connsiteX1" y="connsiteY1"/>
              </a:cxn>
            </a:cxnLst>
            <a:rect l="l" t="t" r="r" b="b"/>
            <a:pathLst>
              <a:path w="827088">
                <a:moveTo>
                  <a:pt x="0" y="0"/>
                </a:moveTo>
                <a:lnTo>
                  <a:pt x="827088" y="0"/>
                </a:lnTo>
              </a:path>
            </a:pathLst>
          </a:custGeom>
          <a:ln>
            <a:solidFill>
              <a:schemeClr val="tx1"/>
            </a:solidFill>
          </a:ln>
        </p:spPr>
        <p:txBody>
          <a:bodyPr wrap="square">
            <a:noAutofit/>
          </a:bodyPr>
          <a:lstStyle>
            <a:lvl1pPr>
              <a:defRPr sz="400"/>
            </a:lvl1pPr>
            <a:lvl9pPr>
              <a:defRPr>
                <a:solidFill>
                  <a:schemeClr val="tx1"/>
                </a:solidFill>
              </a:defRPr>
            </a:lvl9pPr>
          </a:lstStyle>
          <a:p>
            <a:pPr lvl="8"/>
            <a:r>
              <a:rPr lang="en-GB" dirty="0"/>
              <a:t> </a:t>
            </a:r>
          </a:p>
        </p:txBody>
      </p:sp>
      <p:sp>
        <p:nvSpPr>
          <p:cNvPr id="6" name="Text Placeholder 14">
            <a:extLst>
              <a:ext uri="{FF2B5EF4-FFF2-40B4-BE49-F238E27FC236}">
                <a16:creationId xmlns:a16="http://schemas.microsoft.com/office/drawing/2014/main" id="{D7090765-328D-D615-6AFB-B0F523075373}"/>
              </a:ext>
            </a:extLst>
          </p:cNvPr>
          <p:cNvSpPr>
            <a:spLocks noGrp="1"/>
          </p:cNvSpPr>
          <p:nvPr>
            <p:ph type="body" sz="quarter" idx="60"/>
          </p:nvPr>
        </p:nvSpPr>
        <p:spPr>
          <a:xfrm>
            <a:off x="8124824" y="527050"/>
            <a:ext cx="3775075" cy="14986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p:txBody>
      </p:sp>
      <p:sp>
        <p:nvSpPr>
          <p:cNvPr id="12" name="Picture Placeholder 91">
            <a:extLst>
              <a:ext uri="{FF2B5EF4-FFF2-40B4-BE49-F238E27FC236}">
                <a16:creationId xmlns:a16="http://schemas.microsoft.com/office/drawing/2014/main" id="{04E11CE5-CC63-4DF3-91BC-7D123FA2380B}"/>
              </a:ext>
            </a:extLst>
          </p:cNvPr>
          <p:cNvSpPr>
            <a:spLocks noGrp="1"/>
          </p:cNvSpPr>
          <p:nvPr>
            <p:ph type="pic" sz="quarter" idx="67" hasCustomPrompt="1"/>
          </p:nvPr>
        </p:nvSpPr>
        <p:spPr>
          <a:xfrm>
            <a:off x="3225799" y="2282397"/>
            <a:ext cx="8674099" cy="45719"/>
          </a:xfrm>
          <a:custGeom>
            <a:avLst/>
            <a:gdLst>
              <a:gd name="connsiteX0" fmla="*/ 0 w 827088"/>
              <a:gd name="connsiteY0" fmla="*/ 0 h 476063"/>
              <a:gd name="connsiteX1" fmla="*/ 827088 w 827088"/>
              <a:gd name="connsiteY1" fmla="*/ 0 h 476063"/>
              <a:gd name="connsiteX2" fmla="*/ 827088 w 827088"/>
              <a:gd name="connsiteY2" fmla="*/ 476063 h 476063"/>
              <a:gd name="connsiteX3" fmla="*/ 0 w 827088"/>
              <a:gd name="connsiteY3" fmla="*/ 476063 h 476063"/>
              <a:gd name="connsiteX0" fmla="*/ 0 w 827088"/>
              <a:gd name="connsiteY0" fmla="*/ 476063 h 567503"/>
              <a:gd name="connsiteX1" fmla="*/ 0 w 827088"/>
              <a:gd name="connsiteY1" fmla="*/ 0 h 567503"/>
              <a:gd name="connsiteX2" fmla="*/ 827088 w 827088"/>
              <a:gd name="connsiteY2" fmla="*/ 0 h 567503"/>
              <a:gd name="connsiteX3" fmla="*/ 827088 w 827088"/>
              <a:gd name="connsiteY3" fmla="*/ 476063 h 567503"/>
              <a:gd name="connsiteX4" fmla="*/ 91440 w 827088"/>
              <a:gd name="connsiteY4" fmla="*/ 567503 h 567503"/>
              <a:gd name="connsiteX0" fmla="*/ 0 w 827088"/>
              <a:gd name="connsiteY0" fmla="*/ 476063 h 476063"/>
              <a:gd name="connsiteX1" fmla="*/ 0 w 827088"/>
              <a:gd name="connsiteY1" fmla="*/ 0 h 476063"/>
              <a:gd name="connsiteX2" fmla="*/ 827088 w 827088"/>
              <a:gd name="connsiteY2" fmla="*/ 0 h 476063"/>
              <a:gd name="connsiteX3" fmla="*/ 827088 w 827088"/>
              <a:gd name="connsiteY3" fmla="*/ 476063 h 476063"/>
              <a:gd name="connsiteX0" fmla="*/ 0 w 827088"/>
              <a:gd name="connsiteY0" fmla="*/ 476063 h 476063"/>
              <a:gd name="connsiteX1" fmla="*/ 0 w 827088"/>
              <a:gd name="connsiteY1" fmla="*/ 0 h 476063"/>
              <a:gd name="connsiteX2" fmla="*/ 827088 w 827088"/>
              <a:gd name="connsiteY2" fmla="*/ 0 h 476063"/>
              <a:gd name="connsiteX0" fmla="*/ 0 w 827088"/>
              <a:gd name="connsiteY0" fmla="*/ 0 h 0"/>
              <a:gd name="connsiteX1" fmla="*/ 827088 w 827088"/>
              <a:gd name="connsiteY1" fmla="*/ 0 h 0"/>
            </a:gdLst>
            <a:ahLst/>
            <a:cxnLst>
              <a:cxn ang="0">
                <a:pos x="connsiteX0" y="connsiteY0"/>
              </a:cxn>
              <a:cxn ang="0">
                <a:pos x="connsiteX1" y="connsiteY1"/>
              </a:cxn>
            </a:cxnLst>
            <a:rect l="l" t="t" r="r" b="b"/>
            <a:pathLst>
              <a:path w="827088">
                <a:moveTo>
                  <a:pt x="0" y="0"/>
                </a:moveTo>
                <a:lnTo>
                  <a:pt x="827088" y="0"/>
                </a:lnTo>
              </a:path>
            </a:pathLst>
          </a:custGeom>
          <a:ln>
            <a:solidFill>
              <a:schemeClr val="tx1"/>
            </a:solidFill>
          </a:ln>
        </p:spPr>
        <p:txBody>
          <a:bodyPr wrap="square">
            <a:noAutofit/>
          </a:bodyPr>
          <a:lstStyle>
            <a:lvl1pPr>
              <a:defRPr sz="400"/>
            </a:lvl1pPr>
            <a:lvl9pPr>
              <a:defRPr>
                <a:solidFill>
                  <a:schemeClr val="tx1"/>
                </a:solidFill>
              </a:defRPr>
            </a:lvl9pPr>
          </a:lstStyle>
          <a:p>
            <a:pPr lvl="8"/>
            <a:r>
              <a:rPr lang="en-GB" dirty="0"/>
              <a:t> </a:t>
            </a:r>
          </a:p>
        </p:txBody>
      </p:sp>
      <p:sp>
        <p:nvSpPr>
          <p:cNvPr id="16" name="Text Placeholder 14">
            <a:extLst>
              <a:ext uri="{FF2B5EF4-FFF2-40B4-BE49-F238E27FC236}">
                <a16:creationId xmlns:a16="http://schemas.microsoft.com/office/drawing/2014/main" id="{89F6050B-0591-0406-0A2B-C58DB12244B1}"/>
              </a:ext>
            </a:extLst>
          </p:cNvPr>
          <p:cNvSpPr>
            <a:spLocks noGrp="1"/>
          </p:cNvSpPr>
          <p:nvPr>
            <p:ph type="body" sz="quarter" idx="69"/>
          </p:nvPr>
        </p:nvSpPr>
        <p:spPr>
          <a:xfrm>
            <a:off x="8124824" y="2518410"/>
            <a:ext cx="3775075" cy="14986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p:txBody>
      </p:sp>
      <p:sp>
        <p:nvSpPr>
          <p:cNvPr id="17" name="Picture Placeholder 91">
            <a:extLst>
              <a:ext uri="{FF2B5EF4-FFF2-40B4-BE49-F238E27FC236}">
                <a16:creationId xmlns:a16="http://schemas.microsoft.com/office/drawing/2014/main" id="{95D4FFE4-0D64-5F30-AD0F-100BD6D65389}"/>
              </a:ext>
            </a:extLst>
          </p:cNvPr>
          <p:cNvSpPr>
            <a:spLocks noGrp="1"/>
          </p:cNvSpPr>
          <p:nvPr>
            <p:ph type="pic" sz="quarter" idx="70" hasCustomPrompt="1"/>
          </p:nvPr>
        </p:nvSpPr>
        <p:spPr>
          <a:xfrm>
            <a:off x="3225799" y="4286469"/>
            <a:ext cx="8674099" cy="45719"/>
          </a:xfrm>
          <a:custGeom>
            <a:avLst/>
            <a:gdLst>
              <a:gd name="connsiteX0" fmla="*/ 0 w 827088"/>
              <a:gd name="connsiteY0" fmla="*/ 0 h 476063"/>
              <a:gd name="connsiteX1" fmla="*/ 827088 w 827088"/>
              <a:gd name="connsiteY1" fmla="*/ 0 h 476063"/>
              <a:gd name="connsiteX2" fmla="*/ 827088 w 827088"/>
              <a:gd name="connsiteY2" fmla="*/ 476063 h 476063"/>
              <a:gd name="connsiteX3" fmla="*/ 0 w 827088"/>
              <a:gd name="connsiteY3" fmla="*/ 476063 h 476063"/>
              <a:gd name="connsiteX0" fmla="*/ 0 w 827088"/>
              <a:gd name="connsiteY0" fmla="*/ 476063 h 567503"/>
              <a:gd name="connsiteX1" fmla="*/ 0 w 827088"/>
              <a:gd name="connsiteY1" fmla="*/ 0 h 567503"/>
              <a:gd name="connsiteX2" fmla="*/ 827088 w 827088"/>
              <a:gd name="connsiteY2" fmla="*/ 0 h 567503"/>
              <a:gd name="connsiteX3" fmla="*/ 827088 w 827088"/>
              <a:gd name="connsiteY3" fmla="*/ 476063 h 567503"/>
              <a:gd name="connsiteX4" fmla="*/ 91440 w 827088"/>
              <a:gd name="connsiteY4" fmla="*/ 567503 h 567503"/>
              <a:gd name="connsiteX0" fmla="*/ 0 w 827088"/>
              <a:gd name="connsiteY0" fmla="*/ 476063 h 476063"/>
              <a:gd name="connsiteX1" fmla="*/ 0 w 827088"/>
              <a:gd name="connsiteY1" fmla="*/ 0 h 476063"/>
              <a:gd name="connsiteX2" fmla="*/ 827088 w 827088"/>
              <a:gd name="connsiteY2" fmla="*/ 0 h 476063"/>
              <a:gd name="connsiteX3" fmla="*/ 827088 w 827088"/>
              <a:gd name="connsiteY3" fmla="*/ 476063 h 476063"/>
              <a:gd name="connsiteX0" fmla="*/ 0 w 827088"/>
              <a:gd name="connsiteY0" fmla="*/ 476063 h 476063"/>
              <a:gd name="connsiteX1" fmla="*/ 0 w 827088"/>
              <a:gd name="connsiteY1" fmla="*/ 0 h 476063"/>
              <a:gd name="connsiteX2" fmla="*/ 827088 w 827088"/>
              <a:gd name="connsiteY2" fmla="*/ 0 h 476063"/>
              <a:gd name="connsiteX0" fmla="*/ 0 w 827088"/>
              <a:gd name="connsiteY0" fmla="*/ 0 h 0"/>
              <a:gd name="connsiteX1" fmla="*/ 827088 w 827088"/>
              <a:gd name="connsiteY1" fmla="*/ 0 h 0"/>
            </a:gdLst>
            <a:ahLst/>
            <a:cxnLst>
              <a:cxn ang="0">
                <a:pos x="connsiteX0" y="connsiteY0"/>
              </a:cxn>
              <a:cxn ang="0">
                <a:pos x="connsiteX1" y="connsiteY1"/>
              </a:cxn>
            </a:cxnLst>
            <a:rect l="l" t="t" r="r" b="b"/>
            <a:pathLst>
              <a:path w="827088">
                <a:moveTo>
                  <a:pt x="0" y="0"/>
                </a:moveTo>
                <a:lnTo>
                  <a:pt x="827088" y="0"/>
                </a:lnTo>
              </a:path>
            </a:pathLst>
          </a:custGeom>
          <a:ln>
            <a:solidFill>
              <a:schemeClr val="tx1"/>
            </a:solidFill>
          </a:ln>
        </p:spPr>
        <p:txBody>
          <a:bodyPr wrap="square">
            <a:noAutofit/>
          </a:bodyPr>
          <a:lstStyle>
            <a:lvl1pPr>
              <a:defRPr sz="400"/>
            </a:lvl1pPr>
            <a:lvl9pPr>
              <a:defRPr>
                <a:solidFill>
                  <a:schemeClr val="tx1"/>
                </a:solidFill>
              </a:defRPr>
            </a:lvl9pPr>
          </a:lstStyle>
          <a:p>
            <a:pPr lvl="8"/>
            <a:r>
              <a:rPr lang="en-GB" dirty="0"/>
              <a:t> </a:t>
            </a:r>
          </a:p>
        </p:txBody>
      </p:sp>
      <p:sp>
        <p:nvSpPr>
          <p:cNvPr id="21" name="Text Placeholder 14">
            <a:extLst>
              <a:ext uri="{FF2B5EF4-FFF2-40B4-BE49-F238E27FC236}">
                <a16:creationId xmlns:a16="http://schemas.microsoft.com/office/drawing/2014/main" id="{C4F52E6D-F9EF-905D-6975-963F7D958ED5}"/>
              </a:ext>
            </a:extLst>
          </p:cNvPr>
          <p:cNvSpPr>
            <a:spLocks noGrp="1"/>
          </p:cNvSpPr>
          <p:nvPr>
            <p:ph type="body" sz="quarter" idx="72"/>
          </p:nvPr>
        </p:nvSpPr>
        <p:spPr>
          <a:xfrm>
            <a:off x="8124824" y="4522482"/>
            <a:ext cx="3775075" cy="14986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p:txBody>
      </p:sp>
      <p:sp>
        <p:nvSpPr>
          <p:cNvPr id="22" name="Picture Placeholder 91">
            <a:extLst>
              <a:ext uri="{FF2B5EF4-FFF2-40B4-BE49-F238E27FC236}">
                <a16:creationId xmlns:a16="http://schemas.microsoft.com/office/drawing/2014/main" id="{02D2CE40-9732-D3AB-4F10-762299122CE1}"/>
              </a:ext>
            </a:extLst>
          </p:cNvPr>
          <p:cNvSpPr>
            <a:spLocks noGrp="1"/>
          </p:cNvSpPr>
          <p:nvPr>
            <p:ph type="pic" sz="quarter" idx="73" hasCustomPrompt="1"/>
          </p:nvPr>
        </p:nvSpPr>
        <p:spPr>
          <a:xfrm>
            <a:off x="3225799" y="6287989"/>
            <a:ext cx="8674099" cy="45719"/>
          </a:xfrm>
          <a:custGeom>
            <a:avLst/>
            <a:gdLst>
              <a:gd name="connsiteX0" fmla="*/ 0 w 827088"/>
              <a:gd name="connsiteY0" fmla="*/ 0 h 476063"/>
              <a:gd name="connsiteX1" fmla="*/ 827088 w 827088"/>
              <a:gd name="connsiteY1" fmla="*/ 0 h 476063"/>
              <a:gd name="connsiteX2" fmla="*/ 827088 w 827088"/>
              <a:gd name="connsiteY2" fmla="*/ 476063 h 476063"/>
              <a:gd name="connsiteX3" fmla="*/ 0 w 827088"/>
              <a:gd name="connsiteY3" fmla="*/ 476063 h 476063"/>
              <a:gd name="connsiteX0" fmla="*/ 0 w 827088"/>
              <a:gd name="connsiteY0" fmla="*/ 476063 h 567503"/>
              <a:gd name="connsiteX1" fmla="*/ 0 w 827088"/>
              <a:gd name="connsiteY1" fmla="*/ 0 h 567503"/>
              <a:gd name="connsiteX2" fmla="*/ 827088 w 827088"/>
              <a:gd name="connsiteY2" fmla="*/ 0 h 567503"/>
              <a:gd name="connsiteX3" fmla="*/ 827088 w 827088"/>
              <a:gd name="connsiteY3" fmla="*/ 476063 h 567503"/>
              <a:gd name="connsiteX4" fmla="*/ 91440 w 827088"/>
              <a:gd name="connsiteY4" fmla="*/ 567503 h 567503"/>
              <a:gd name="connsiteX0" fmla="*/ 0 w 827088"/>
              <a:gd name="connsiteY0" fmla="*/ 476063 h 476063"/>
              <a:gd name="connsiteX1" fmla="*/ 0 w 827088"/>
              <a:gd name="connsiteY1" fmla="*/ 0 h 476063"/>
              <a:gd name="connsiteX2" fmla="*/ 827088 w 827088"/>
              <a:gd name="connsiteY2" fmla="*/ 0 h 476063"/>
              <a:gd name="connsiteX3" fmla="*/ 827088 w 827088"/>
              <a:gd name="connsiteY3" fmla="*/ 476063 h 476063"/>
              <a:gd name="connsiteX0" fmla="*/ 0 w 827088"/>
              <a:gd name="connsiteY0" fmla="*/ 476063 h 476063"/>
              <a:gd name="connsiteX1" fmla="*/ 0 w 827088"/>
              <a:gd name="connsiteY1" fmla="*/ 0 h 476063"/>
              <a:gd name="connsiteX2" fmla="*/ 827088 w 827088"/>
              <a:gd name="connsiteY2" fmla="*/ 0 h 476063"/>
              <a:gd name="connsiteX0" fmla="*/ 0 w 827088"/>
              <a:gd name="connsiteY0" fmla="*/ 0 h 0"/>
              <a:gd name="connsiteX1" fmla="*/ 827088 w 827088"/>
              <a:gd name="connsiteY1" fmla="*/ 0 h 0"/>
            </a:gdLst>
            <a:ahLst/>
            <a:cxnLst>
              <a:cxn ang="0">
                <a:pos x="connsiteX0" y="connsiteY0"/>
              </a:cxn>
              <a:cxn ang="0">
                <a:pos x="connsiteX1" y="connsiteY1"/>
              </a:cxn>
            </a:cxnLst>
            <a:rect l="l" t="t" r="r" b="b"/>
            <a:pathLst>
              <a:path w="827088">
                <a:moveTo>
                  <a:pt x="0" y="0"/>
                </a:moveTo>
                <a:lnTo>
                  <a:pt x="827088" y="0"/>
                </a:lnTo>
              </a:path>
            </a:pathLst>
          </a:custGeom>
          <a:ln>
            <a:solidFill>
              <a:schemeClr val="tx1"/>
            </a:solidFill>
          </a:ln>
        </p:spPr>
        <p:txBody>
          <a:bodyPr wrap="square">
            <a:noAutofit/>
          </a:bodyPr>
          <a:lstStyle>
            <a:lvl1pPr>
              <a:defRPr sz="400"/>
            </a:lvl1pPr>
            <a:lvl9pPr>
              <a:defRPr>
                <a:solidFill>
                  <a:schemeClr val="tx1"/>
                </a:solidFill>
              </a:defRPr>
            </a:lvl9pPr>
          </a:lstStyle>
          <a:p>
            <a:pPr lvl="8"/>
            <a:r>
              <a:rPr lang="en-GB" dirty="0"/>
              <a:t> </a:t>
            </a:r>
          </a:p>
        </p:txBody>
      </p:sp>
      <p:sp>
        <p:nvSpPr>
          <p:cNvPr id="23" name="Text Placeholder 26">
            <a:extLst>
              <a:ext uri="{FF2B5EF4-FFF2-40B4-BE49-F238E27FC236}">
                <a16:creationId xmlns:a16="http://schemas.microsoft.com/office/drawing/2014/main" id="{C4A7D748-90AF-308A-44E9-BE56492932EB}"/>
              </a:ext>
            </a:extLst>
          </p:cNvPr>
          <p:cNvSpPr>
            <a:spLocks noGrp="1"/>
          </p:cNvSpPr>
          <p:nvPr>
            <p:ph type="body" sz="quarter" idx="74" hasCustomPrompt="1"/>
          </p:nvPr>
        </p:nvSpPr>
        <p:spPr>
          <a:xfrm>
            <a:off x="3225800" y="111125"/>
            <a:ext cx="3776663" cy="1789113"/>
          </a:xfrm>
        </p:spPr>
        <p:txBody>
          <a:bodyPr/>
          <a:lstStyle>
            <a:lvl1pPr>
              <a:defRPr sz="11000">
                <a:solidFill>
                  <a:schemeClr val="accent1"/>
                </a:solidFill>
                <a:latin typeface="+mj-lt"/>
              </a:defRPr>
            </a:lvl1pPr>
          </a:lstStyle>
          <a:p>
            <a:pPr lvl="0"/>
            <a:r>
              <a:rPr lang="en-GB" dirty="0"/>
              <a:t>00</a:t>
            </a:r>
          </a:p>
        </p:txBody>
      </p:sp>
      <p:sp>
        <p:nvSpPr>
          <p:cNvPr id="26" name="Text Placeholder 26">
            <a:extLst>
              <a:ext uri="{FF2B5EF4-FFF2-40B4-BE49-F238E27FC236}">
                <a16:creationId xmlns:a16="http://schemas.microsoft.com/office/drawing/2014/main" id="{ED360C76-27A8-44D1-6730-F7FA8D1EC543}"/>
              </a:ext>
            </a:extLst>
          </p:cNvPr>
          <p:cNvSpPr>
            <a:spLocks noGrp="1"/>
          </p:cNvSpPr>
          <p:nvPr>
            <p:ph type="body" sz="quarter" idx="75" hasCustomPrompt="1"/>
          </p:nvPr>
        </p:nvSpPr>
        <p:spPr>
          <a:xfrm>
            <a:off x="3225800" y="2102616"/>
            <a:ext cx="3776663" cy="1789113"/>
          </a:xfrm>
        </p:spPr>
        <p:txBody>
          <a:bodyPr/>
          <a:lstStyle>
            <a:lvl1pPr>
              <a:defRPr sz="11000">
                <a:solidFill>
                  <a:schemeClr val="accent1"/>
                </a:solidFill>
                <a:latin typeface="+mj-lt"/>
              </a:defRPr>
            </a:lvl1pPr>
          </a:lstStyle>
          <a:p>
            <a:pPr lvl="0"/>
            <a:r>
              <a:rPr lang="en-GB" dirty="0"/>
              <a:t>00</a:t>
            </a:r>
          </a:p>
        </p:txBody>
      </p:sp>
      <p:sp>
        <p:nvSpPr>
          <p:cNvPr id="27" name="Text Placeholder 26">
            <a:extLst>
              <a:ext uri="{FF2B5EF4-FFF2-40B4-BE49-F238E27FC236}">
                <a16:creationId xmlns:a16="http://schemas.microsoft.com/office/drawing/2014/main" id="{28863499-99BA-9382-A790-8823B96ABCDE}"/>
              </a:ext>
            </a:extLst>
          </p:cNvPr>
          <p:cNvSpPr>
            <a:spLocks noGrp="1"/>
          </p:cNvSpPr>
          <p:nvPr>
            <p:ph type="body" sz="quarter" idx="76" hasCustomPrompt="1"/>
          </p:nvPr>
        </p:nvSpPr>
        <p:spPr>
          <a:xfrm>
            <a:off x="3225800" y="4106128"/>
            <a:ext cx="3776663" cy="1789113"/>
          </a:xfrm>
        </p:spPr>
        <p:txBody>
          <a:bodyPr/>
          <a:lstStyle>
            <a:lvl1pPr>
              <a:defRPr sz="11000">
                <a:solidFill>
                  <a:schemeClr val="accent1"/>
                </a:solidFill>
                <a:latin typeface="+mj-lt"/>
              </a:defRPr>
            </a:lvl1pPr>
          </a:lstStyle>
          <a:p>
            <a:pPr lvl="0"/>
            <a:r>
              <a:rPr lang="en-GB" dirty="0"/>
              <a:t>00</a:t>
            </a:r>
          </a:p>
        </p:txBody>
      </p:sp>
      <p:sp>
        <p:nvSpPr>
          <p:cNvPr id="8" name="Footer Placeholder 4">
            <a:extLst>
              <a:ext uri="{FF2B5EF4-FFF2-40B4-BE49-F238E27FC236}">
                <a16:creationId xmlns:a16="http://schemas.microsoft.com/office/drawing/2014/main" id="{9FE0DB2D-5681-9C6E-43DA-7FD40833A146}"/>
              </a:ext>
            </a:extLst>
          </p:cNvPr>
          <p:cNvSpPr>
            <a:spLocks noGrp="1"/>
          </p:cNvSpPr>
          <p:nvPr>
            <p:ph type="ftr" sz="quarter" idx="3"/>
          </p:nvPr>
        </p:nvSpPr>
        <p:spPr>
          <a:xfrm>
            <a:off x="288259" y="5868000"/>
            <a:ext cx="279466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dirty="0"/>
              <a:t>Slide legal disclaimer goes here if required
Slide footer goes here if required. Turn off globally using the Header/Footer function (under the Insert menu).</a:t>
            </a:r>
          </a:p>
        </p:txBody>
      </p:sp>
    </p:spTree>
    <p:extLst>
      <p:ext uri="{BB962C8B-B14F-4D97-AF65-F5344CB8AC3E}">
        <p14:creationId xmlns:p14="http://schemas.microsoft.com/office/powerpoint/2010/main" val="13952411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E88F223-1D7A-707E-10AB-5C41663BE54B}"/>
              </a:ext>
            </a:extLst>
          </p:cNvPr>
          <p:cNvSpPr/>
          <p:nvPr userDrawn="1"/>
        </p:nvSpPr>
        <p:spPr>
          <a:xfrm>
            <a:off x="6583680" y="0"/>
            <a:ext cx="560832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n-lt"/>
            </a:endParaRPr>
          </a:p>
        </p:txBody>
      </p:sp>
      <p:sp>
        <p:nvSpPr>
          <p:cNvPr id="5" name="Slide Number Placeholder 4">
            <a:extLst>
              <a:ext uri="{FF2B5EF4-FFF2-40B4-BE49-F238E27FC236}">
                <a16:creationId xmlns:a16="http://schemas.microsoft.com/office/drawing/2014/main" id="{E9119AF0-BAA0-31B4-998E-02AD3B07E859}"/>
              </a:ext>
            </a:extLst>
          </p:cNvPr>
          <p:cNvSpPr>
            <a:spLocks noGrp="1"/>
          </p:cNvSpPr>
          <p:nvPr>
            <p:ph type="sldNum" sz="quarter" idx="12"/>
          </p:nvPr>
        </p:nvSpPr>
        <p:spPr/>
        <p:txBody>
          <a:bodyPr/>
          <a:lstStyle>
            <a:lvl1pPr>
              <a:defRPr>
                <a:solidFill>
                  <a:schemeClr val="bg1"/>
                </a:solidFill>
              </a:defRPr>
            </a:lvl1pPr>
          </a:lstStyle>
          <a:p>
            <a:fld id="{AEC8D767-5246-2244-A4A3-B8AFB218393C}" type="slidenum">
              <a:rPr lang="en-GB" smtClean="0"/>
              <a:pPr/>
              <a:t>‹#›</a:t>
            </a:fld>
            <a:endParaRPr lang="en-GB" dirty="0"/>
          </a:p>
        </p:txBody>
      </p:sp>
      <p:sp>
        <p:nvSpPr>
          <p:cNvPr id="3" name="Content Placeholder 2">
            <a:extLst>
              <a:ext uri="{FF2B5EF4-FFF2-40B4-BE49-F238E27FC236}">
                <a16:creationId xmlns:a16="http://schemas.microsoft.com/office/drawing/2014/main" id="{6770E69B-48F7-61D5-681E-68705A6AADAC}"/>
              </a:ext>
            </a:extLst>
          </p:cNvPr>
          <p:cNvSpPr>
            <a:spLocks noGrp="1"/>
          </p:cNvSpPr>
          <p:nvPr>
            <p:ph idx="1" hasCustomPrompt="1"/>
          </p:nvPr>
        </p:nvSpPr>
        <p:spPr>
          <a:xfrm>
            <a:off x="289384" y="2338387"/>
            <a:ext cx="5733085" cy="3427413"/>
          </a:xfrm>
        </p:spPr>
        <p:txBody>
          <a:bodyPr/>
          <a:lstStyle/>
          <a:p>
            <a:pPr lvl="0"/>
            <a:r>
              <a:rPr lang="en-GB" dirty="0"/>
              <a:t>Click to add text. Delete if not required.</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Title 7">
            <a:extLst>
              <a:ext uri="{FF2B5EF4-FFF2-40B4-BE49-F238E27FC236}">
                <a16:creationId xmlns:a16="http://schemas.microsoft.com/office/drawing/2014/main" id="{A4141273-8612-0373-5CE1-A74C8304F40A}"/>
              </a:ext>
            </a:extLst>
          </p:cNvPr>
          <p:cNvSpPr>
            <a:spLocks noGrp="1"/>
          </p:cNvSpPr>
          <p:nvPr>
            <p:ph type="title" hasCustomPrompt="1"/>
          </p:nvPr>
        </p:nvSpPr>
        <p:spPr>
          <a:xfrm>
            <a:off x="288303" y="262800"/>
            <a:ext cx="5733084" cy="454529"/>
          </a:xfrm>
        </p:spPr>
        <p:txBody>
          <a:bodyPr/>
          <a:lstStyle/>
          <a:p>
            <a:r>
              <a:rPr lang="en-US" dirty="0"/>
              <a:t>Master title style</a:t>
            </a:r>
            <a:endParaRPr lang="en-GB" dirty="0"/>
          </a:p>
        </p:txBody>
      </p:sp>
      <p:sp>
        <p:nvSpPr>
          <p:cNvPr id="7" name="Subtitle 2">
            <a:extLst>
              <a:ext uri="{FF2B5EF4-FFF2-40B4-BE49-F238E27FC236}">
                <a16:creationId xmlns:a16="http://schemas.microsoft.com/office/drawing/2014/main" id="{460EC19D-5C44-4557-54CE-FA6CE565E479}"/>
              </a:ext>
            </a:extLst>
          </p:cNvPr>
          <p:cNvSpPr>
            <a:spLocks noGrp="1"/>
          </p:cNvSpPr>
          <p:nvPr>
            <p:ph type="subTitle" idx="19" hasCustomPrompt="1"/>
          </p:nvPr>
        </p:nvSpPr>
        <p:spPr>
          <a:xfrm>
            <a:off x="288302" y="713620"/>
            <a:ext cx="5733084" cy="292965"/>
          </a:xfrm>
        </p:spPr>
        <p:txBody>
          <a:bodyPr vert="horz" wrap="square" lIns="0" tIns="0" rIns="0" bIns="0" rtlCol="0" anchor="t">
            <a:spAutoFit/>
          </a:bodyPr>
          <a:lstStyle>
            <a:lvl1pPr>
              <a:defRPr lang="en-GB" b="1" dirty="0"/>
            </a:lvl1pPr>
          </a:lstStyle>
          <a:p>
            <a:pPr lvl="0"/>
            <a:r>
              <a:rPr lang="en-GB" dirty="0"/>
              <a:t>Subtitle. Delete if not required.</a:t>
            </a:r>
          </a:p>
        </p:txBody>
      </p:sp>
      <p:sp>
        <p:nvSpPr>
          <p:cNvPr id="13" name="Text Placeholder 12">
            <a:extLst>
              <a:ext uri="{FF2B5EF4-FFF2-40B4-BE49-F238E27FC236}">
                <a16:creationId xmlns:a16="http://schemas.microsoft.com/office/drawing/2014/main" id="{2D949BE1-5181-CCD9-89D9-3FDED96843C5}"/>
              </a:ext>
            </a:extLst>
          </p:cNvPr>
          <p:cNvSpPr>
            <a:spLocks noGrp="1"/>
          </p:cNvSpPr>
          <p:nvPr>
            <p:ph type="body" sz="quarter" idx="20" hasCustomPrompt="1"/>
          </p:nvPr>
        </p:nvSpPr>
        <p:spPr>
          <a:xfrm>
            <a:off x="7145337" y="2338388"/>
            <a:ext cx="4757737" cy="3427412"/>
          </a:xfrm>
        </p:spPr>
        <p:txBody>
          <a:bodyPr/>
          <a:lstStyle>
            <a:lvl1pPr>
              <a:lnSpc>
                <a:spcPct val="80000"/>
              </a:lnSpc>
              <a:defRPr sz="5400">
                <a:solidFill>
                  <a:schemeClr val="bg1"/>
                </a:solidFill>
                <a:latin typeface="+mj-lt"/>
              </a:defRPr>
            </a:lvl1pPr>
            <a:lvl2pPr>
              <a:defRPr lang="en-GB" dirty="0" smtClean="0">
                <a:solidFill>
                  <a:schemeClr val="bg1"/>
                </a:solidFill>
              </a:defRPr>
            </a:lvl2pPr>
            <a:lvl3pPr>
              <a:defRPr lang="en-GB" dirty="0" smtClean="0">
                <a:solidFill>
                  <a:schemeClr val="bg1"/>
                </a:solidFill>
              </a:defRPr>
            </a:lvl3pPr>
            <a:lvl4pPr>
              <a:defRPr lang="en-GB" dirty="0" smtClean="0">
                <a:solidFill>
                  <a:schemeClr val="bg1"/>
                </a:solidFill>
              </a:defRPr>
            </a:lvl4pPr>
            <a:lvl5pPr>
              <a:defRPr lang="en-US" dirty="0">
                <a:solidFill>
                  <a:schemeClr val="bg1"/>
                </a:solidFill>
              </a:defRPr>
            </a:lvl5pPr>
          </a:lstStyle>
          <a:p>
            <a:pPr lvl="0"/>
            <a:r>
              <a:rPr lang="en-GB" dirty="0"/>
              <a:t>“Quote goes here. Delete speech marks if not required.”</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Text Placeholder 7">
            <a:extLst>
              <a:ext uri="{FF2B5EF4-FFF2-40B4-BE49-F238E27FC236}">
                <a16:creationId xmlns:a16="http://schemas.microsoft.com/office/drawing/2014/main" id="{9616647F-6551-5C71-EECF-7BC298E933EF}"/>
              </a:ext>
            </a:extLst>
          </p:cNvPr>
          <p:cNvSpPr>
            <a:spLocks noGrp="1"/>
          </p:cNvSpPr>
          <p:nvPr>
            <p:ph type="body" sz="quarter" idx="14" hasCustomPrompt="1"/>
          </p:nvPr>
        </p:nvSpPr>
        <p:spPr>
          <a:xfrm>
            <a:off x="8124825" y="295200"/>
            <a:ext cx="3778250" cy="876375"/>
          </a:xfrm>
        </p:spPr>
        <p:txBody>
          <a:bodyPr/>
          <a:lstStyle>
            <a:lvl1pPr>
              <a:defRPr sz="1400">
                <a:solidFill>
                  <a:schemeClr val="bg1"/>
                </a:solidFill>
              </a:defRPr>
            </a:lvl1pPr>
            <a:lvl2pPr>
              <a:defRPr sz="1400">
                <a:solidFill>
                  <a:schemeClr val="bg1"/>
                </a:solidFill>
              </a:defRPr>
            </a:lvl2pPr>
            <a:lvl3pPr>
              <a:defRPr sz="1200">
                <a:solidFill>
                  <a:schemeClr val="bg1"/>
                </a:solidFill>
              </a:defRPr>
            </a:lvl3pPr>
          </a:lstStyle>
          <a:p>
            <a:pPr lvl="0"/>
            <a:r>
              <a:rPr lang="en-GB" dirty="0"/>
              <a:t>Click to add text. Delete if not required. </a:t>
            </a:r>
          </a:p>
          <a:p>
            <a:pPr lvl="1"/>
            <a:r>
              <a:rPr lang="en-GB" dirty="0"/>
              <a:t>Second level</a:t>
            </a:r>
          </a:p>
          <a:p>
            <a:pPr lvl="2"/>
            <a:r>
              <a:rPr lang="en-GB" dirty="0"/>
              <a:t>Third level</a:t>
            </a:r>
          </a:p>
        </p:txBody>
      </p:sp>
      <p:sp>
        <p:nvSpPr>
          <p:cNvPr id="6" name="Footer Placeholder 4">
            <a:extLst>
              <a:ext uri="{FF2B5EF4-FFF2-40B4-BE49-F238E27FC236}">
                <a16:creationId xmlns:a16="http://schemas.microsoft.com/office/drawing/2014/main" id="{6BEC8F6E-46BB-F39D-C0DC-751CB89132B6}"/>
              </a:ext>
            </a:extLst>
          </p:cNvPr>
          <p:cNvSpPr>
            <a:spLocks noGrp="1"/>
          </p:cNvSpPr>
          <p:nvPr>
            <p:ph type="ftr" sz="quarter" idx="3"/>
          </p:nvPr>
        </p:nvSpPr>
        <p:spPr>
          <a:xfrm>
            <a:off x="288259" y="5868000"/>
            <a:ext cx="5733129"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b="0" i="0" dirty="0">
                <a:effectLst/>
              </a:rPr>
              <a:t>Slide legal disclaimer goes here if required
Slide footer goes here if required. Turn off globally using the Header/Footer function (under the Insert menu).</a:t>
            </a:r>
          </a:p>
        </p:txBody>
      </p:sp>
    </p:spTree>
    <p:extLst>
      <p:ext uri="{BB962C8B-B14F-4D97-AF65-F5344CB8AC3E}">
        <p14:creationId xmlns:p14="http://schemas.microsoft.com/office/powerpoint/2010/main" val="267525697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Accessible Version]">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E9119AF0-BAA0-31B4-998E-02AD3B07E859}"/>
              </a:ext>
            </a:extLst>
          </p:cNvPr>
          <p:cNvSpPr>
            <a:spLocks noGrp="1"/>
          </p:cNvSpPr>
          <p:nvPr>
            <p:ph type="sldNum" sz="quarter" idx="12"/>
          </p:nvPr>
        </p:nvSpPr>
        <p:spPr/>
        <p:txBody>
          <a:bodyPr/>
          <a:lstStyle>
            <a:lvl1pPr>
              <a:defRPr>
                <a:solidFill>
                  <a:schemeClr val="tx1"/>
                </a:solidFill>
              </a:defRPr>
            </a:lvl1pPr>
          </a:lstStyle>
          <a:p>
            <a:fld id="{AEC8D767-5246-2244-A4A3-B8AFB218393C}" type="slidenum">
              <a:rPr lang="en-GB" smtClean="0"/>
              <a:pPr/>
              <a:t>‹#›</a:t>
            </a:fld>
            <a:endParaRPr lang="en-GB" dirty="0"/>
          </a:p>
        </p:txBody>
      </p:sp>
      <p:sp>
        <p:nvSpPr>
          <p:cNvPr id="3" name="Content Placeholder 2">
            <a:extLst>
              <a:ext uri="{FF2B5EF4-FFF2-40B4-BE49-F238E27FC236}">
                <a16:creationId xmlns:a16="http://schemas.microsoft.com/office/drawing/2014/main" id="{6770E69B-48F7-61D5-681E-68705A6AADAC}"/>
              </a:ext>
            </a:extLst>
          </p:cNvPr>
          <p:cNvSpPr>
            <a:spLocks noGrp="1"/>
          </p:cNvSpPr>
          <p:nvPr>
            <p:ph idx="1" hasCustomPrompt="1"/>
          </p:nvPr>
        </p:nvSpPr>
        <p:spPr>
          <a:xfrm>
            <a:off x="289384" y="2338388"/>
            <a:ext cx="5733085" cy="3427412"/>
          </a:xfrm>
        </p:spPr>
        <p:txBody>
          <a:bodyPr/>
          <a:lstStyle/>
          <a:p>
            <a:pPr lvl="0"/>
            <a:r>
              <a:rPr lang="en-GB" dirty="0"/>
              <a:t>Click to add text. Delete if not required.</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Title 7">
            <a:extLst>
              <a:ext uri="{FF2B5EF4-FFF2-40B4-BE49-F238E27FC236}">
                <a16:creationId xmlns:a16="http://schemas.microsoft.com/office/drawing/2014/main" id="{A4141273-8612-0373-5CE1-A74C8304F40A}"/>
              </a:ext>
            </a:extLst>
          </p:cNvPr>
          <p:cNvSpPr>
            <a:spLocks noGrp="1"/>
          </p:cNvSpPr>
          <p:nvPr>
            <p:ph type="title" hasCustomPrompt="1"/>
          </p:nvPr>
        </p:nvSpPr>
        <p:spPr>
          <a:xfrm>
            <a:off x="288303" y="262800"/>
            <a:ext cx="5733084" cy="454529"/>
          </a:xfrm>
        </p:spPr>
        <p:txBody>
          <a:bodyPr/>
          <a:lstStyle/>
          <a:p>
            <a:r>
              <a:rPr lang="en-US" dirty="0"/>
              <a:t>Master title style</a:t>
            </a:r>
            <a:endParaRPr lang="en-GB" dirty="0"/>
          </a:p>
        </p:txBody>
      </p:sp>
      <p:sp>
        <p:nvSpPr>
          <p:cNvPr id="7" name="Subtitle 2">
            <a:extLst>
              <a:ext uri="{FF2B5EF4-FFF2-40B4-BE49-F238E27FC236}">
                <a16:creationId xmlns:a16="http://schemas.microsoft.com/office/drawing/2014/main" id="{460EC19D-5C44-4557-54CE-FA6CE565E479}"/>
              </a:ext>
            </a:extLst>
          </p:cNvPr>
          <p:cNvSpPr>
            <a:spLocks noGrp="1"/>
          </p:cNvSpPr>
          <p:nvPr>
            <p:ph type="subTitle" idx="19" hasCustomPrompt="1"/>
          </p:nvPr>
        </p:nvSpPr>
        <p:spPr>
          <a:xfrm>
            <a:off x="288302" y="713620"/>
            <a:ext cx="5733084" cy="292965"/>
          </a:xfrm>
        </p:spPr>
        <p:txBody>
          <a:bodyPr vert="horz" wrap="square" lIns="0" tIns="0" rIns="0" bIns="0" rtlCol="0" anchor="t">
            <a:spAutoFit/>
          </a:bodyPr>
          <a:lstStyle>
            <a:lvl1pPr>
              <a:defRPr lang="en-GB" b="1" dirty="0"/>
            </a:lvl1pPr>
          </a:lstStyle>
          <a:p>
            <a:pPr lvl="0"/>
            <a:r>
              <a:rPr lang="en-GB" dirty="0"/>
              <a:t>Subtitle. Delete if not required.</a:t>
            </a:r>
          </a:p>
        </p:txBody>
      </p:sp>
      <p:sp>
        <p:nvSpPr>
          <p:cNvPr id="13" name="Text Placeholder 12">
            <a:extLst>
              <a:ext uri="{FF2B5EF4-FFF2-40B4-BE49-F238E27FC236}">
                <a16:creationId xmlns:a16="http://schemas.microsoft.com/office/drawing/2014/main" id="{2D949BE1-5181-CCD9-89D9-3FDED96843C5}"/>
              </a:ext>
            </a:extLst>
          </p:cNvPr>
          <p:cNvSpPr>
            <a:spLocks noGrp="1"/>
          </p:cNvSpPr>
          <p:nvPr>
            <p:ph type="body" sz="quarter" idx="20" hasCustomPrompt="1"/>
          </p:nvPr>
        </p:nvSpPr>
        <p:spPr>
          <a:xfrm>
            <a:off x="7145337" y="2338388"/>
            <a:ext cx="4757737" cy="3427412"/>
          </a:xfrm>
        </p:spPr>
        <p:txBody>
          <a:bodyPr/>
          <a:lstStyle>
            <a:lvl1pPr>
              <a:lnSpc>
                <a:spcPct val="80000"/>
              </a:lnSpc>
              <a:defRPr sz="5400" i="0">
                <a:solidFill>
                  <a:schemeClr val="accent1"/>
                </a:solidFill>
                <a:latin typeface="+mj-lt"/>
              </a:defRPr>
            </a:lvl1pPr>
            <a:lvl2pPr>
              <a:defRPr lang="en-GB" dirty="0" smtClean="0">
                <a:solidFill>
                  <a:schemeClr val="tx1"/>
                </a:solidFill>
              </a:defRPr>
            </a:lvl2pPr>
            <a:lvl3pPr>
              <a:defRPr lang="en-GB" dirty="0" smtClean="0">
                <a:solidFill>
                  <a:schemeClr val="tx1"/>
                </a:solidFill>
              </a:defRPr>
            </a:lvl3pPr>
            <a:lvl4pPr>
              <a:defRPr lang="en-GB" dirty="0" smtClean="0">
                <a:solidFill>
                  <a:schemeClr val="tx1"/>
                </a:solidFill>
              </a:defRPr>
            </a:lvl4pPr>
            <a:lvl5pPr>
              <a:defRPr lang="en-US" dirty="0">
                <a:solidFill>
                  <a:schemeClr val="tx1"/>
                </a:solidFill>
              </a:defRPr>
            </a:lvl5pPr>
          </a:lstStyle>
          <a:p>
            <a:pPr lvl="0"/>
            <a:r>
              <a:rPr lang="en-GB" dirty="0"/>
              <a:t>“Quote goes here. Delete speech marks if not required.”</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Text Placeholder 7">
            <a:extLst>
              <a:ext uri="{FF2B5EF4-FFF2-40B4-BE49-F238E27FC236}">
                <a16:creationId xmlns:a16="http://schemas.microsoft.com/office/drawing/2014/main" id="{262EBE26-5504-780B-C8F1-AFCE93039485}"/>
              </a:ext>
            </a:extLst>
          </p:cNvPr>
          <p:cNvSpPr>
            <a:spLocks noGrp="1"/>
          </p:cNvSpPr>
          <p:nvPr>
            <p:ph type="body" sz="quarter" idx="14" hasCustomPrompt="1"/>
          </p:nvPr>
        </p:nvSpPr>
        <p:spPr>
          <a:xfrm>
            <a:off x="8124825" y="295200"/>
            <a:ext cx="3778250" cy="876375"/>
          </a:xfrm>
        </p:spPr>
        <p:txBody>
          <a:bodyPr/>
          <a:lstStyle>
            <a:lvl1pPr>
              <a:defRPr sz="1400"/>
            </a:lvl1pPr>
            <a:lvl2pPr>
              <a:defRPr sz="1400"/>
            </a:lvl2pPr>
            <a:lvl3pPr>
              <a:defRPr sz="1200"/>
            </a:lvl3pPr>
          </a:lstStyle>
          <a:p>
            <a:pPr lvl="0"/>
            <a:r>
              <a:rPr lang="en-GB" dirty="0"/>
              <a:t>Click to add text. Delete if not required.</a:t>
            </a:r>
          </a:p>
          <a:p>
            <a:pPr lvl="1"/>
            <a:r>
              <a:rPr lang="en-GB" dirty="0"/>
              <a:t>Second level</a:t>
            </a:r>
          </a:p>
          <a:p>
            <a:pPr lvl="2"/>
            <a:r>
              <a:rPr lang="en-GB" dirty="0"/>
              <a:t>Third level</a:t>
            </a:r>
          </a:p>
        </p:txBody>
      </p:sp>
      <p:sp>
        <p:nvSpPr>
          <p:cNvPr id="6" name="Footer Placeholder 4">
            <a:extLst>
              <a:ext uri="{FF2B5EF4-FFF2-40B4-BE49-F238E27FC236}">
                <a16:creationId xmlns:a16="http://schemas.microsoft.com/office/drawing/2014/main" id="{FF5227C2-8D93-ABD3-A0D2-E4BD40BC778D}"/>
              </a:ext>
            </a:extLst>
          </p:cNvPr>
          <p:cNvSpPr>
            <a:spLocks noGrp="1"/>
          </p:cNvSpPr>
          <p:nvPr>
            <p:ph type="ftr" sz="quarter" idx="3"/>
          </p:nvPr>
        </p:nvSpPr>
        <p:spPr>
          <a:xfrm>
            <a:off x="288259" y="5868000"/>
            <a:ext cx="5733084"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lang="en-US" dirty="0"/>
            </a:lvl1pPr>
          </a:lstStyle>
          <a:p>
            <a:pPr>
              <a:spcBef>
                <a:spcPts val="0"/>
              </a:spcBef>
              <a:spcAft>
                <a:spcPts val="300"/>
              </a:spcAft>
            </a:pPr>
            <a:r>
              <a:rPr lang="en-GB" dirty="0"/>
              <a:t>Slide legal disclaimer goes here if required
Slide footer goes here if required. Turn off globally using the Header/Footer function (under the Insert menu).</a:t>
            </a:r>
          </a:p>
        </p:txBody>
      </p:sp>
    </p:spTree>
    <p:extLst>
      <p:ext uri="{BB962C8B-B14F-4D97-AF65-F5344CB8AC3E}">
        <p14:creationId xmlns:p14="http://schemas.microsoft.com/office/powerpoint/2010/main" val="34837326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and Right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6F6140-34D9-F6B3-6BCD-3A50DD37FE45}"/>
              </a:ext>
            </a:extLst>
          </p:cNvPr>
          <p:cNvSpPr>
            <a:spLocks noGrp="1"/>
          </p:cNvSpPr>
          <p:nvPr>
            <p:ph type="title" hasCustomPrompt="1"/>
          </p:nvPr>
        </p:nvSpPr>
        <p:spPr>
          <a:xfrm>
            <a:off x="288303" y="262267"/>
            <a:ext cx="5733084" cy="468590"/>
          </a:xfrm>
        </p:spPr>
        <p:txBody>
          <a:bodyPr/>
          <a:lstStyle/>
          <a:p>
            <a:r>
              <a:rPr lang="en-GB" dirty="0"/>
              <a:t>Master title style</a:t>
            </a:r>
          </a:p>
        </p:txBody>
      </p:sp>
      <p:sp>
        <p:nvSpPr>
          <p:cNvPr id="7" name="Content Placeholder 6">
            <a:extLst>
              <a:ext uri="{FF2B5EF4-FFF2-40B4-BE49-F238E27FC236}">
                <a16:creationId xmlns:a16="http://schemas.microsoft.com/office/drawing/2014/main" id="{BA7EE611-EA9F-2CB5-2ACF-EF4D756FF28C}"/>
              </a:ext>
            </a:extLst>
          </p:cNvPr>
          <p:cNvSpPr>
            <a:spLocks noGrp="1"/>
          </p:cNvSpPr>
          <p:nvPr>
            <p:ph sz="quarter" idx="14"/>
          </p:nvPr>
        </p:nvSpPr>
        <p:spPr>
          <a:xfrm>
            <a:off x="6166800" y="270000"/>
            <a:ext cx="5737225" cy="5495800"/>
          </a:xfrm>
        </p:spPr>
        <p:txBody>
          <a:bodyPr/>
          <a:lstStyle>
            <a:lvl1pPr>
              <a:defRPr sz="1800"/>
            </a:lvl1pPr>
            <a:lvl2pPr>
              <a:defRPr sz="1800"/>
            </a:lvl2pPr>
            <a:lvl3pPr>
              <a:defRPr sz="1600"/>
            </a:lvl3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7">
            <a:extLst>
              <a:ext uri="{FF2B5EF4-FFF2-40B4-BE49-F238E27FC236}">
                <a16:creationId xmlns:a16="http://schemas.microsoft.com/office/drawing/2014/main" id="{9781BB63-AF6A-9F70-47D8-BF333C16188A}"/>
              </a:ext>
            </a:extLst>
          </p:cNvPr>
          <p:cNvSpPr>
            <a:spLocks noGrp="1"/>
          </p:cNvSpPr>
          <p:nvPr>
            <p:ph type="body" sz="quarter" idx="15" hasCustomPrompt="1"/>
          </p:nvPr>
        </p:nvSpPr>
        <p:spPr>
          <a:xfrm>
            <a:off x="288925" y="3867150"/>
            <a:ext cx="3778250" cy="1816002"/>
          </a:xfrm>
        </p:spPr>
        <p:txBody>
          <a:bodyPr/>
          <a:lstStyle/>
          <a:p>
            <a:pPr lvl="0"/>
            <a:r>
              <a:rPr lang="en-GB" dirty="0"/>
              <a:t>Click to add text. Delete if not required.</a:t>
            </a:r>
          </a:p>
          <a:p>
            <a:pPr lvl="1"/>
            <a:r>
              <a:rPr lang="en-GB" dirty="0"/>
              <a:t>Second level</a:t>
            </a:r>
          </a:p>
          <a:p>
            <a:pPr lvl="2"/>
            <a:r>
              <a:rPr lang="en-GB" dirty="0"/>
              <a:t>Third level</a:t>
            </a:r>
          </a:p>
        </p:txBody>
      </p:sp>
      <p:sp>
        <p:nvSpPr>
          <p:cNvPr id="6" name="Slide Number Placeholder 5">
            <a:extLst>
              <a:ext uri="{FF2B5EF4-FFF2-40B4-BE49-F238E27FC236}">
                <a16:creationId xmlns:a16="http://schemas.microsoft.com/office/drawing/2014/main" id="{3FB68AB9-3222-3CF5-BF4D-DB291E974D21}"/>
              </a:ext>
            </a:extLst>
          </p:cNvPr>
          <p:cNvSpPr>
            <a:spLocks noGrp="1"/>
          </p:cNvSpPr>
          <p:nvPr>
            <p:ph type="sldNum" sz="quarter" idx="12"/>
          </p:nvPr>
        </p:nvSpPr>
        <p:spPr/>
        <p:txBody>
          <a:bodyPr/>
          <a:lstStyle/>
          <a:p>
            <a:fld id="{AEC8D767-5246-2244-A4A3-B8AFB218393C}" type="slidenum">
              <a:rPr lang="en-GB" smtClean="0"/>
              <a:t>‹#›</a:t>
            </a:fld>
            <a:endParaRPr lang="en-GB"/>
          </a:p>
        </p:txBody>
      </p:sp>
      <p:sp>
        <p:nvSpPr>
          <p:cNvPr id="8" name="Subtitle 2">
            <a:extLst>
              <a:ext uri="{FF2B5EF4-FFF2-40B4-BE49-F238E27FC236}">
                <a16:creationId xmlns:a16="http://schemas.microsoft.com/office/drawing/2014/main" id="{7093E36D-AA36-08D5-DD80-6469123BEA1A}"/>
              </a:ext>
            </a:extLst>
          </p:cNvPr>
          <p:cNvSpPr>
            <a:spLocks noGrp="1"/>
          </p:cNvSpPr>
          <p:nvPr>
            <p:ph type="subTitle" idx="1" hasCustomPrompt="1"/>
          </p:nvPr>
        </p:nvSpPr>
        <p:spPr>
          <a:xfrm>
            <a:off x="288302" y="713620"/>
            <a:ext cx="5733083" cy="292965"/>
          </a:xfrm>
        </p:spPr>
        <p:txBody>
          <a:bodyPr wrap="square" anchor="t">
            <a:spAutoFit/>
          </a:bodyPr>
          <a:lstStyle>
            <a:lvl1pPr marL="0" indent="0" algn="l">
              <a:lnSpc>
                <a:spcPct val="110000"/>
              </a:lnSpc>
              <a:spcBef>
                <a:spcPts val="0"/>
              </a:spcBef>
              <a:spcAft>
                <a:spcPts val="0"/>
              </a:spcAft>
              <a:buNone/>
              <a:tabLst/>
              <a:defRPr lang="en-GB" sz="1800" b="1" dirty="0" smtClean="0">
                <a:solidFill>
                  <a:schemeClr val="tx1"/>
                </a:solidFill>
                <a:latin typeface="+mn-lt"/>
              </a:defRPr>
            </a:lvl1pPr>
            <a:lvl2pPr marL="0" indent="0" algn="l">
              <a:lnSpc>
                <a:spcPct val="110000"/>
              </a:lnSpc>
              <a:spcBef>
                <a:spcPts val="0"/>
              </a:spcBef>
              <a:spcAft>
                <a:spcPts val="0"/>
              </a:spcAft>
              <a:buNone/>
              <a:tabLst/>
              <a:defRPr lang="en-GB" sz="1800" dirty="0" smtClean="0">
                <a:solidFill>
                  <a:schemeClr val="tx1"/>
                </a:solidFill>
                <a:latin typeface="+mn-lt"/>
              </a:defRPr>
            </a:lvl2pPr>
            <a:lvl3pPr marL="0" indent="0" algn="l">
              <a:lnSpc>
                <a:spcPct val="110000"/>
              </a:lnSpc>
              <a:spcBef>
                <a:spcPts val="0"/>
              </a:spcBef>
              <a:spcAft>
                <a:spcPts val="0"/>
              </a:spcAft>
              <a:buNone/>
              <a:tabLst/>
              <a:defRPr lang="en-GB" sz="1800" dirty="0" smtClean="0">
                <a:solidFill>
                  <a:schemeClr val="tx1"/>
                </a:solidFill>
                <a:latin typeface="+mn-lt"/>
              </a:defRPr>
            </a:lvl3pPr>
            <a:lvl4pPr marL="0" indent="0" algn="l">
              <a:lnSpc>
                <a:spcPct val="110000"/>
              </a:lnSpc>
              <a:spcBef>
                <a:spcPts val="0"/>
              </a:spcBef>
              <a:spcAft>
                <a:spcPts val="0"/>
              </a:spcAft>
              <a:buNone/>
              <a:tabLst/>
              <a:defRPr lang="en-GB" sz="1800" dirty="0" smtClean="0">
                <a:solidFill>
                  <a:schemeClr val="tx1"/>
                </a:solidFill>
                <a:latin typeface="+mn-lt"/>
              </a:defRPr>
            </a:lvl4pPr>
            <a:lvl5pPr marL="0" indent="0" algn="l">
              <a:lnSpc>
                <a:spcPct val="110000"/>
              </a:lnSpc>
              <a:spcBef>
                <a:spcPts val="0"/>
              </a:spcBef>
              <a:spcAft>
                <a:spcPts val="0"/>
              </a:spcAft>
              <a:buNone/>
              <a:tabLst/>
              <a:defRPr lang="en-GB" sz="1800" dirty="0" smtClean="0">
                <a:solidFill>
                  <a:schemeClr val="tx1"/>
                </a:solidFill>
                <a:latin typeface="+mn-lt"/>
              </a:defRPr>
            </a:lvl5pPr>
            <a:lvl6pPr marL="0" indent="0" algn="l">
              <a:lnSpc>
                <a:spcPct val="110000"/>
              </a:lnSpc>
              <a:spcBef>
                <a:spcPts val="0"/>
              </a:spcBef>
              <a:spcAft>
                <a:spcPts val="0"/>
              </a:spcAft>
              <a:buNone/>
              <a:tabLst/>
              <a:defRPr lang="en-GB" sz="1800" dirty="0" smtClean="0">
                <a:solidFill>
                  <a:schemeClr val="tx1"/>
                </a:solidFill>
                <a:latin typeface="+mn-lt"/>
              </a:defRPr>
            </a:lvl6pPr>
            <a:lvl7pPr marL="0" indent="0" algn="l">
              <a:lnSpc>
                <a:spcPct val="110000"/>
              </a:lnSpc>
              <a:spcBef>
                <a:spcPts val="0"/>
              </a:spcBef>
              <a:spcAft>
                <a:spcPts val="0"/>
              </a:spcAft>
              <a:buNone/>
              <a:tabLst/>
              <a:defRPr lang="en-GB" sz="1800" dirty="0" smtClean="0">
                <a:solidFill>
                  <a:schemeClr val="tx1"/>
                </a:solidFill>
                <a:latin typeface="+mn-lt"/>
              </a:defRPr>
            </a:lvl7pPr>
            <a:lvl8pPr marL="0" indent="0" algn="l">
              <a:lnSpc>
                <a:spcPct val="110000"/>
              </a:lnSpc>
              <a:spcBef>
                <a:spcPts val="0"/>
              </a:spcBef>
              <a:spcAft>
                <a:spcPts val="0"/>
              </a:spcAft>
              <a:buNone/>
              <a:tabLst/>
              <a:defRPr lang="en-GB" sz="1800" dirty="0" smtClean="0">
                <a:solidFill>
                  <a:schemeClr val="tx1"/>
                </a:solidFill>
                <a:latin typeface="+mn-lt"/>
              </a:defRPr>
            </a:lvl8pPr>
            <a:lvl9pPr marL="0" indent="0" algn="l">
              <a:lnSpc>
                <a:spcPct val="110000"/>
              </a:lnSpc>
              <a:spcBef>
                <a:spcPts val="0"/>
              </a:spcBef>
              <a:spcAft>
                <a:spcPts val="0"/>
              </a:spcAft>
              <a:buNone/>
              <a:tabLst/>
              <a:defRPr lang="en-GB" sz="1800" dirty="0">
                <a:solidFill>
                  <a:schemeClr val="tx1"/>
                </a:solidFill>
                <a:latin typeface="+mn-lt"/>
              </a:defRPr>
            </a:lvl9pPr>
          </a:lstStyle>
          <a:p>
            <a:pPr lvl="0"/>
            <a:r>
              <a:rPr lang="en-GB" dirty="0"/>
              <a:t>Subtitle. Delete if not required.</a:t>
            </a:r>
          </a:p>
        </p:txBody>
      </p:sp>
      <p:sp>
        <p:nvSpPr>
          <p:cNvPr id="4" name="Footer Placeholder 4">
            <a:extLst>
              <a:ext uri="{FF2B5EF4-FFF2-40B4-BE49-F238E27FC236}">
                <a16:creationId xmlns:a16="http://schemas.microsoft.com/office/drawing/2014/main" id="{09011399-EA78-1501-D5C3-39F7E534C30C}"/>
              </a:ext>
            </a:extLst>
          </p:cNvPr>
          <p:cNvSpPr>
            <a:spLocks noGrp="1"/>
          </p:cNvSpPr>
          <p:nvPr>
            <p:ph type="ftr" sz="quarter" idx="3"/>
          </p:nvPr>
        </p:nvSpPr>
        <p:spPr>
          <a:xfrm>
            <a:off x="288259" y="5868000"/>
            <a:ext cx="1161051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b="0" i="0" dirty="0">
                <a:effectLst/>
              </a:rPr>
              <a:t>Slide legal disclaimer goes here if required
Slide footer goes here if required. Turn off globally using the Header/Footer function (under the Insert menu).</a:t>
            </a:r>
          </a:p>
        </p:txBody>
      </p:sp>
    </p:spTree>
    <p:extLst>
      <p:ext uri="{BB962C8B-B14F-4D97-AF65-F5344CB8AC3E}">
        <p14:creationId xmlns:p14="http://schemas.microsoft.com/office/powerpoint/2010/main" val="45487582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6AC08568-CB34-FA3A-354B-5E34EE1B1FD2}"/>
              </a:ext>
            </a:extLst>
          </p:cNvPr>
          <p:cNvSpPr>
            <a:spLocks noGrp="1"/>
          </p:cNvSpPr>
          <p:nvPr>
            <p:ph type="title"/>
          </p:nvPr>
        </p:nvSpPr>
        <p:spPr>
          <a:xfrm>
            <a:off x="288303" y="262267"/>
            <a:ext cx="6713538" cy="457818"/>
          </a:xfrm>
        </p:spPr>
        <p:txBody>
          <a:bodyPr/>
          <a:lstStyle/>
          <a:p>
            <a:r>
              <a:rPr lang="en-US"/>
              <a:t>Click to edit Master title style</a:t>
            </a:r>
            <a:endParaRPr lang="en-GB" dirty="0"/>
          </a:p>
        </p:txBody>
      </p:sp>
      <p:sp>
        <p:nvSpPr>
          <p:cNvPr id="3" name="Content Placeholder 2">
            <a:extLst>
              <a:ext uri="{FF2B5EF4-FFF2-40B4-BE49-F238E27FC236}">
                <a16:creationId xmlns:a16="http://schemas.microsoft.com/office/drawing/2014/main" id="{980450DE-2BB5-2901-3769-3BBFA07946C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Text Placeholder 7">
            <a:extLst>
              <a:ext uri="{FF2B5EF4-FFF2-40B4-BE49-F238E27FC236}">
                <a16:creationId xmlns:a16="http://schemas.microsoft.com/office/drawing/2014/main" id="{65B587F7-0E47-48EC-A5BC-5623F62D615C}"/>
              </a:ext>
            </a:extLst>
          </p:cNvPr>
          <p:cNvSpPr>
            <a:spLocks noGrp="1"/>
          </p:cNvSpPr>
          <p:nvPr>
            <p:ph type="body" sz="quarter" idx="14" hasCustomPrompt="1"/>
          </p:nvPr>
        </p:nvSpPr>
        <p:spPr>
          <a:xfrm>
            <a:off x="8124825" y="295200"/>
            <a:ext cx="3778250" cy="876375"/>
          </a:xfrm>
        </p:spPr>
        <p:txBody>
          <a:bodyPr/>
          <a:lstStyle>
            <a:lvl1pPr>
              <a:defRPr sz="1400"/>
            </a:lvl1pPr>
            <a:lvl2pPr>
              <a:defRPr sz="1400"/>
            </a:lvl2pPr>
            <a:lvl3pPr>
              <a:defRPr sz="1200"/>
            </a:lvl3pPr>
          </a:lstStyle>
          <a:p>
            <a:pPr lvl="0"/>
            <a:r>
              <a:rPr lang="en-GB" dirty="0"/>
              <a:t>Click to add text. Delete if not required.</a:t>
            </a:r>
          </a:p>
          <a:p>
            <a:pPr lvl="1"/>
            <a:r>
              <a:rPr lang="en-GB" dirty="0"/>
              <a:t>Second level</a:t>
            </a:r>
          </a:p>
          <a:p>
            <a:pPr lvl="2"/>
            <a:r>
              <a:rPr lang="en-GB" dirty="0"/>
              <a:t>Third level</a:t>
            </a:r>
          </a:p>
        </p:txBody>
      </p:sp>
      <p:sp>
        <p:nvSpPr>
          <p:cNvPr id="6" name="Slide Number Placeholder 5">
            <a:extLst>
              <a:ext uri="{FF2B5EF4-FFF2-40B4-BE49-F238E27FC236}">
                <a16:creationId xmlns:a16="http://schemas.microsoft.com/office/drawing/2014/main" id="{3FB68AB9-3222-3CF5-BF4D-DB291E974D21}"/>
              </a:ext>
            </a:extLst>
          </p:cNvPr>
          <p:cNvSpPr>
            <a:spLocks noGrp="1"/>
          </p:cNvSpPr>
          <p:nvPr>
            <p:ph type="sldNum" sz="quarter" idx="12"/>
          </p:nvPr>
        </p:nvSpPr>
        <p:spPr/>
        <p:txBody>
          <a:bodyPr/>
          <a:lstStyle/>
          <a:p>
            <a:fld id="{AEC8D767-5246-2244-A4A3-B8AFB218393C}" type="slidenum">
              <a:rPr lang="en-GB" smtClean="0"/>
              <a:t>‹#›</a:t>
            </a:fld>
            <a:endParaRPr lang="en-GB"/>
          </a:p>
        </p:txBody>
      </p:sp>
      <p:sp>
        <p:nvSpPr>
          <p:cNvPr id="4" name="Subtitle 2">
            <a:extLst>
              <a:ext uri="{FF2B5EF4-FFF2-40B4-BE49-F238E27FC236}">
                <a16:creationId xmlns:a16="http://schemas.microsoft.com/office/drawing/2014/main" id="{443DEE11-107C-6B66-46B9-BE5E88B65B71}"/>
              </a:ext>
            </a:extLst>
          </p:cNvPr>
          <p:cNvSpPr>
            <a:spLocks noGrp="1"/>
          </p:cNvSpPr>
          <p:nvPr>
            <p:ph type="subTitle" idx="15" hasCustomPrompt="1"/>
          </p:nvPr>
        </p:nvSpPr>
        <p:spPr>
          <a:xfrm>
            <a:off x="288302" y="713620"/>
            <a:ext cx="5733083" cy="292965"/>
          </a:xfrm>
        </p:spPr>
        <p:txBody>
          <a:bodyPr wrap="square" anchor="t">
            <a:spAutoFit/>
          </a:bodyPr>
          <a:lstStyle>
            <a:lvl1pPr marL="0" indent="0" algn="l">
              <a:lnSpc>
                <a:spcPct val="110000"/>
              </a:lnSpc>
              <a:spcBef>
                <a:spcPts val="0"/>
              </a:spcBef>
              <a:spcAft>
                <a:spcPts val="0"/>
              </a:spcAft>
              <a:buNone/>
              <a:tabLst/>
              <a:defRPr lang="en-GB" sz="1800" b="1" dirty="0" smtClean="0">
                <a:solidFill>
                  <a:schemeClr val="tx1"/>
                </a:solidFill>
                <a:latin typeface="+mn-lt"/>
              </a:defRPr>
            </a:lvl1pPr>
            <a:lvl2pPr marL="0" indent="0" algn="l">
              <a:lnSpc>
                <a:spcPct val="110000"/>
              </a:lnSpc>
              <a:spcBef>
                <a:spcPts val="0"/>
              </a:spcBef>
              <a:spcAft>
                <a:spcPts val="0"/>
              </a:spcAft>
              <a:buNone/>
              <a:tabLst/>
              <a:defRPr lang="en-GB" sz="1800" dirty="0" smtClean="0">
                <a:solidFill>
                  <a:schemeClr val="tx1"/>
                </a:solidFill>
                <a:latin typeface="+mn-lt"/>
              </a:defRPr>
            </a:lvl2pPr>
            <a:lvl3pPr marL="0" indent="0" algn="l">
              <a:lnSpc>
                <a:spcPct val="110000"/>
              </a:lnSpc>
              <a:spcBef>
                <a:spcPts val="0"/>
              </a:spcBef>
              <a:spcAft>
                <a:spcPts val="0"/>
              </a:spcAft>
              <a:buNone/>
              <a:tabLst/>
              <a:defRPr lang="en-GB" sz="1800" dirty="0" smtClean="0">
                <a:solidFill>
                  <a:schemeClr val="tx1"/>
                </a:solidFill>
                <a:latin typeface="+mn-lt"/>
              </a:defRPr>
            </a:lvl3pPr>
            <a:lvl4pPr marL="0" indent="0" algn="l">
              <a:lnSpc>
                <a:spcPct val="110000"/>
              </a:lnSpc>
              <a:spcBef>
                <a:spcPts val="0"/>
              </a:spcBef>
              <a:spcAft>
                <a:spcPts val="0"/>
              </a:spcAft>
              <a:buNone/>
              <a:tabLst/>
              <a:defRPr lang="en-GB" sz="1800" dirty="0" smtClean="0">
                <a:solidFill>
                  <a:schemeClr val="tx1"/>
                </a:solidFill>
                <a:latin typeface="+mn-lt"/>
              </a:defRPr>
            </a:lvl4pPr>
            <a:lvl5pPr marL="0" indent="0" algn="l">
              <a:lnSpc>
                <a:spcPct val="110000"/>
              </a:lnSpc>
              <a:spcBef>
                <a:spcPts val="0"/>
              </a:spcBef>
              <a:spcAft>
                <a:spcPts val="0"/>
              </a:spcAft>
              <a:buNone/>
              <a:tabLst/>
              <a:defRPr lang="en-GB" sz="1800" dirty="0" smtClean="0">
                <a:solidFill>
                  <a:schemeClr val="tx1"/>
                </a:solidFill>
                <a:latin typeface="+mn-lt"/>
              </a:defRPr>
            </a:lvl5pPr>
            <a:lvl6pPr marL="0" indent="0" algn="l">
              <a:lnSpc>
                <a:spcPct val="110000"/>
              </a:lnSpc>
              <a:spcBef>
                <a:spcPts val="0"/>
              </a:spcBef>
              <a:spcAft>
                <a:spcPts val="0"/>
              </a:spcAft>
              <a:buNone/>
              <a:tabLst/>
              <a:defRPr lang="en-GB" sz="1800" dirty="0" smtClean="0">
                <a:solidFill>
                  <a:schemeClr val="tx1"/>
                </a:solidFill>
                <a:latin typeface="+mn-lt"/>
              </a:defRPr>
            </a:lvl6pPr>
            <a:lvl7pPr marL="0" indent="0" algn="l">
              <a:lnSpc>
                <a:spcPct val="110000"/>
              </a:lnSpc>
              <a:spcBef>
                <a:spcPts val="0"/>
              </a:spcBef>
              <a:spcAft>
                <a:spcPts val="0"/>
              </a:spcAft>
              <a:buNone/>
              <a:tabLst/>
              <a:defRPr lang="en-GB" sz="1800" dirty="0" smtClean="0">
                <a:solidFill>
                  <a:schemeClr val="tx1"/>
                </a:solidFill>
                <a:latin typeface="+mn-lt"/>
              </a:defRPr>
            </a:lvl7pPr>
            <a:lvl8pPr marL="0" indent="0" algn="l">
              <a:lnSpc>
                <a:spcPct val="110000"/>
              </a:lnSpc>
              <a:spcBef>
                <a:spcPts val="0"/>
              </a:spcBef>
              <a:spcAft>
                <a:spcPts val="0"/>
              </a:spcAft>
              <a:buNone/>
              <a:tabLst/>
              <a:defRPr lang="en-GB" sz="1800" dirty="0" smtClean="0">
                <a:solidFill>
                  <a:schemeClr val="tx1"/>
                </a:solidFill>
                <a:latin typeface="+mn-lt"/>
              </a:defRPr>
            </a:lvl8pPr>
            <a:lvl9pPr marL="0" indent="0" algn="l">
              <a:lnSpc>
                <a:spcPct val="110000"/>
              </a:lnSpc>
              <a:spcBef>
                <a:spcPts val="0"/>
              </a:spcBef>
              <a:spcAft>
                <a:spcPts val="0"/>
              </a:spcAft>
              <a:buNone/>
              <a:tabLst/>
              <a:defRPr lang="en-GB" sz="1800" dirty="0">
                <a:solidFill>
                  <a:schemeClr val="tx1"/>
                </a:solidFill>
                <a:latin typeface="+mn-lt"/>
              </a:defRPr>
            </a:lvl9pPr>
          </a:lstStyle>
          <a:p>
            <a:pPr lvl="0"/>
            <a:r>
              <a:rPr lang="en-GB" dirty="0"/>
              <a:t>Subtitle. Delete if not required.</a:t>
            </a:r>
          </a:p>
        </p:txBody>
      </p:sp>
      <p:sp>
        <p:nvSpPr>
          <p:cNvPr id="8" name="Footer Placeholder 4">
            <a:extLst>
              <a:ext uri="{FF2B5EF4-FFF2-40B4-BE49-F238E27FC236}">
                <a16:creationId xmlns:a16="http://schemas.microsoft.com/office/drawing/2014/main" id="{7234E43D-E2A8-6090-A515-BA67D1DC031F}"/>
              </a:ext>
            </a:extLst>
          </p:cNvPr>
          <p:cNvSpPr>
            <a:spLocks noGrp="1"/>
          </p:cNvSpPr>
          <p:nvPr>
            <p:ph type="ftr" sz="quarter" idx="3"/>
          </p:nvPr>
        </p:nvSpPr>
        <p:spPr>
          <a:xfrm>
            <a:off x="288259" y="5868000"/>
            <a:ext cx="1161051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b="0" i="0" dirty="0">
                <a:effectLst/>
              </a:rPr>
              <a:t>Slide legal disclaimer goes here if required
Slide footer goes here if required. Turn off globally using the Header/Footer function (under the Insert menu).</a:t>
            </a:r>
          </a:p>
        </p:txBody>
      </p:sp>
    </p:spTree>
    <p:extLst>
      <p:ext uri="{BB962C8B-B14F-4D97-AF65-F5344CB8AC3E}">
        <p14:creationId xmlns:p14="http://schemas.microsoft.com/office/powerpoint/2010/main" val="225844444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74D7FB2-B0CA-4C96-0E9E-CB4BA9057AF8}"/>
              </a:ext>
            </a:extLst>
          </p:cNvPr>
          <p:cNvSpPr>
            <a:spLocks noGrp="1"/>
          </p:cNvSpPr>
          <p:nvPr>
            <p:ph type="title"/>
          </p:nvPr>
        </p:nvSpPr>
        <p:spPr>
          <a:xfrm>
            <a:off x="288303" y="262267"/>
            <a:ext cx="6713538" cy="457818"/>
          </a:xfrm>
        </p:spPr>
        <p:txBody>
          <a:bodyPr/>
          <a:lstStyle/>
          <a:p>
            <a:r>
              <a:rPr lang="en-US"/>
              <a:t>Click to edit Master title style</a:t>
            </a:r>
            <a:endParaRPr lang="en-GB" dirty="0"/>
          </a:p>
        </p:txBody>
      </p:sp>
      <p:sp>
        <p:nvSpPr>
          <p:cNvPr id="8" name="Content Placeholder 2">
            <a:extLst>
              <a:ext uri="{FF2B5EF4-FFF2-40B4-BE49-F238E27FC236}">
                <a16:creationId xmlns:a16="http://schemas.microsoft.com/office/drawing/2014/main" id="{56A9A479-5865-E7E2-91F8-228379565FE9}"/>
              </a:ext>
            </a:extLst>
          </p:cNvPr>
          <p:cNvSpPr>
            <a:spLocks noGrp="1"/>
          </p:cNvSpPr>
          <p:nvPr>
            <p:ph idx="1"/>
          </p:nvPr>
        </p:nvSpPr>
        <p:spPr>
          <a:xfrm>
            <a:off x="289384" y="1822449"/>
            <a:ext cx="5732003" cy="39433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9" name="Content Placeholder 2">
            <a:extLst>
              <a:ext uri="{FF2B5EF4-FFF2-40B4-BE49-F238E27FC236}">
                <a16:creationId xmlns:a16="http://schemas.microsoft.com/office/drawing/2014/main" id="{C843A736-3CCC-0374-4B82-29356E6E54DC}"/>
              </a:ext>
            </a:extLst>
          </p:cNvPr>
          <p:cNvSpPr>
            <a:spLocks noGrp="1"/>
          </p:cNvSpPr>
          <p:nvPr>
            <p:ph idx="13"/>
          </p:nvPr>
        </p:nvSpPr>
        <p:spPr>
          <a:xfrm>
            <a:off x="6165851" y="1822450"/>
            <a:ext cx="5734049" cy="39433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Text Placeholder 7">
            <a:extLst>
              <a:ext uri="{FF2B5EF4-FFF2-40B4-BE49-F238E27FC236}">
                <a16:creationId xmlns:a16="http://schemas.microsoft.com/office/drawing/2014/main" id="{F80BC13B-177D-A0D3-7A97-8F3C3A8E7391}"/>
              </a:ext>
            </a:extLst>
          </p:cNvPr>
          <p:cNvSpPr>
            <a:spLocks noGrp="1"/>
          </p:cNvSpPr>
          <p:nvPr>
            <p:ph type="body" sz="quarter" idx="14" hasCustomPrompt="1"/>
          </p:nvPr>
        </p:nvSpPr>
        <p:spPr>
          <a:xfrm>
            <a:off x="8124825" y="295200"/>
            <a:ext cx="3778250" cy="876375"/>
          </a:xfrm>
        </p:spPr>
        <p:txBody>
          <a:bodyPr/>
          <a:lstStyle>
            <a:lvl1pPr>
              <a:defRPr sz="1400"/>
            </a:lvl1pPr>
            <a:lvl2pPr>
              <a:defRPr sz="1400"/>
            </a:lvl2pPr>
            <a:lvl3pPr>
              <a:defRPr sz="1200"/>
            </a:lvl3pPr>
          </a:lstStyle>
          <a:p>
            <a:pPr lvl="0"/>
            <a:r>
              <a:rPr lang="en-GB" dirty="0"/>
              <a:t>Click to add text. Delete if not required.</a:t>
            </a:r>
          </a:p>
          <a:p>
            <a:pPr lvl="1"/>
            <a:r>
              <a:rPr lang="en-GB" dirty="0"/>
              <a:t>Second level</a:t>
            </a:r>
          </a:p>
          <a:p>
            <a:pPr lvl="2"/>
            <a:r>
              <a:rPr lang="en-GB" dirty="0"/>
              <a:t>Third level</a:t>
            </a:r>
          </a:p>
        </p:txBody>
      </p:sp>
      <p:sp>
        <p:nvSpPr>
          <p:cNvPr id="7" name="Slide Number Placeholder 6">
            <a:extLst>
              <a:ext uri="{FF2B5EF4-FFF2-40B4-BE49-F238E27FC236}">
                <a16:creationId xmlns:a16="http://schemas.microsoft.com/office/drawing/2014/main" id="{A9C02CF3-9045-EF62-4E25-544B1DCA8AEF}"/>
              </a:ext>
            </a:extLst>
          </p:cNvPr>
          <p:cNvSpPr>
            <a:spLocks noGrp="1"/>
          </p:cNvSpPr>
          <p:nvPr>
            <p:ph type="sldNum" sz="quarter" idx="12"/>
          </p:nvPr>
        </p:nvSpPr>
        <p:spPr/>
        <p:txBody>
          <a:bodyPr/>
          <a:lstStyle/>
          <a:p>
            <a:fld id="{AEC8D767-5246-2244-A4A3-B8AFB218393C}" type="slidenum">
              <a:rPr lang="en-GB" smtClean="0"/>
              <a:t>‹#›</a:t>
            </a:fld>
            <a:endParaRPr lang="en-GB"/>
          </a:p>
        </p:txBody>
      </p:sp>
      <p:sp>
        <p:nvSpPr>
          <p:cNvPr id="2" name="Subtitle 2">
            <a:extLst>
              <a:ext uri="{FF2B5EF4-FFF2-40B4-BE49-F238E27FC236}">
                <a16:creationId xmlns:a16="http://schemas.microsoft.com/office/drawing/2014/main" id="{56361D27-85D4-45EB-31D3-6D805D2E106E}"/>
              </a:ext>
            </a:extLst>
          </p:cNvPr>
          <p:cNvSpPr>
            <a:spLocks noGrp="1"/>
          </p:cNvSpPr>
          <p:nvPr>
            <p:ph type="subTitle" idx="15" hasCustomPrompt="1"/>
          </p:nvPr>
        </p:nvSpPr>
        <p:spPr>
          <a:xfrm>
            <a:off x="288302" y="713620"/>
            <a:ext cx="6713538" cy="292965"/>
          </a:xfrm>
        </p:spPr>
        <p:txBody>
          <a:bodyPr vert="horz" wrap="square" lIns="0" tIns="0" rIns="0" bIns="0" rtlCol="0" anchor="t">
            <a:spAutoFit/>
          </a:bodyPr>
          <a:lstStyle>
            <a:lvl1pPr>
              <a:defRPr lang="en-GB" b="1" dirty="0"/>
            </a:lvl1pPr>
          </a:lstStyle>
          <a:p>
            <a:pPr lvl="0"/>
            <a:r>
              <a:rPr lang="en-GB" dirty="0"/>
              <a:t>Subtitle. Delete if not required.</a:t>
            </a:r>
          </a:p>
        </p:txBody>
      </p:sp>
      <p:sp>
        <p:nvSpPr>
          <p:cNvPr id="5" name="Footer Placeholder 4">
            <a:extLst>
              <a:ext uri="{FF2B5EF4-FFF2-40B4-BE49-F238E27FC236}">
                <a16:creationId xmlns:a16="http://schemas.microsoft.com/office/drawing/2014/main" id="{22BA91C6-E980-9240-DC55-BBA4867CB9FE}"/>
              </a:ext>
            </a:extLst>
          </p:cNvPr>
          <p:cNvSpPr>
            <a:spLocks noGrp="1"/>
          </p:cNvSpPr>
          <p:nvPr>
            <p:ph type="ftr" sz="quarter" idx="3"/>
          </p:nvPr>
        </p:nvSpPr>
        <p:spPr>
          <a:xfrm>
            <a:off x="288259" y="5868000"/>
            <a:ext cx="1161051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b="0" i="0" dirty="0">
                <a:effectLst/>
              </a:rPr>
              <a:t>Slide legal disclaimer goes here if required
Slide footer goes here if required. Turn off globally using the Header/Footer function (under the Insert menu).</a:t>
            </a:r>
          </a:p>
        </p:txBody>
      </p:sp>
    </p:spTree>
    <p:extLst>
      <p:ext uri="{BB962C8B-B14F-4D97-AF65-F5344CB8AC3E}">
        <p14:creationId xmlns:p14="http://schemas.microsoft.com/office/powerpoint/2010/main" val="187970877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BC8828CA-7D5C-3E61-D35B-06A376A834B0}"/>
              </a:ext>
            </a:extLst>
          </p:cNvPr>
          <p:cNvSpPr>
            <a:spLocks noGrp="1"/>
          </p:cNvSpPr>
          <p:nvPr>
            <p:ph type="title"/>
          </p:nvPr>
        </p:nvSpPr>
        <p:spPr>
          <a:xfrm>
            <a:off x="288303" y="262267"/>
            <a:ext cx="6713538" cy="457818"/>
          </a:xfrm>
        </p:spPr>
        <p:txBody>
          <a:bodyPr/>
          <a:lstStyle/>
          <a:p>
            <a:r>
              <a:rPr lang="en-US"/>
              <a:t>Click to edit Master title style</a:t>
            </a:r>
            <a:endParaRPr lang="en-GB" dirty="0"/>
          </a:p>
        </p:txBody>
      </p:sp>
      <p:sp>
        <p:nvSpPr>
          <p:cNvPr id="8" name="Content Placeholder 2">
            <a:extLst>
              <a:ext uri="{FF2B5EF4-FFF2-40B4-BE49-F238E27FC236}">
                <a16:creationId xmlns:a16="http://schemas.microsoft.com/office/drawing/2014/main" id="{56A9A479-5865-E7E2-91F8-228379565FE9}"/>
              </a:ext>
            </a:extLst>
          </p:cNvPr>
          <p:cNvSpPr>
            <a:spLocks noGrp="1"/>
          </p:cNvSpPr>
          <p:nvPr>
            <p:ph idx="1"/>
          </p:nvPr>
        </p:nvSpPr>
        <p:spPr>
          <a:xfrm>
            <a:off x="289384" y="1822451"/>
            <a:ext cx="3773029" cy="39433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9" name="Content Placeholder 2">
            <a:extLst>
              <a:ext uri="{FF2B5EF4-FFF2-40B4-BE49-F238E27FC236}">
                <a16:creationId xmlns:a16="http://schemas.microsoft.com/office/drawing/2014/main" id="{C843A736-3CCC-0374-4B82-29356E6E54DC}"/>
              </a:ext>
            </a:extLst>
          </p:cNvPr>
          <p:cNvSpPr>
            <a:spLocks noGrp="1"/>
          </p:cNvSpPr>
          <p:nvPr>
            <p:ph idx="13"/>
          </p:nvPr>
        </p:nvSpPr>
        <p:spPr>
          <a:xfrm>
            <a:off x="4208923" y="1822451"/>
            <a:ext cx="3773028" cy="39433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 name="Content Placeholder 2">
            <a:extLst>
              <a:ext uri="{FF2B5EF4-FFF2-40B4-BE49-F238E27FC236}">
                <a16:creationId xmlns:a16="http://schemas.microsoft.com/office/drawing/2014/main" id="{2D07DFA4-9148-416B-352F-29E5676A6A00}"/>
              </a:ext>
            </a:extLst>
          </p:cNvPr>
          <p:cNvSpPr>
            <a:spLocks noGrp="1"/>
          </p:cNvSpPr>
          <p:nvPr>
            <p:ph idx="14"/>
          </p:nvPr>
        </p:nvSpPr>
        <p:spPr>
          <a:xfrm>
            <a:off x="8129587" y="1822451"/>
            <a:ext cx="3773028" cy="39433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7">
            <a:extLst>
              <a:ext uri="{FF2B5EF4-FFF2-40B4-BE49-F238E27FC236}">
                <a16:creationId xmlns:a16="http://schemas.microsoft.com/office/drawing/2014/main" id="{66A26018-CD47-11D0-838D-A1A2D71C4DE9}"/>
              </a:ext>
            </a:extLst>
          </p:cNvPr>
          <p:cNvSpPr>
            <a:spLocks noGrp="1"/>
          </p:cNvSpPr>
          <p:nvPr>
            <p:ph type="body" sz="quarter" idx="15" hasCustomPrompt="1"/>
          </p:nvPr>
        </p:nvSpPr>
        <p:spPr>
          <a:xfrm>
            <a:off x="8125200" y="295200"/>
            <a:ext cx="3773488" cy="876375"/>
          </a:xfrm>
        </p:spPr>
        <p:txBody>
          <a:bodyPr/>
          <a:lstStyle>
            <a:lvl1pPr>
              <a:defRPr sz="1400"/>
            </a:lvl1pPr>
            <a:lvl2pPr>
              <a:defRPr sz="1400"/>
            </a:lvl2pPr>
            <a:lvl3pPr>
              <a:defRPr sz="1200"/>
            </a:lvl3pPr>
          </a:lstStyle>
          <a:p>
            <a:pPr lvl="0"/>
            <a:r>
              <a:rPr lang="en-GB" dirty="0"/>
              <a:t>Click to add text. Delete if not required.</a:t>
            </a:r>
          </a:p>
          <a:p>
            <a:pPr lvl="1"/>
            <a:r>
              <a:rPr lang="en-GB" dirty="0"/>
              <a:t>Second level</a:t>
            </a:r>
          </a:p>
          <a:p>
            <a:pPr lvl="2"/>
            <a:r>
              <a:rPr lang="en-GB" dirty="0"/>
              <a:t>Third level</a:t>
            </a:r>
          </a:p>
        </p:txBody>
      </p:sp>
      <p:sp>
        <p:nvSpPr>
          <p:cNvPr id="7" name="Slide Number Placeholder 6">
            <a:extLst>
              <a:ext uri="{FF2B5EF4-FFF2-40B4-BE49-F238E27FC236}">
                <a16:creationId xmlns:a16="http://schemas.microsoft.com/office/drawing/2014/main" id="{A9C02CF3-9045-EF62-4E25-544B1DCA8AEF}"/>
              </a:ext>
            </a:extLst>
          </p:cNvPr>
          <p:cNvSpPr>
            <a:spLocks noGrp="1"/>
          </p:cNvSpPr>
          <p:nvPr>
            <p:ph type="sldNum" sz="quarter" idx="12"/>
          </p:nvPr>
        </p:nvSpPr>
        <p:spPr/>
        <p:txBody>
          <a:bodyPr/>
          <a:lstStyle/>
          <a:p>
            <a:fld id="{AEC8D767-5246-2244-A4A3-B8AFB218393C}" type="slidenum">
              <a:rPr lang="en-GB" smtClean="0"/>
              <a:t>‹#›</a:t>
            </a:fld>
            <a:endParaRPr lang="en-GB"/>
          </a:p>
        </p:txBody>
      </p:sp>
      <p:sp>
        <p:nvSpPr>
          <p:cNvPr id="5" name="Subtitle 2">
            <a:extLst>
              <a:ext uri="{FF2B5EF4-FFF2-40B4-BE49-F238E27FC236}">
                <a16:creationId xmlns:a16="http://schemas.microsoft.com/office/drawing/2014/main" id="{D960C6BF-F9C7-01C8-7601-5B209FAE017D}"/>
              </a:ext>
            </a:extLst>
          </p:cNvPr>
          <p:cNvSpPr>
            <a:spLocks noGrp="1"/>
          </p:cNvSpPr>
          <p:nvPr>
            <p:ph type="subTitle" idx="16" hasCustomPrompt="1"/>
          </p:nvPr>
        </p:nvSpPr>
        <p:spPr>
          <a:xfrm>
            <a:off x="288302" y="713620"/>
            <a:ext cx="6713538" cy="292965"/>
          </a:xfrm>
        </p:spPr>
        <p:txBody>
          <a:bodyPr vert="horz" wrap="square" lIns="0" tIns="0" rIns="0" bIns="0" rtlCol="0" anchor="t">
            <a:spAutoFit/>
          </a:bodyPr>
          <a:lstStyle>
            <a:lvl1pPr>
              <a:defRPr lang="en-GB" b="1" dirty="0"/>
            </a:lvl1pPr>
          </a:lstStyle>
          <a:p>
            <a:pPr lvl="0"/>
            <a:r>
              <a:rPr lang="en-GB" dirty="0"/>
              <a:t>Subtitle. Delete if not required.</a:t>
            </a:r>
          </a:p>
        </p:txBody>
      </p:sp>
      <p:sp>
        <p:nvSpPr>
          <p:cNvPr id="2" name="Footer Placeholder 4">
            <a:extLst>
              <a:ext uri="{FF2B5EF4-FFF2-40B4-BE49-F238E27FC236}">
                <a16:creationId xmlns:a16="http://schemas.microsoft.com/office/drawing/2014/main" id="{67699C8C-E675-503A-24B2-BFCC24CE49A7}"/>
              </a:ext>
            </a:extLst>
          </p:cNvPr>
          <p:cNvSpPr>
            <a:spLocks noGrp="1"/>
          </p:cNvSpPr>
          <p:nvPr>
            <p:ph type="ftr" sz="quarter" idx="3"/>
          </p:nvPr>
        </p:nvSpPr>
        <p:spPr>
          <a:xfrm>
            <a:off x="288259" y="5868000"/>
            <a:ext cx="1161051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b="0" i="0" dirty="0">
                <a:effectLst/>
              </a:rPr>
              <a:t>Slide legal disclaimer goes here if required
Slide footer goes here if required. Turn off globally using the Header/Footer function (under the Insert menu).</a:t>
            </a:r>
          </a:p>
        </p:txBody>
      </p:sp>
    </p:spTree>
    <p:extLst>
      <p:ext uri="{BB962C8B-B14F-4D97-AF65-F5344CB8AC3E}">
        <p14:creationId xmlns:p14="http://schemas.microsoft.com/office/powerpoint/2010/main" val="356498072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hree Images and Text">
    <p:spTree>
      <p:nvGrpSpPr>
        <p:cNvPr id="1" name=""/>
        <p:cNvGrpSpPr/>
        <p:nvPr/>
      </p:nvGrpSpPr>
      <p:grpSpPr>
        <a:xfrm>
          <a:off x="0" y="0"/>
          <a:ext cx="0" cy="0"/>
          <a:chOff x="0" y="0"/>
          <a:chExt cx="0" cy="0"/>
        </a:xfrm>
      </p:grpSpPr>
      <p:sp>
        <p:nvSpPr>
          <p:cNvPr id="14" name="Title 13">
            <a:extLst>
              <a:ext uri="{FF2B5EF4-FFF2-40B4-BE49-F238E27FC236}">
                <a16:creationId xmlns:a16="http://schemas.microsoft.com/office/drawing/2014/main" id="{FD914B4A-06B9-EB7A-743E-14A6560485EF}"/>
              </a:ext>
            </a:extLst>
          </p:cNvPr>
          <p:cNvSpPr>
            <a:spLocks noGrp="1"/>
          </p:cNvSpPr>
          <p:nvPr>
            <p:ph type="title"/>
          </p:nvPr>
        </p:nvSpPr>
        <p:spPr>
          <a:xfrm>
            <a:off x="288303" y="262267"/>
            <a:ext cx="6713538" cy="457818"/>
          </a:xfrm>
        </p:spPr>
        <p:txBody>
          <a:bodyPr/>
          <a:lstStyle/>
          <a:p>
            <a:r>
              <a:rPr lang="en-US"/>
              <a:t>Click to edit Master title style</a:t>
            </a:r>
            <a:endParaRPr lang="en-GB" dirty="0"/>
          </a:p>
        </p:txBody>
      </p:sp>
      <p:sp>
        <p:nvSpPr>
          <p:cNvPr id="4" name="Picture Placeholder 3">
            <a:extLst>
              <a:ext uri="{FF2B5EF4-FFF2-40B4-BE49-F238E27FC236}">
                <a16:creationId xmlns:a16="http://schemas.microsoft.com/office/drawing/2014/main" id="{A2903A13-6903-3CAB-953B-86997724B440}"/>
              </a:ext>
            </a:extLst>
          </p:cNvPr>
          <p:cNvSpPr>
            <a:spLocks noGrp="1"/>
          </p:cNvSpPr>
          <p:nvPr>
            <p:ph type="pic" sz="quarter" idx="15" hasCustomPrompt="1"/>
          </p:nvPr>
        </p:nvSpPr>
        <p:spPr>
          <a:xfrm>
            <a:off x="292099" y="1306514"/>
            <a:ext cx="3770314" cy="1908174"/>
          </a:xfrm>
          <a:solidFill>
            <a:schemeClr val="tx2"/>
          </a:solidFill>
        </p:spPr>
        <p:txBody>
          <a:bodyPr vert="horz" lIns="0" tIns="0" rIns="0" bIns="0" rtlCol="0">
            <a:noAutofit/>
          </a:bodyPr>
          <a:lstStyle>
            <a:lvl1pPr>
              <a:defRPr lang="en-GB" dirty="0">
                <a:solidFill>
                  <a:schemeClr val="tx1"/>
                </a:solidFill>
              </a:defRPr>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a:t>
            </a:r>
          </a:p>
        </p:txBody>
      </p:sp>
      <p:sp>
        <p:nvSpPr>
          <p:cNvPr id="10" name="Picture Placeholder 3">
            <a:extLst>
              <a:ext uri="{FF2B5EF4-FFF2-40B4-BE49-F238E27FC236}">
                <a16:creationId xmlns:a16="http://schemas.microsoft.com/office/drawing/2014/main" id="{1B5E5492-00A8-B509-4464-956D8959E92C}"/>
              </a:ext>
            </a:extLst>
          </p:cNvPr>
          <p:cNvSpPr>
            <a:spLocks noGrp="1"/>
          </p:cNvSpPr>
          <p:nvPr>
            <p:ph type="pic" sz="quarter" idx="16" hasCustomPrompt="1"/>
          </p:nvPr>
        </p:nvSpPr>
        <p:spPr>
          <a:xfrm>
            <a:off x="4206876" y="1306514"/>
            <a:ext cx="3775076" cy="1908174"/>
          </a:xfrm>
          <a:solidFill>
            <a:schemeClr val="tx2"/>
          </a:solidFill>
        </p:spPr>
        <p:txBody>
          <a:bodyPr vert="horz" lIns="0" tIns="0" rIns="0" bIns="0" rtlCol="0">
            <a:noAutofit/>
          </a:bodyPr>
          <a:lstStyle>
            <a:lvl1pPr>
              <a:defRPr lang="en-GB" dirty="0"/>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a:t>
            </a:r>
          </a:p>
        </p:txBody>
      </p:sp>
      <p:sp>
        <p:nvSpPr>
          <p:cNvPr id="11" name="Picture Placeholder 3">
            <a:extLst>
              <a:ext uri="{FF2B5EF4-FFF2-40B4-BE49-F238E27FC236}">
                <a16:creationId xmlns:a16="http://schemas.microsoft.com/office/drawing/2014/main" id="{5230A832-8B14-0097-7902-DB48A4A889E3}"/>
              </a:ext>
            </a:extLst>
          </p:cNvPr>
          <p:cNvSpPr>
            <a:spLocks noGrp="1"/>
          </p:cNvSpPr>
          <p:nvPr>
            <p:ph type="pic" sz="quarter" idx="17" hasCustomPrompt="1"/>
          </p:nvPr>
        </p:nvSpPr>
        <p:spPr>
          <a:xfrm>
            <a:off x="8124824" y="1306514"/>
            <a:ext cx="3775075" cy="1908174"/>
          </a:xfrm>
          <a:solidFill>
            <a:schemeClr val="tx2"/>
          </a:solidFill>
        </p:spPr>
        <p:txBody>
          <a:bodyPr vert="horz" lIns="0" tIns="0" rIns="0" bIns="0" rtlCol="0">
            <a:noAutofit/>
          </a:bodyPr>
          <a:lstStyle>
            <a:lvl1pPr>
              <a:defRPr lang="en-GB" dirty="0"/>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a:t>
            </a:r>
          </a:p>
        </p:txBody>
      </p:sp>
      <p:sp>
        <p:nvSpPr>
          <p:cNvPr id="13" name="Text Placeholder 7">
            <a:extLst>
              <a:ext uri="{FF2B5EF4-FFF2-40B4-BE49-F238E27FC236}">
                <a16:creationId xmlns:a16="http://schemas.microsoft.com/office/drawing/2014/main" id="{8C00D127-E34B-E7AD-7F27-D3CB55135083}"/>
              </a:ext>
            </a:extLst>
          </p:cNvPr>
          <p:cNvSpPr>
            <a:spLocks noGrp="1"/>
          </p:cNvSpPr>
          <p:nvPr>
            <p:ph type="body" sz="quarter" idx="18" hasCustomPrompt="1"/>
          </p:nvPr>
        </p:nvSpPr>
        <p:spPr>
          <a:xfrm>
            <a:off x="8124205" y="295200"/>
            <a:ext cx="3778870" cy="876375"/>
          </a:xfrm>
        </p:spPr>
        <p:txBody>
          <a:bodyPr/>
          <a:lstStyle>
            <a:lvl1pPr>
              <a:defRPr sz="1400"/>
            </a:lvl1pPr>
            <a:lvl2pPr>
              <a:defRPr sz="1400"/>
            </a:lvl2pPr>
            <a:lvl3pPr>
              <a:defRPr sz="1200"/>
            </a:lvl3pPr>
          </a:lstStyle>
          <a:p>
            <a:pPr lvl="0"/>
            <a:r>
              <a:rPr lang="en-GB" dirty="0"/>
              <a:t>Click to add text. Delete if not required.</a:t>
            </a:r>
          </a:p>
          <a:p>
            <a:pPr lvl="1"/>
            <a:r>
              <a:rPr lang="en-GB" dirty="0"/>
              <a:t>Second level</a:t>
            </a:r>
          </a:p>
          <a:p>
            <a:pPr lvl="2"/>
            <a:r>
              <a:rPr lang="en-GB" dirty="0"/>
              <a:t>Third level</a:t>
            </a:r>
          </a:p>
        </p:txBody>
      </p:sp>
      <p:sp>
        <p:nvSpPr>
          <p:cNvPr id="7" name="Slide Number Placeholder 6">
            <a:extLst>
              <a:ext uri="{FF2B5EF4-FFF2-40B4-BE49-F238E27FC236}">
                <a16:creationId xmlns:a16="http://schemas.microsoft.com/office/drawing/2014/main" id="{A9C02CF3-9045-EF62-4E25-544B1DCA8AEF}"/>
              </a:ext>
            </a:extLst>
          </p:cNvPr>
          <p:cNvSpPr>
            <a:spLocks noGrp="1"/>
          </p:cNvSpPr>
          <p:nvPr>
            <p:ph type="sldNum" sz="quarter" idx="12"/>
          </p:nvPr>
        </p:nvSpPr>
        <p:spPr/>
        <p:txBody>
          <a:bodyPr/>
          <a:lstStyle/>
          <a:p>
            <a:fld id="{AEC8D767-5246-2244-A4A3-B8AFB218393C}" type="slidenum">
              <a:rPr lang="en-GB" smtClean="0"/>
              <a:t>‹#›</a:t>
            </a:fld>
            <a:endParaRPr lang="en-GB"/>
          </a:p>
        </p:txBody>
      </p:sp>
      <p:sp>
        <p:nvSpPr>
          <p:cNvPr id="2" name="Subtitle 2">
            <a:extLst>
              <a:ext uri="{FF2B5EF4-FFF2-40B4-BE49-F238E27FC236}">
                <a16:creationId xmlns:a16="http://schemas.microsoft.com/office/drawing/2014/main" id="{A957F58C-3461-45A3-5C7B-FEC0AE9787AA}"/>
              </a:ext>
            </a:extLst>
          </p:cNvPr>
          <p:cNvSpPr>
            <a:spLocks noGrp="1"/>
          </p:cNvSpPr>
          <p:nvPr>
            <p:ph type="subTitle" idx="19" hasCustomPrompt="1"/>
          </p:nvPr>
        </p:nvSpPr>
        <p:spPr>
          <a:xfrm>
            <a:off x="288302" y="713620"/>
            <a:ext cx="6713538" cy="292965"/>
          </a:xfrm>
        </p:spPr>
        <p:txBody>
          <a:bodyPr vert="horz" wrap="square" lIns="0" tIns="0" rIns="0" bIns="0" rtlCol="0" anchor="t">
            <a:spAutoFit/>
          </a:bodyPr>
          <a:lstStyle>
            <a:lvl1pPr>
              <a:defRPr lang="en-GB" b="1" dirty="0"/>
            </a:lvl1pPr>
          </a:lstStyle>
          <a:p>
            <a:pPr lvl="0"/>
            <a:r>
              <a:rPr lang="en-GB" dirty="0"/>
              <a:t>Subtitle. Delete if not required.</a:t>
            </a:r>
          </a:p>
        </p:txBody>
      </p:sp>
      <p:sp>
        <p:nvSpPr>
          <p:cNvPr id="12" name="Text Placeholder 11">
            <a:extLst>
              <a:ext uri="{FF2B5EF4-FFF2-40B4-BE49-F238E27FC236}">
                <a16:creationId xmlns:a16="http://schemas.microsoft.com/office/drawing/2014/main" id="{C0E54879-16D3-D32C-7096-C2022A52D2DF}"/>
              </a:ext>
            </a:extLst>
          </p:cNvPr>
          <p:cNvSpPr>
            <a:spLocks noGrp="1"/>
          </p:cNvSpPr>
          <p:nvPr>
            <p:ph type="body" sz="quarter" idx="20"/>
          </p:nvPr>
        </p:nvSpPr>
        <p:spPr>
          <a:xfrm>
            <a:off x="288925" y="3357563"/>
            <a:ext cx="3769200" cy="24082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5" name="Text Placeholder 11">
            <a:extLst>
              <a:ext uri="{FF2B5EF4-FFF2-40B4-BE49-F238E27FC236}">
                <a16:creationId xmlns:a16="http://schemas.microsoft.com/office/drawing/2014/main" id="{111B2AEB-EC1B-D6B6-2A0C-C42A73F419DD}"/>
              </a:ext>
            </a:extLst>
          </p:cNvPr>
          <p:cNvSpPr>
            <a:spLocks noGrp="1"/>
          </p:cNvSpPr>
          <p:nvPr>
            <p:ph type="body" sz="quarter" idx="21"/>
          </p:nvPr>
        </p:nvSpPr>
        <p:spPr>
          <a:xfrm>
            <a:off x="4206876" y="3357563"/>
            <a:ext cx="3776400" cy="24082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6" name="Text Placeholder 11">
            <a:extLst>
              <a:ext uri="{FF2B5EF4-FFF2-40B4-BE49-F238E27FC236}">
                <a16:creationId xmlns:a16="http://schemas.microsoft.com/office/drawing/2014/main" id="{604DF7D6-F323-CF70-9E5E-634416CD4FA3}"/>
              </a:ext>
            </a:extLst>
          </p:cNvPr>
          <p:cNvSpPr>
            <a:spLocks noGrp="1"/>
          </p:cNvSpPr>
          <p:nvPr>
            <p:ph type="body" sz="quarter" idx="22"/>
          </p:nvPr>
        </p:nvSpPr>
        <p:spPr>
          <a:xfrm>
            <a:off x="8124824" y="3357563"/>
            <a:ext cx="3776400" cy="24082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Footer Placeholder 4">
            <a:extLst>
              <a:ext uri="{FF2B5EF4-FFF2-40B4-BE49-F238E27FC236}">
                <a16:creationId xmlns:a16="http://schemas.microsoft.com/office/drawing/2014/main" id="{A50A90C1-8224-5C16-1EC9-D3E24C8CF223}"/>
              </a:ext>
            </a:extLst>
          </p:cNvPr>
          <p:cNvSpPr>
            <a:spLocks noGrp="1"/>
          </p:cNvSpPr>
          <p:nvPr>
            <p:ph type="ftr" sz="quarter" idx="3"/>
          </p:nvPr>
        </p:nvSpPr>
        <p:spPr>
          <a:xfrm>
            <a:off x="288259" y="5868000"/>
            <a:ext cx="1161051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b="0" i="0" dirty="0">
                <a:effectLst/>
              </a:rPr>
              <a:t>Slide legal disclaimer goes here if required
Slide footer goes here if required. Turn off globally using the Header/Footer function (under the Insert menu).</a:t>
            </a:r>
          </a:p>
        </p:txBody>
      </p:sp>
    </p:spTree>
    <p:extLst>
      <p:ext uri="{BB962C8B-B14F-4D97-AF65-F5344CB8AC3E}">
        <p14:creationId xmlns:p14="http://schemas.microsoft.com/office/powerpoint/2010/main" val="119372365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F7510D54-8AF6-FB56-756F-08A956F574D9}"/>
              </a:ext>
            </a:extLst>
          </p:cNvPr>
          <p:cNvSpPr>
            <a:spLocks noGrp="1"/>
          </p:cNvSpPr>
          <p:nvPr>
            <p:ph type="title"/>
          </p:nvPr>
        </p:nvSpPr>
        <p:spPr>
          <a:xfrm>
            <a:off x="288303" y="262267"/>
            <a:ext cx="6713538" cy="457818"/>
          </a:xfrm>
        </p:spPr>
        <p:txBody>
          <a:bodyPr/>
          <a:lstStyle/>
          <a:p>
            <a:r>
              <a:rPr lang="en-US"/>
              <a:t>Click to edit Master title style</a:t>
            </a:r>
            <a:endParaRPr lang="en-GB" dirty="0"/>
          </a:p>
        </p:txBody>
      </p:sp>
      <p:sp>
        <p:nvSpPr>
          <p:cNvPr id="8" name="Content Placeholder 2">
            <a:extLst>
              <a:ext uri="{FF2B5EF4-FFF2-40B4-BE49-F238E27FC236}">
                <a16:creationId xmlns:a16="http://schemas.microsoft.com/office/drawing/2014/main" id="{56A9A479-5865-E7E2-91F8-228379565FE9}"/>
              </a:ext>
            </a:extLst>
          </p:cNvPr>
          <p:cNvSpPr>
            <a:spLocks noGrp="1"/>
          </p:cNvSpPr>
          <p:nvPr>
            <p:ph idx="1"/>
          </p:nvPr>
        </p:nvSpPr>
        <p:spPr>
          <a:xfrm>
            <a:off x="289384" y="1822449"/>
            <a:ext cx="2793541" cy="39433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9" name="Content Placeholder 2">
            <a:extLst>
              <a:ext uri="{FF2B5EF4-FFF2-40B4-BE49-F238E27FC236}">
                <a16:creationId xmlns:a16="http://schemas.microsoft.com/office/drawing/2014/main" id="{C843A736-3CCC-0374-4B82-29356E6E54DC}"/>
              </a:ext>
            </a:extLst>
          </p:cNvPr>
          <p:cNvSpPr>
            <a:spLocks noGrp="1"/>
          </p:cNvSpPr>
          <p:nvPr>
            <p:ph idx="13"/>
          </p:nvPr>
        </p:nvSpPr>
        <p:spPr>
          <a:xfrm>
            <a:off x="6165853" y="1822450"/>
            <a:ext cx="2795586" cy="39433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 name="Content Placeholder 2">
            <a:extLst>
              <a:ext uri="{FF2B5EF4-FFF2-40B4-BE49-F238E27FC236}">
                <a16:creationId xmlns:a16="http://schemas.microsoft.com/office/drawing/2014/main" id="{73E966BC-48D6-0237-3D83-9F8CB77DC975}"/>
              </a:ext>
            </a:extLst>
          </p:cNvPr>
          <p:cNvSpPr>
            <a:spLocks noGrp="1"/>
          </p:cNvSpPr>
          <p:nvPr>
            <p:ph idx="14"/>
          </p:nvPr>
        </p:nvSpPr>
        <p:spPr>
          <a:xfrm>
            <a:off x="3225801" y="1822450"/>
            <a:ext cx="2793542" cy="39433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2">
            <a:extLst>
              <a:ext uri="{FF2B5EF4-FFF2-40B4-BE49-F238E27FC236}">
                <a16:creationId xmlns:a16="http://schemas.microsoft.com/office/drawing/2014/main" id="{48B10B95-D320-4FA6-98CE-883417C5DC22}"/>
              </a:ext>
            </a:extLst>
          </p:cNvPr>
          <p:cNvSpPr>
            <a:spLocks noGrp="1"/>
          </p:cNvSpPr>
          <p:nvPr>
            <p:ph idx="15"/>
          </p:nvPr>
        </p:nvSpPr>
        <p:spPr>
          <a:xfrm>
            <a:off x="9104313" y="1822450"/>
            <a:ext cx="2795587" cy="39433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7">
            <a:extLst>
              <a:ext uri="{FF2B5EF4-FFF2-40B4-BE49-F238E27FC236}">
                <a16:creationId xmlns:a16="http://schemas.microsoft.com/office/drawing/2014/main" id="{E3C7D5F1-8B5D-5312-7A0B-9754F64800D3}"/>
              </a:ext>
            </a:extLst>
          </p:cNvPr>
          <p:cNvSpPr>
            <a:spLocks noGrp="1"/>
          </p:cNvSpPr>
          <p:nvPr>
            <p:ph type="body" sz="quarter" idx="16" hasCustomPrompt="1"/>
          </p:nvPr>
        </p:nvSpPr>
        <p:spPr>
          <a:xfrm>
            <a:off x="8124205" y="295200"/>
            <a:ext cx="3778870" cy="876375"/>
          </a:xfrm>
        </p:spPr>
        <p:txBody>
          <a:bodyPr/>
          <a:lstStyle>
            <a:lvl1pPr>
              <a:defRPr sz="1400"/>
            </a:lvl1pPr>
            <a:lvl2pPr>
              <a:defRPr sz="1400"/>
            </a:lvl2pPr>
            <a:lvl3pPr>
              <a:defRPr sz="1200"/>
            </a:lvl3pPr>
          </a:lstStyle>
          <a:p>
            <a:pPr lvl="0"/>
            <a:r>
              <a:rPr lang="en-GB" dirty="0"/>
              <a:t>Click to add text. Delete if not required.</a:t>
            </a:r>
          </a:p>
          <a:p>
            <a:pPr lvl="1"/>
            <a:r>
              <a:rPr lang="en-GB" dirty="0"/>
              <a:t>Second level</a:t>
            </a:r>
          </a:p>
          <a:p>
            <a:pPr lvl="2"/>
            <a:r>
              <a:rPr lang="en-GB" dirty="0"/>
              <a:t>Third level</a:t>
            </a:r>
          </a:p>
        </p:txBody>
      </p:sp>
      <p:sp>
        <p:nvSpPr>
          <p:cNvPr id="7" name="Slide Number Placeholder 6">
            <a:extLst>
              <a:ext uri="{FF2B5EF4-FFF2-40B4-BE49-F238E27FC236}">
                <a16:creationId xmlns:a16="http://schemas.microsoft.com/office/drawing/2014/main" id="{A9C02CF3-9045-EF62-4E25-544B1DCA8AEF}"/>
              </a:ext>
            </a:extLst>
          </p:cNvPr>
          <p:cNvSpPr>
            <a:spLocks noGrp="1"/>
          </p:cNvSpPr>
          <p:nvPr>
            <p:ph type="sldNum" sz="quarter" idx="12"/>
          </p:nvPr>
        </p:nvSpPr>
        <p:spPr/>
        <p:txBody>
          <a:bodyPr/>
          <a:lstStyle/>
          <a:p>
            <a:fld id="{AEC8D767-5246-2244-A4A3-B8AFB218393C}" type="slidenum">
              <a:rPr lang="en-GB" smtClean="0"/>
              <a:t>‹#›</a:t>
            </a:fld>
            <a:endParaRPr lang="en-GB"/>
          </a:p>
        </p:txBody>
      </p:sp>
      <p:sp>
        <p:nvSpPr>
          <p:cNvPr id="2" name="Subtitle 2">
            <a:extLst>
              <a:ext uri="{FF2B5EF4-FFF2-40B4-BE49-F238E27FC236}">
                <a16:creationId xmlns:a16="http://schemas.microsoft.com/office/drawing/2014/main" id="{722B44CB-D9B7-ACB7-EC09-74A55C85B1AA}"/>
              </a:ext>
            </a:extLst>
          </p:cNvPr>
          <p:cNvSpPr>
            <a:spLocks noGrp="1"/>
          </p:cNvSpPr>
          <p:nvPr>
            <p:ph type="subTitle" idx="17" hasCustomPrompt="1"/>
          </p:nvPr>
        </p:nvSpPr>
        <p:spPr>
          <a:xfrm>
            <a:off x="288302" y="713620"/>
            <a:ext cx="6713538" cy="292965"/>
          </a:xfrm>
        </p:spPr>
        <p:txBody>
          <a:bodyPr vert="horz" wrap="square" lIns="0" tIns="0" rIns="0" bIns="0" rtlCol="0" anchor="t">
            <a:spAutoFit/>
          </a:bodyPr>
          <a:lstStyle>
            <a:lvl1pPr>
              <a:defRPr lang="en-GB" b="1" dirty="0"/>
            </a:lvl1pPr>
          </a:lstStyle>
          <a:p>
            <a:pPr lvl="0"/>
            <a:r>
              <a:rPr lang="en-GB" dirty="0"/>
              <a:t>Subtitle. Delete if not required.</a:t>
            </a:r>
          </a:p>
        </p:txBody>
      </p:sp>
      <p:sp>
        <p:nvSpPr>
          <p:cNvPr id="10" name="Footer Placeholder 4">
            <a:extLst>
              <a:ext uri="{FF2B5EF4-FFF2-40B4-BE49-F238E27FC236}">
                <a16:creationId xmlns:a16="http://schemas.microsoft.com/office/drawing/2014/main" id="{2FD518FF-79D2-C6D5-01D5-64DFE231209A}"/>
              </a:ext>
            </a:extLst>
          </p:cNvPr>
          <p:cNvSpPr>
            <a:spLocks noGrp="1"/>
          </p:cNvSpPr>
          <p:nvPr>
            <p:ph type="ftr" sz="quarter" idx="3"/>
          </p:nvPr>
        </p:nvSpPr>
        <p:spPr>
          <a:xfrm>
            <a:off x="288259" y="5868000"/>
            <a:ext cx="1161051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b="0" i="0" dirty="0">
                <a:effectLst/>
              </a:rPr>
              <a:t>Slide legal disclaimer goes here if required
Slide footer goes here if required. Turn off globally using the Header/Footer function (under the Insert menu).</a:t>
            </a:r>
          </a:p>
        </p:txBody>
      </p:sp>
    </p:spTree>
    <p:extLst>
      <p:ext uri="{BB962C8B-B14F-4D97-AF65-F5344CB8AC3E}">
        <p14:creationId xmlns:p14="http://schemas.microsoft.com/office/powerpoint/2010/main" val="50400023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Four Content with Images">
    <p:bg>
      <p:bgPr>
        <a:solidFill>
          <a:schemeClr val="tx2"/>
        </a:solidFill>
        <a:effectLst/>
      </p:bgPr>
    </p:bg>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5EFD4EAF-3D60-DC5D-9020-CF7FB8FB51D2}"/>
              </a:ext>
            </a:extLst>
          </p:cNvPr>
          <p:cNvSpPr>
            <a:spLocks noGrp="1"/>
          </p:cNvSpPr>
          <p:nvPr>
            <p:ph type="title"/>
          </p:nvPr>
        </p:nvSpPr>
        <p:spPr>
          <a:xfrm>
            <a:off x="288303" y="262267"/>
            <a:ext cx="6713538" cy="457818"/>
          </a:xfrm>
        </p:spPr>
        <p:txBody>
          <a:bodyPr/>
          <a:lstStyle/>
          <a:p>
            <a:r>
              <a:rPr lang="en-US"/>
              <a:t>Click to edit Master title style</a:t>
            </a:r>
            <a:endParaRPr lang="en-GB" dirty="0"/>
          </a:p>
        </p:txBody>
      </p:sp>
      <p:sp>
        <p:nvSpPr>
          <p:cNvPr id="7" name="Slide Number Placeholder 6">
            <a:extLst>
              <a:ext uri="{FF2B5EF4-FFF2-40B4-BE49-F238E27FC236}">
                <a16:creationId xmlns:a16="http://schemas.microsoft.com/office/drawing/2014/main" id="{A9C02CF3-9045-EF62-4E25-544B1DCA8AEF}"/>
              </a:ext>
            </a:extLst>
          </p:cNvPr>
          <p:cNvSpPr>
            <a:spLocks noGrp="1"/>
          </p:cNvSpPr>
          <p:nvPr>
            <p:ph type="sldNum" sz="quarter" idx="12"/>
          </p:nvPr>
        </p:nvSpPr>
        <p:spPr/>
        <p:txBody>
          <a:bodyPr/>
          <a:lstStyle/>
          <a:p>
            <a:fld id="{AEC8D767-5246-2244-A4A3-B8AFB218393C}" type="slidenum">
              <a:rPr lang="en-GB" smtClean="0"/>
              <a:t>‹#›</a:t>
            </a:fld>
            <a:endParaRPr lang="en-GB"/>
          </a:p>
        </p:txBody>
      </p:sp>
      <p:sp>
        <p:nvSpPr>
          <p:cNvPr id="10" name="Picture Placeholder 3">
            <a:extLst>
              <a:ext uri="{FF2B5EF4-FFF2-40B4-BE49-F238E27FC236}">
                <a16:creationId xmlns:a16="http://schemas.microsoft.com/office/drawing/2014/main" id="{4E9C5E07-6992-3F19-1B3D-971FA4CAA6E9}"/>
              </a:ext>
            </a:extLst>
          </p:cNvPr>
          <p:cNvSpPr>
            <a:spLocks noGrp="1"/>
          </p:cNvSpPr>
          <p:nvPr>
            <p:ph type="pic" sz="quarter" idx="16" hasCustomPrompt="1"/>
          </p:nvPr>
        </p:nvSpPr>
        <p:spPr>
          <a:xfrm>
            <a:off x="292100" y="1306514"/>
            <a:ext cx="2790825" cy="1908174"/>
          </a:xfrm>
          <a:solidFill>
            <a:schemeClr val="bg1"/>
          </a:solidFill>
        </p:spPr>
        <p:txBody>
          <a:bodyPr vert="horz" lIns="0" tIns="0" rIns="0" bIns="0" rtlCol="0">
            <a:noAutofit/>
          </a:bodyPr>
          <a:lstStyle>
            <a:lvl1pPr>
              <a:defRPr lang="en-GB">
                <a:solidFill>
                  <a:schemeClr val="tx1"/>
                </a:solidFill>
                <a:latin typeface="+mn-lt"/>
              </a:defRPr>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a:t>
            </a:r>
            <a:r>
              <a:rPr lang="en-GB" dirty="0"/>
              <a:t> Delete if not required.</a:t>
            </a:r>
            <a:endParaRPr lang="en-US" dirty="0"/>
          </a:p>
        </p:txBody>
      </p:sp>
      <p:sp>
        <p:nvSpPr>
          <p:cNvPr id="11" name="Picture Placeholder 3">
            <a:extLst>
              <a:ext uri="{FF2B5EF4-FFF2-40B4-BE49-F238E27FC236}">
                <a16:creationId xmlns:a16="http://schemas.microsoft.com/office/drawing/2014/main" id="{1DFC9CD2-F9F0-5542-03DE-0F1FE57839DE}"/>
              </a:ext>
            </a:extLst>
          </p:cNvPr>
          <p:cNvSpPr>
            <a:spLocks noGrp="1"/>
          </p:cNvSpPr>
          <p:nvPr>
            <p:ph type="pic" sz="quarter" idx="17" hasCustomPrompt="1"/>
          </p:nvPr>
        </p:nvSpPr>
        <p:spPr>
          <a:xfrm>
            <a:off x="3225800" y="1306515"/>
            <a:ext cx="2795588" cy="1906586"/>
          </a:xfrm>
          <a:solidFill>
            <a:schemeClr val="bg1"/>
          </a:solidFill>
        </p:spPr>
        <p:txBody>
          <a:bodyPr vert="horz" lIns="0" tIns="0" rIns="0" bIns="0" rtlCol="0">
            <a:noAutofit/>
          </a:bodyPr>
          <a:lstStyle>
            <a:lvl1pPr>
              <a:defRPr lang="en-GB" dirty="0">
                <a:solidFill>
                  <a:schemeClr val="tx1"/>
                </a:solidFill>
                <a:latin typeface="+mn-lt"/>
              </a:defRPr>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a:t>
            </a:r>
            <a:r>
              <a:rPr lang="en-GB" dirty="0"/>
              <a:t> Delete if not required.</a:t>
            </a:r>
            <a:endParaRPr lang="en-US" dirty="0"/>
          </a:p>
        </p:txBody>
      </p:sp>
      <p:sp>
        <p:nvSpPr>
          <p:cNvPr id="12" name="Picture Placeholder 3">
            <a:extLst>
              <a:ext uri="{FF2B5EF4-FFF2-40B4-BE49-F238E27FC236}">
                <a16:creationId xmlns:a16="http://schemas.microsoft.com/office/drawing/2014/main" id="{D5E872F4-C139-6D56-50F9-7D21C3B1C8C0}"/>
              </a:ext>
            </a:extLst>
          </p:cNvPr>
          <p:cNvSpPr>
            <a:spLocks noGrp="1"/>
          </p:cNvSpPr>
          <p:nvPr>
            <p:ph type="pic" sz="quarter" idx="18" hasCustomPrompt="1"/>
          </p:nvPr>
        </p:nvSpPr>
        <p:spPr>
          <a:xfrm>
            <a:off x="6165850" y="1306513"/>
            <a:ext cx="2795588" cy="1908175"/>
          </a:xfrm>
          <a:solidFill>
            <a:schemeClr val="bg1"/>
          </a:solidFill>
        </p:spPr>
        <p:txBody>
          <a:bodyPr vert="horz" lIns="0" tIns="0" rIns="0" bIns="0" rtlCol="0">
            <a:noAutofit/>
          </a:bodyPr>
          <a:lstStyle>
            <a:lvl1pPr>
              <a:defRPr lang="en-GB">
                <a:solidFill>
                  <a:schemeClr val="tx1"/>
                </a:solidFill>
                <a:latin typeface="+mn-lt"/>
              </a:defRPr>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a:t>
            </a:r>
            <a:r>
              <a:rPr lang="en-GB" dirty="0"/>
              <a:t> Delete if not required.</a:t>
            </a:r>
            <a:endParaRPr lang="en-US" dirty="0"/>
          </a:p>
        </p:txBody>
      </p:sp>
      <p:sp>
        <p:nvSpPr>
          <p:cNvPr id="13" name="Picture Placeholder 3">
            <a:extLst>
              <a:ext uri="{FF2B5EF4-FFF2-40B4-BE49-F238E27FC236}">
                <a16:creationId xmlns:a16="http://schemas.microsoft.com/office/drawing/2014/main" id="{84712E5D-D603-F9AE-3C3A-D37795F75238}"/>
              </a:ext>
            </a:extLst>
          </p:cNvPr>
          <p:cNvSpPr>
            <a:spLocks noGrp="1"/>
          </p:cNvSpPr>
          <p:nvPr>
            <p:ph type="pic" sz="quarter" idx="19" hasCustomPrompt="1"/>
          </p:nvPr>
        </p:nvSpPr>
        <p:spPr>
          <a:xfrm>
            <a:off x="9104313" y="1306513"/>
            <a:ext cx="2799890" cy="1906588"/>
          </a:xfrm>
          <a:solidFill>
            <a:schemeClr val="bg1"/>
          </a:solidFill>
        </p:spPr>
        <p:txBody>
          <a:bodyPr vert="horz" lIns="0" tIns="0" rIns="0" bIns="0" rtlCol="0">
            <a:noAutofit/>
          </a:bodyPr>
          <a:lstStyle>
            <a:lvl1pPr>
              <a:defRPr lang="en-GB" dirty="0">
                <a:solidFill>
                  <a:schemeClr val="tx1"/>
                </a:solidFill>
                <a:latin typeface="+mn-lt"/>
              </a:defRPr>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a:t>
            </a:r>
            <a:r>
              <a:rPr lang="en-GB" dirty="0"/>
              <a:t> Delete if not required.</a:t>
            </a:r>
            <a:endParaRPr lang="en-US" dirty="0"/>
          </a:p>
        </p:txBody>
      </p:sp>
      <p:sp>
        <p:nvSpPr>
          <p:cNvPr id="5" name="Text Placeholder 7">
            <a:extLst>
              <a:ext uri="{FF2B5EF4-FFF2-40B4-BE49-F238E27FC236}">
                <a16:creationId xmlns:a16="http://schemas.microsoft.com/office/drawing/2014/main" id="{19D9921F-F7C4-B7B7-7BFB-FFFA54F89ACB}"/>
              </a:ext>
            </a:extLst>
          </p:cNvPr>
          <p:cNvSpPr>
            <a:spLocks noGrp="1"/>
          </p:cNvSpPr>
          <p:nvPr>
            <p:ph type="body" sz="quarter" idx="20" hasCustomPrompt="1"/>
          </p:nvPr>
        </p:nvSpPr>
        <p:spPr>
          <a:xfrm>
            <a:off x="8124205" y="295200"/>
            <a:ext cx="3778870" cy="876375"/>
          </a:xfrm>
        </p:spPr>
        <p:txBody>
          <a:bodyPr/>
          <a:lstStyle>
            <a:lvl1pPr>
              <a:defRPr sz="1400"/>
            </a:lvl1pPr>
            <a:lvl2pPr>
              <a:defRPr sz="1400"/>
            </a:lvl2pPr>
            <a:lvl3pPr>
              <a:defRPr sz="1200"/>
            </a:lvl3pPr>
          </a:lstStyle>
          <a:p>
            <a:pPr lvl="0"/>
            <a:r>
              <a:rPr lang="en-GB" dirty="0"/>
              <a:t>Click to add text. Delete if not required.</a:t>
            </a:r>
          </a:p>
          <a:p>
            <a:pPr lvl="1"/>
            <a:r>
              <a:rPr lang="en-GB" dirty="0"/>
              <a:t>Second level</a:t>
            </a:r>
          </a:p>
          <a:p>
            <a:pPr lvl="2"/>
            <a:r>
              <a:rPr lang="en-GB" dirty="0"/>
              <a:t>Third level</a:t>
            </a:r>
          </a:p>
        </p:txBody>
      </p:sp>
      <p:sp>
        <p:nvSpPr>
          <p:cNvPr id="2" name="Subtitle 2">
            <a:extLst>
              <a:ext uri="{FF2B5EF4-FFF2-40B4-BE49-F238E27FC236}">
                <a16:creationId xmlns:a16="http://schemas.microsoft.com/office/drawing/2014/main" id="{A6811233-C261-B7A8-9BF5-E6DBD474B2D8}"/>
              </a:ext>
            </a:extLst>
          </p:cNvPr>
          <p:cNvSpPr>
            <a:spLocks noGrp="1"/>
          </p:cNvSpPr>
          <p:nvPr>
            <p:ph type="subTitle" idx="21" hasCustomPrompt="1"/>
          </p:nvPr>
        </p:nvSpPr>
        <p:spPr>
          <a:xfrm>
            <a:off x="288302" y="713620"/>
            <a:ext cx="6713538" cy="292965"/>
          </a:xfrm>
        </p:spPr>
        <p:txBody>
          <a:bodyPr vert="horz" wrap="square" lIns="0" tIns="0" rIns="0" bIns="0" rtlCol="0" anchor="t">
            <a:spAutoFit/>
          </a:bodyPr>
          <a:lstStyle>
            <a:lvl1pPr>
              <a:defRPr lang="en-GB" b="1" dirty="0"/>
            </a:lvl1pPr>
          </a:lstStyle>
          <a:p>
            <a:pPr lvl="0"/>
            <a:r>
              <a:rPr lang="en-GB" dirty="0"/>
              <a:t>Subtitle. Delete if not required.</a:t>
            </a:r>
          </a:p>
        </p:txBody>
      </p:sp>
      <p:sp>
        <p:nvSpPr>
          <p:cNvPr id="14" name="Text Placeholder 11">
            <a:extLst>
              <a:ext uri="{FF2B5EF4-FFF2-40B4-BE49-F238E27FC236}">
                <a16:creationId xmlns:a16="http://schemas.microsoft.com/office/drawing/2014/main" id="{AB473CBC-7605-D3E8-783C-F925B286C464}"/>
              </a:ext>
            </a:extLst>
          </p:cNvPr>
          <p:cNvSpPr>
            <a:spLocks noGrp="1"/>
          </p:cNvSpPr>
          <p:nvPr>
            <p:ph type="body" sz="quarter" idx="22"/>
          </p:nvPr>
        </p:nvSpPr>
        <p:spPr>
          <a:xfrm>
            <a:off x="288925" y="3357563"/>
            <a:ext cx="2790825" cy="24082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6" name="Text Placeholder 11">
            <a:extLst>
              <a:ext uri="{FF2B5EF4-FFF2-40B4-BE49-F238E27FC236}">
                <a16:creationId xmlns:a16="http://schemas.microsoft.com/office/drawing/2014/main" id="{D5F5363E-BC98-62D0-50C8-BB47491FC9D2}"/>
              </a:ext>
            </a:extLst>
          </p:cNvPr>
          <p:cNvSpPr>
            <a:spLocks noGrp="1"/>
          </p:cNvSpPr>
          <p:nvPr>
            <p:ph type="body" sz="quarter" idx="23"/>
          </p:nvPr>
        </p:nvSpPr>
        <p:spPr>
          <a:xfrm>
            <a:off x="3233115" y="3357563"/>
            <a:ext cx="2796156" cy="24082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7" name="Text Placeholder 11">
            <a:extLst>
              <a:ext uri="{FF2B5EF4-FFF2-40B4-BE49-F238E27FC236}">
                <a16:creationId xmlns:a16="http://schemas.microsoft.com/office/drawing/2014/main" id="{2CFDC76E-CB6A-2A48-41EF-35223633C7FE}"/>
              </a:ext>
            </a:extLst>
          </p:cNvPr>
          <p:cNvSpPr>
            <a:spLocks noGrp="1"/>
          </p:cNvSpPr>
          <p:nvPr>
            <p:ph type="body" sz="quarter" idx="24"/>
          </p:nvPr>
        </p:nvSpPr>
        <p:spPr>
          <a:xfrm>
            <a:off x="6175321" y="3357563"/>
            <a:ext cx="2796156" cy="24082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8" name="Text Placeholder 11">
            <a:extLst>
              <a:ext uri="{FF2B5EF4-FFF2-40B4-BE49-F238E27FC236}">
                <a16:creationId xmlns:a16="http://schemas.microsoft.com/office/drawing/2014/main" id="{12E56C66-93E1-5486-DC8D-DDF4C1E184CC}"/>
              </a:ext>
            </a:extLst>
          </p:cNvPr>
          <p:cNvSpPr>
            <a:spLocks noGrp="1"/>
          </p:cNvSpPr>
          <p:nvPr>
            <p:ph type="body" sz="quarter" idx="25"/>
          </p:nvPr>
        </p:nvSpPr>
        <p:spPr>
          <a:xfrm>
            <a:off x="9104313" y="3357563"/>
            <a:ext cx="2800800" cy="24082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Footer Placeholder 4">
            <a:extLst>
              <a:ext uri="{FF2B5EF4-FFF2-40B4-BE49-F238E27FC236}">
                <a16:creationId xmlns:a16="http://schemas.microsoft.com/office/drawing/2014/main" id="{9DCAB8AB-4C0B-7253-B5CE-B910AD2A2752}"/>
              </a:ext>
            </a:extLst>
          </p:cNvPr>
          <p:cNvSpPr>
            <a:spLocks noGrp="1"/>
          </p:cNvSpPr>
          <p:nvPr>
            <p:ph type="ftr" sz="quarter" idx="3"/>
          </p:nvPr>
        </p:nvSpPr>
        <p:spPr>
          <a:xfrm>
            <a:off x="288259" y="5868000"/>
            <a:ext cx="1161051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b="0" i="0" dirty="0">
                <a:effectLst/>
              </a:rPr>
              <a:t>Slide legal disclaimer goes here if required
Slide footer goes here if required. Turn off globally using the Header/Footer function (under the Insert menu).</a:t>
            </a:r>
          </a:p>
        </p:txBody>
      </p:sp>
    </p:spTree>
    <p:extLst>
      <p:ext uri="{BB962C8B-B14F-4D97-AF65-F5344CB8AC3E}">
        <p14:creationId xmlns:p14="http://schemas.microsoft.com/office/powerpoint/2010/main" val="60733459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Eight Content">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A9C02CF3-9045-EF62-4E25-544B1DCA8AEF}"/>
              </a:ext>
            </a:extLst>
          </p:cNvPr>
          <p:cNvSpPr>
            <a:spLocks noGrp="1"/>
          </p:cNvSpPr>
          <p:nvPr>
            <p:ph type="sldNum" sz="quarter" idx="12"/>
          </p:nvPr>
        </p:nvSpPr>
        <p:spPr/>
        <p:txBody>
          <a:bodyPr/>
          <a:lstStyle/>
          <a:p>
            <a:fld id="{AEC8D767-5246-2244-A4A3-B8AFB218393C}" type="slidenum">
              <a:rPr lang="en-GB" smtClean="0"/>
              <a:t>‹#›</a:t>
            </a:fld>
            <a:endParaRPr lang="en-GB"/>
          </a:p>
        </p:txBody>
      </p:sp>
      <p:sp>
        <p:nvSpPr>
          <p:cNvPr id="8" name="Content Placeholder 2">
            <a:extLst>
              <a:ext uri="{FF2B5EF4-FFF2-40B4-BE49-F238E27FC236}">
                <a16:creationId xmlns:a16="http://schemas.microsoft.com/office/drawing/2014/main" id="{56A9A479-5865-E7E2-91F8-228379565FE9}"/>
              </a:ext>
            </a:extLst>
          </p:cNvPr>
          <p:cNvSpPr>
            <a:spLocks noGrp="1"/>
          </p:cNvSpPr>
          <p:nvPr>
            <p:ph idx="1"/>
          </p:nvPr>
        </p:nvSpPr>
        <p:spPr>
          <a:xfrm>
            <a:off x="289384" y="1821599"/>
            <a:ext cx="2793541" cy="1902675"/>
          </a:xfrm>
        </p:spPr>
        <p:txBody>
          <a:bodyPr/>
          <a:lstStyle>
            <a:lvl1pPr>
              <a:defRPr lang="en-GB" sz="1400" dirty="0" smtClean="0"/>
            </a:lvl1pPr>
            <a:lvl2pPr>
              <a:defRPr lang="en-GB" sz="1400" dirty="0" smtClean="0"/>
            </a:lvl2pPr>
            <a:lvl3pPr>
              <a:defRPr lang="en-GB" sz="1200" dirty="0" smtClean="0"/>
            </a:lvl3pPr>
            <a:lvl4pPr>
              <a:defRPr lang="en-GB" sz="1200" dirty="0" smtClean="0"/>
            </a:lvl4pPr>
            <a:lvl5pPr>
              <a:defRPr lang="en-GB" sz="8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Content Placeholder 2">
            <a:extLst>
              <a:ext uri="{FF2B5EF4-FFF2-40B4-BE49-F238E27FC236}">
                <a16:creationId xmlns:a16="http://schemas.microsoft.com/office/drawing/2014/main" id="{C843A736-3CCC-0374-4B82-29356E6E54DC}"/>
              </a:ext>
            </a:extLst>
          </p:cNvPr>
          <p:cNvSpPr>
            <a:spLocks noGrp="1"/>
          </p:cNvSpPr>
          <p:nvPr>
            <p:ph idx="13"/>
          </p:nvPr>
        </p:nvSpPr>
        <p:spPr>
          <a:xfrm>
            <a:off x="6165852" y="1821599"/>
            <a:ext cx="2793542" cy="1902675"/>
          </a:xfrm>
        </p:spPr>
        <p:txBody>
          <a:bodyPr/>
          <a:lstStyle>
            <a:lvl1pPr>
              <a:defRPr lang="en-GB" sz="1400" smtClean="0"/>
            </a:lvl1pPr>
            <a:lvl2pPr>
              <a:defRPr lang="en-GB" sz="1400" smtClean="0"/>
            </a:lvl2pPr>
            <a:lvl3pPr>
              <a:defRPr lang="en-GB" sz="1200" smtClean="0"/>
            </a:lvl3pPr>
            <a:lvl4pPr>
              <a:defRPr lang="en-GB" sz="1200" smtClean="0"/>
            </a:lvl4pPr>
            <a:lvl5pPr>
              <a:defRPr lang="en-GB" sz="800" b="0" i="0" kern="1200" dirty="0">
                <a:solidFill>
                  <a:schemeClr val="tx1"/>
                </a:solidFill>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Content Placeholder 2">
            <a:extLst>
              <a:ext uri="{FF2B5EF4-FFF2-40B4-BE49-F238E27FC236}">
                <a16:creationId xmlns:a16="http://schemas.microsoft.com/office/drawing/2014/main" id="{73E966BC-48D6-0237-3D83-9F8CB77DC975}"/>
              </a:ext>
            </a:extLst>
          </p:cNvPr>
          <p:cNvSpPr>
            <a:spLocks noGrp="1"/>
          </p:cNvSpPr>
          <p:nvPr>
            <p:ph idx="14"/>
          </p:nvPr>
        </p:nvSpPr>
        <p:spPr>
          <a:xfrm>
            <a:off x="3225800" y="1821599"/>
            <a:ext cx="2803525" cy="1902675"/>
          </a:xfrm>
        </p:spPr>
        <p:txBody>
          <a:bodyPr/>
          <a:lstStyle>
            <a:lvl1pPr>
              <a:defRPr lang="en-GB" sz="1400" smtClean="0"/>
            </a:lvl1pPr>
            <a:lvl2pPr>
              <a:defRPr lang="en-GB" sz="1400" smtClean="0"/>
            </a:lvl2pPr>
            <a:lvl3pPr>
              <a:defRPr lang="en-GB" sz="1200" smtClean="0"/>
            </a:lvl3pPr>
            <a:lvl4pPr>
              <a:defRPr lang="en-GB" sz="1200" smtClean="0"/>
            </a:lvl4pPr>
            <a:lvl5pPr>
              <a:defRPr lang="en-GB" sz="800" b="0" i="0" kern="1200" dirty="0">
                <a:solidFill>
                  <a:schemeClr val="tx1"/>
                </a:solidFill>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2">
            <a:extLst>
              <a:ext uri="{FF2B5EF4-FFF2-40B4-BE49-F238E27FC236}">
                <a16:creationId xmlns:a16="http://schemas.microsoft.com/office/drawing/2014/main" id="{48B10B95-D320-4FA6-98CE-883417C5DC22}"/>
              </a:ext>
            </a:extLst>
          </p:cNvPr>
          <p:cNvSpPr>
            <a:spLocks noGrp="1"/>
          </p:cNvSpPr>
          <p:nvPr>
            <p:ph idx="15"/>
          </p:nvPr>
        </p:nvSpPr>
        <p:spPr>
          <a:xfrm>
            <a:off x="9105903" y="1821599"/>
            <a:ext cx="2793997" cy="1902675"/>
          </a:xfrm>
        </p:spPr>
        <p:txBody>
          <a:bodyPr/>
          <a:lstStyle>
            <a:lvl1pPr>
              <a:defRPr lang="en-GB" sz="1400" smtClean="0"/>
            </a:lvl1pPr>
            <a:lvl2pPr>
              <a:defRPr lang="en-GB" sz="1400" smtClean="0"/>
            </a:lvl2pPr>
            <a:lvl3pPr>
              <a:defRPr lang="en-GB" sz="1200" smtClean="0"/>
            </a:lvl3pPr>
            <a:lvl4pPr>
              <a:defRPr lang="en-GB" sz="1200" smtClean="0"/>
            </a:lvl4pPr>
            <a:lvl5pPr>
              <a:defRPr lang="en-GB" sz="800" b="0" i="0" kern="1200" dirty="0">
                <a:solidFill>
                  <a:schemeClr val="tx1"/>
                </a:solidFill>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Content Placeholder 2">
            <a:extLst>
              <a:ext uri="{FF2B5EF4-FFF2-40B4-BE49-F238E27FC236}">
                <a16:creationId xmlns:a16="http://schemas.microsoft.com/office/drawing/2014/main" id="{F837F62A-0DBC-5C4E-10B1-0A4CD4ADF81F}"/>
              </a:ext>
            </a:extLst>
          </p:cNvPr>
          <p:cNvSpPr>
            <a:spLocks noGrp="1"/>
          </p:cNvSpPr>
          <p:nvPr>
            <p:ph idx="16"/>
          </p:nvPr>
        </p:nvSpPr>
        <p:spPr>
          <a:xfrm>
            <a:off x="289384" y="3871912"/>
            <a:ext cx="2793541" cy="1902673"/>
          </a:xfrm>
        </p:spPr>
        <p:txBody>
          <a:bodyPr/>
          <a:lstStyle>
            <a:lvl1pPr>
              <a:defRPr lang="en-GB" sz="1400" smtClean="0"/>
            </a:lvl1pPr>
            <a:lvl2pPr>
              <a:defRPr lang="en-GB" sz="1400" smtClean="0"/>
            </a:lvl2pPr>
            <a:lvl3pPr>
              <a:defRPr lang="en-GB" sz="1200" smtClean="0"/>
            </a:lvl3pPr>
            <a:lvl4pPr>
              <a:defRPr lang="en-GB" sz="1200" smtClean="0"/>
            </a:lvl4pPr>
            <a:lvl5pPr>
              <a:defRPr lang="en-GB" sz="800" b="0" i="0" kern="1200" dirty="0">
                <a:solidFill>
                  <a:schemeClr val="tx1"/>
                </a:solidFill>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1" name="Content Placeholder 2">
            <a:extLst>
              <a:ext uri="{FF2B5EF4-FFF2-40B4-BE49-F238E27FC236}">
                <a16:creationId xmlns:a16="http://schemas.microsoft.com/office/drawing/2014/main" id="{D19C36C2-D521-FEE7-A6AC-5710B0CDB350}"/>
              </a:ext>
            </a:extLst>
          </p:cNvPr>
          <p:cNvSpPr>
            <a:spLocks noGrp="1"/>
          </p:cNvSpPr>
          <p:nvPr>
            <p:ph idx="17"/>
          </p:nvPr>
        </p:nvSpPr>
        <p:spPr>
          <a:xfrm>
            <a:off x="6165851" y="3871912"/>
            <a:ext cx="2795588" cy="1902674"/>
          </a:xfrm>
        </p:spPr>
        <p:txBody>
          <a:bodyPr/>
          <a:lstStyle>
            <a:lvl1pPr>
              <a:defRPr lang="en-GB" sz="1400" smtClean="0"/>
            </a:lvl1pPr>
            <a:lvl2pPr>
              <a:defRPr lang="en-GB" sz="1400" smtClean="0"/>
            </a:lvl2pPr>
            <a:lvl3pPr>
              <a:defRPr lang="en-GB" sz="1200" smtClean="0"/>
            </a:lvl3pPr>
            <a:lvl4pPr>
              <a:defRPr lang="en-GB" sz="1200" smtClean="0"/>
            </a:lvl4pPr>
            <a:lvl5pPr>
              <a:defRPr lang="en-GB" sz="800" b="0" i="0" kern="1200" dirty="0">
                <a:solidFill>
                  <a:schemeClr val="tx1"/>
                </a:solidFill>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2" name="Content Placeholder 2">
            <a:extLst>
              <a:ext uri="{FF2B5EF4-FFF2-40B4-BE49-F238E27FC236}">
                <a16:creationId xmlns:a16="http://schemas.microsoft.com/office/drawing/2014/main" id="{FB6994DE-2295-D9C1-5B16-D2099A816416}"/>
              </a:ext>
            </a:extLst>
          </p:cNvPr>
          <p:cNvSpPr>
            <a:spLocks noGrp="1"/>
          </p:cNvSpPr>
          <p:nvPr>
            <p:ph idx="18"/>
          </p:nvPr>
        </p:nvSpPr>
        <p:spPr>
          <a:xfrm>
            <a:off x="3225801" y="3871912"/>
            <a:ext cx="2795588" cy="1902673"/>
          </a:xfrm>
        </p:spPr>
        <p:txBody>
          <a:bodyPr/>
          <a:lstStyle>
            <a:lvl1pPr>
              <a:defRPr lang="en-GB" sz="1400" smtClean="0"/>
            </a:lvl1pPr>
            <a:lvl2pPr>
              <a:defRPr lang="en-GB" sz="1400" smtClean="0"/>
            </a:lvl2pPr>
            <a:lvl3pPr>
              <a:defRPr lang="en-GB" sz="1200" smtClean="0"/>
            </a:lvl3pPr>
            <a:lvl4pPr>
              <a:defRPr lang="en-GB" sz="1200" smtClean="0"/>
            </a:lvl4pPr>
            <a:lvl5pPr>
              <a:defRPr lang="en-GB" sz="800" b="0" i="0" kern="1200" dirty="0">
                <a:solidFill>
                  <a:schemeClr val="tx1"/>
                </a:solidFill>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3" name="Content Placeholder 2">
            <a:extLst>
              <a:ext uri="{FF2B5EF4-FFF2-40B4-BE49-F238E27FC236}">
                <a16:creationId xmlns:a16="http://schemas.microsoft.com/office/drawing/2014/main" id="{35D14BC0-5573-6189-1430-BDA9443B2652}"/>
              </a:ext>
            </a:extLst>
          </p:cNvPr>
          <p:cNvSpPr>
            <a:spLocks noGrp="1"/>
          </p:cNvSpPr>
          <p:nvPr>
            <p:ph idx="19"/>
          </p:nvPr>
        </p:nvSpPr>
        <p:spPr>
          <a:xfrm>
            <a:off x="9104313" y="3871912"/>
            <a:ext cx="2795587" cy="1902674"/>
          </a:xfrm>
        </p:spPr>
        <p:txBody>
          <a:bodyPr/>
          <a:lstStyle>
            <a:lvl1pPr>
              <a:defRPr lang="en-GB" sz="1400" smtClean="0"/>
            </a:lvl1pPr>
            <a:lvl2pPr>
              <a:defRPr lang="en-GB" sz="1400" smtClean="0"/>
            </a:lvl2pPr>
            <a:lvl3pPr>
              <a:defRPr lang="en-GB" sz="1200" smtClean="0"/>
            </a:lvl3pPr>
            <a:lvl4pPr>
              <a:defRPr lang="en-GB" sz="1200" smtClean="0"/>
            </a:lvl4pPr>
            <a:lvl5pPr>
              <a:defRPr lang="en-GB" sz="800" b="0" i="0" kern="1200" dirty="0">
                <a:solidFill>
                  <a:schemeClr val="tx1"/>
                </a:solidFill>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ext Placeholder 7">
            <a:extLst>
              <a:ext uri="{FF2B5EF4-FFF2-40B4-BE49-F238E27FC236}">
                <a16:creationId xmlns:a16="http://schemas.microsoft.com/office/drawing/2014/main" id="{18166EB3-B625-A7A5-5E35-6D81B2C4EAAA}"/>
              </a:ext>
            </a:extLst>
          </p:cNvPr>
          <p:cNvSpPr>
            <a:spLocks noGrp="1"/>
          </p:cNvSpPr>
          <p:nvPr>
            <p:ph type="body" sz="quarter" idx="20" hasCustomPrompt="1"/>
          </p:nvPr>
        </p:nvSpPr>
        <p:spPr>
          <a:xfrm>
            <a:off x="8124205" y="295200"/>
            <a:ext cx="3778870" cy="876375"/>
          </a:xfrm>
        </p:spPr>
        <p:txBody>
          <a:bodyPr/>
          <a:lstStyle>
            <a:lvl1pPr>
              <a:defRPr sz="1400"/>
            </a:lvl1pPr>
            <a:lvl2pPr>
              <a:defRPr sz="1400"/>
            </a:lvl2pPr>
            <a:lvl3pPr>
              <a:defRPr sz="1200"/>
            </a:lvl3pPr>
          </a:lstStyle>
          <a:p>
            <a:pPr lvl="0"/>
            <a:r>
              <a:rPr lang="en-GB" dirty="0"/>
              <a:t>Click to add text. Delete if not required.</a:t>
            </a:r>
          </a:p>
          <a:p>
            <a:pPr lvl="1"/>
            <a:r>
              <a:rPr lang="en-GB" dirty="0"/>
              <a:t>Second level</a:t>
            </a:r>
          </a:p>
          <a:p>
            <a:pPr lvl="2"/>
            <a:r>
              <a:rPr lang="en-GB" dirty="0"/>
              <a:t>Third level</a:t>
            </a:r>
          </a:p>
        </p:txBody>
      </p:sp>
      <p:sp>
        <p:nvSpPr>
          <p:cNvPr id="15" name="Title 14">
            <a:extLst>
              <a:ext uri="{FF2B5EF4-FFF2-40B4-BE49-F238E27FC236}">
                <a16:creationId xmlns:a16="http://schemas.microsoft.com/office/drawing/2014/main" id="{EC560DE3-3204-EFCC-1AF1-2D91CA826E4F}"/>
              </a:ext>
            </a:extLst>
          </p:cNvPr>
          <p:cNvSpPr>
            <a:spLocks noGrp="1"/>
          </p:cNvSpPr>
          <p:nvPr>
            <p:ph type="title"/>
          </p:nvPr>
        </p:nvSpPr>
        <p:spPr>
          <a:xfrm>
            <a:off x="288303" y="262267"/>
            <a:ext cx="6713538" cy="457818"/>
          </a:xfrm>
        </p:spPr>
        <p:txBody>
          <a:bodyPr/>
          <a:lstStyle/>
          <a:p>
            <a:r>
              <a:rPr lang="en-US"/>
              <a:t>Click to edit Master title style</a:t>
            </a:r>
            <a:endParaRPr lang="en-GB" dirty="0"/>
          </a:p>
        </p:txBody>
      </p:sp>
      <p:sp>
        <p:nvSpPr>
          <p:cNvPr id="2" name="Subtitle 2">
            <a:extLst>
              <a:ext uri="{FF2B5EF4-FFF2-40B4-BE49-F238E27FC236}">
                <a16:creationId xmlns:a16="http://schemas.microsoft.com/office/drawing/2014/main" id="{09115CA6-F35D-BB63-6BE4-D7293F65797E}"/>
              </a:ext>
            </a:extLst>
          </p:cNvPr>
          <p:cNvSpPr>
            <a:spLocks noGrp="1"/>
          </p:cNvSpPr>
          <p:nvPr>
            <p:ph type="subTitle" idx="21" hasCustomPrompt="1"/>
          </p:nvPr>
        </p:nvSpPr>
        <p:spPr>
          <a:xfrm>
            <a:off x="288302" y="713620"/>
            <a:ext cx="6713538" cy="292965"/>
          </a:xfrm>
        </p:spPr>
        <p:txBody>
          <a:bodyPr vert="horz" wrap="square" lIns="0" tIns="0" rIns="0" bIns="0" rtlCol="0" anchor="t">
            <a:spAutoFit/>
          </a:bodyPr>
          <a:lstStyle>
            <a:lvl1pPr>
              <a:defRPr lang="en-GB" b="1" dirty="0"/>
            </a:lvl1pPr>
          </a:lstStyle>
          <a:p>
            <a:pPr lvl="0"/>
            <a:r>
              <a:rPr lang="en-GB" dirty="0"/>
              <a:t>Subtitle. Delete if not required.</a:t>
            </a:r>
          </a:p>
        </p:txBody>
      </p:sp>
      <p:sp>
        <p:nvSpPr>
          <p:cNvPr id="14" name="Footer Placeholder 4">
            <a:extLst>
              <a:ext uri="{FF2B5EF4-FFF2-40B4-BE49-F238E27FC236}">
                <a16:creationId xmlns:a16="http://schemas.microsoft.com/office/drawing/2014/main" id="{E13B6904-8EEB-8C52-41B0-27C88B555178}"/>
              </a:ext>
            </a:extLst>
          </p:cNvPr>
          <p:cNvSpPr>
            <a:spLocks noGrp="1"/>
          </p:cNvSpPr>
          <p:nvPr>
            <p:ph type="ftr" sz="quarter" idx="3"/>
          </p:nvPr>
        </p:nvSpPr>
        <p:spPr>
          <a:xfrm>
            <a:off x="288259" y="5868000"/>
            <a:ext cx="1161051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b="0" i="0" dirty="0">
                <a:effectLst/>
              </a:rPr>
              <a:t>Slide legal disclaimer goes here if required
Slide footer goes here if required. Turn off globally using the Header/Footer function (under the Insert menu).</a:t>
            </a:r>
          </a:p>
        </p:txBody>
      </p:sp>
    </p:spTree>
    <p:extLst>
      <p:ext uri="{BB962C8B-B14F-4D97-AF65-F5344CB8AC3E}">
        <p14:creationId xmlns:p14="http://schemas.microsoft.com/office/powerpoint/2010/main" val="152300762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 and Chart">
    <p:bg>
      <p:bgPr>
        <a:solidFill>
          <a:schemeClr val="tx2"/>
        </a:solidFill>
        <a:effectLst/>
      </p:bgPr>
    </p:bg>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A9C02CF3-9045-EF62-4E25-544B1DCA8AEF}"/>
              </a:ext>
            </a:extLst>
          </p:cNvPr>
          <p:cNvSpPr>
            <a:spLocks noGrp="1"/>
          </p:cNvSpPr>
          <p:nvPr>
            <p:ph type="sldNum" sz="quarter" idx="12"/>
          </p:nvPr>
        </p:nvSpPr>
        <p:spPr/>
        <p:txBody>
          <a:bodyPr/>
          <a:lstStyle/>
          <a:p>
            <a:fld id="{AEC8D767-5246-2244-A4A3-B8AFB218393C}" type="slidenum">
              <a:rPr lang="en-GB" smtClean="0"/>
              <a:t>‹#›</a:t>
            </a:fld>
            <a:endParaRPr lang="en-GB"/>
          </a:p>
        </p:txBody>
      </p:sp>
      <p:sp>
        <p:nvSpPr>
          <p:cNvPr id="8" name="Content Placeholder 2">
            <a:extLst>
              <a:ext uri="{FF2B5EF4-FFF2-40B4-BE49-F238E27FC236}">
                <a16:creationId xmlns:a16="http://schemas.microsoft.com/office/drawing/2014/main" id="{56A9A479-5865-E7E2-91F8-228379565FE9}"/>
              </a:ext>
            </a:extLst>
          </p:cNvPr>
          <p:cNvSpPr>
            <a:spLocks noGrp="1"/>
          </p:cNvSpPr>
          <p:nvPr>
            <p:ph idx="1"/>
          </p:nvPr>
        </p:nvSpPr>
        <p:spPr>
          <a:xfrm>
            <a:off x="289384" y="1306513"/>
            <a:ext cx="5732003" cy="44592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hart Placeholder 3">
            <a:extLst>
              <a:ext uri="{FF2B5EF4-FFF2-40B4-BE49-F238E27FC236}">
                <a16:creationId xmlns:a16="http://schemas.microsoft.com/office/drawing/2014/main" id="{538B81BC-7790-A8A7-F32D-C3F126E7C5D3}"/>
              </a:ext>
            </a:extLst>
          </p:cNvPr>
          <p:cNvSpPr>
            <a:spLocks noGrp="1"/>
          </p:cNvSpPr>
          <p:nvPr>
            <p:ph type="chart" sz="quarter" idx="15"/>
          </p:nvPr>
        </p:nvSpPr>
        <p:spPr>
          <a:xfrm>
            <a:off x="6165850" y="1306513"/>
            <a:ext cx="5737225" cy="4964112"/>
          </a:xfrm>
          <a:solidFill>
            <a:schemeClr val="bg1"/>
          </a:solidFill>
        </p:spPr>
        <p:txBody>
          <a:bodyPr/>
          <a:lstStyle/>
          <a:p>
            <a:r>
              <a:rPr lang="en-US"/>
              <a:t>Click icon to add chart</a:t>
            </a:r>
            <a:endParaRPr lang="en-US" dirty="0"/>
          </a:p>
        </p:txBody>
      </p:sp>
      <p:sp>
        <p:nvSpPr>
          <p:cNvPr id="11" name="Text Placeholder 3">
            <a:extLst>
              <a:ext uri="{FF2B5EF4-FFF2-40B4-BE49-F238E27FC236}">
                <a16:creationId xmlns:a16="http://schemas.microsoft.com/office/drawing/2014/main" id="{58257768-4CDB-6207-FCBD-946306C93DAD}"/>
              </a:ext>
            </a:extLst>
          </p:cNvPr>
          <p:cNvSpPr>
            <a:spLocks noGrp="1"/>
          </p:cNvSpPr>
          <p:nvPr>
            <p:ph type="body" sz="quarter" idx="14" hasCustomPrompt="1"/>
          </p:nvPr>
        </p:nvSpPr>
        <p:spPr>
          <a:xfrm>
            <a:off x="10083801" y="330199"/>
            <a:ext cx="1816100" cy="841376"/>
          </a:xfrm>
        </p:spPr>
        <p:txBody>
          <a:bodyPr/>
          <a:lstStyle>
            <a:lvl1pPr>
              <a:spcBef>
                <a:spcPts val="0"/>
              </a:spcBef>
              <a:spcAft>
                <a:spcPts val="300"/>
              </a:spcAft>
              <a:defRPr sz="800" b="0" i="0">
                <a:latin typeface="+mn-lt"/>
              </a:defRPr>
            </a:lvl1pPr>
            <a:lvl2pPr marL="93663" indent="-93663">
              <a:spcBef>
                <a:spcPts val="0"/>
              </a:spcBef>
              <a:spcAft>
                <a:spcPts val="300"/>
              </a:spcAft>
              <a:tabLst/>
              <a:defRPr sz="800" b="0" i="0">
                <a:latin typeface="+mn-lt"/>
              </a:defRPr>
            </a:lvl2pPr>
            <a:lvl3pPr marL="179388" indent="-85725">
              <a:spcBef>
                <a:spcPts val="0"/>
              </a:spcBef>
              <a:spcAft>
                <a:spcPts val="300"/>
              </a:spcAft>
              <a:tabLst/>
              <a:defRPr sz="800" b="0" i="0">
                <a:latin typeface="+mn-lt"/>
              </a:defRPr>
            </a:lvl3pPr>
            <a:lvl4pPr>
              <a:defRPr sz="1000"/>
            </a:lvl4pPr>
            <a:lvl5pPr>
              <a:defRPr sz="1000"/>
            </a:lvl5pPr>
          </a:lstStyle>
          <a:p>
            <a:pPr lvl="0"/>
            <a:r>
              <a:rPr lang="en-GB" dirty="0"/>
              <a:t>Click to add text. Delete if not required.</a:t>
            </a:r>
          </a:p>
          <a:p>
            <a:pPr lvl="1"/>
            <a:r>
              <a:rPr lang="en-GB" dirty="0"/>
              <a:t>Second level</a:t>
            </a:r>
          </a:p>
          <a:p>
            <a:pPr lvl="2"/>
            <a:r>
              <a:rPr lang="en-GB" dirty="0"/>
              <a:t>Third level</a:t>
            </a:r>
          </a:p>
        </p:txBody>
      </p:sp>
      <p:sp>
        <p:nvSpPr>
          <p:cNvPr id="9" name="Title 8">
            <a:extLst>
              <a:ext uri="{FF2B5EF4-FFF2-40B4-BE49-F238E27FC236}">
                <a16:creationId xmlns:a16="http://schemas.microsoft.com/office/drawing/2014/main" id="{6E77B21E-A040-7CC6-4F9B-B89C94289E89}"/>
              </a:ext>
            </a:extLst>
          </p:cNvPr>
          <p:cNvSpPr>
            <a:spLocks noGrp="1"/>
          </p:cNvSpPr>
          <p:nvPr>
            <p:ph type="title"/>
          </p:nvPr>
        </p:nvSpPr>
        <p:spPr>
          <a:xfrm>
            <a:off x="288303" y="262267"/>
            <a:ext cx="6713538" cy="457818"/>
          </a:xfrm>
        </p:spPr>
        <p:txBody>
          <a:bodyPr/>
          <a:lstStyle/>
          <a:p>
            <a:r>
              <a:rPr lang="en-US"/>
              <a:t>Click to edit Master title style</a:t>
            </a:r>
            <a:endParaRPr lang="en-GB" dirty="0"/>
          </a:p>
        </p:txBody>
      </p:sp>
      <p:sp>
        <p:nvSpPr>
          <p:cNvPr id="3" name="Subtitle 2">
            <a:extLst>
              <a:ext uri="{FF2B5EF4-FFF2-40B4-BE49-F238E27FC236}">
                <a16:creationId xmlns:a16="http://schemas.microsoft.com/office/drawing/2014/main" id="{F725C5CD-1985-D608-1D27-9FBC395FE641}"/>
              </a:ext>
            </a:extLst>
          </p:cNvPr>
          <p:cNvSpPr>
            <a:spLocks noGrp="1"/>
          </p:cNvSpPr>
          <p:nvPr>
            <p:ph type="subTitle" idx="16" hasCustomPrompt="1"/>
          </p:nvPr>
        </p:nvSpPr>
        <p:spPr>
          <a:xfrm>
            <a:off x="288302" y="713620"/>
            <a:ext cx="6713538" cy="292965"/>
          </a:xfrm>
        </p:spPr>
        <p:txBody>
          <a:bodyPr vert="horz" wrap="square" lIns="0" tIns="0" rIns="0" bIns="0" rtlCol="0" anchor="t">
            <a:spAutoFit/>
          </a:bodyPr>
          <a:lstStyle>
            <a:lvl1pPr>
              <a:defRPr lang="en-GB" b="1" dirty="0"/>
            </a:lvl1pPr>
          </a:lstStyle>
          <a:p>
            <a:pPr lvl="0"/>
            <a:r>
              <a:rPr lang="en-GB" dirty="0"/>
              <a:t>Subtitle. Delete if not required.</a:t>
            </a:r>
          </a:p>
        </p:txBody>
      </p:sp>
      <p:sp>
        <p:nvSpPr>
          <p:cNvPr id="2" name="Footer Placeholder 4">
            <a:extLst>
              <a:ext uri="{FF2B5EF4-FFF2-40B4-BE49-F238E27FC236}">
                <a16:creationId xmlns:a16="http://schemas.microsoft.com/office/drawing/2014/main" id="{14E01DA7-F0B0-D0D7-0F82-2CEA274588EC}"/>
              </a:ext>
            </a:extLst>
          </p:cNvPr>
          <p:cNvSpPr>
            <a:spLocks noGrp="1"/>
          </p:cNvSpPr>
          <p:nvPr>
            <p:ph type="ftr" sz="quarter" idx="3"/>
          </p:nvPr>
        </p:nvSpPr>
        <p:spPr>
          <a:xfrm>
            <a:off x="288259" y="5868000"/>
            <a:ext cx="5733129"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b="0" i="0" dirty="0">
                <a:effectLst/>
              </a:rPr>
              <a:t>Slide legal disclaimer goes here if required
Slide footer goes here if required. Turn off globally using the Header/Footer function (under the Insert menu).</a:t>
            </a:r>
          </a:p>
        </p:txBody>
      </p:sp>
    </p:spTree>
    <p:extLst>
      <p:ext uri="{BB962C8B-B14F-4D97-AF65-F5344CB8AC3E}">
        <p14:creationId xmlns:p14="http://schemas.microsoft.com/office/powerpoint/2010/main" val="288331338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hree Chart">
    <p:bg>
      <p:bgPr>
        <a:solidFill>
          <a:schemeClr val="tx2"/>
        </a:solidFill>
        <a:effectLst/>
      </p:bgPr>
    </p:bg>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A9C02CF3-9045-EF62-4E25-544B1DCA8AEF}"/>
              </a:ext>
            </a:extLst>
          </p:cNvPr>
          <p:cNvSpPr>
            <a:spLocks noGrp="1"/>
          </p:cNvSpPr>
          <p:nvPr>
            <p:ph type="sldNum" sz="quarter" idx="12"/>
          </p:nvPr>
        </p:nvSpPr>
        <p:spPr/>
        <p:txBody>
          <a:bodyPr/>
          <a:lstStyle/>
          <a:p>
            <a:fld id="{AEC8D767-5246-2244-A4A3-B8AFB218393C}" type="slidenum">
              <a:rPr lang="en-GB" smtClean="0"/>
              <a:t>‹#›</a:t>
            </a:fld>
            <a:endParaRPr lang="en-GB"/>
          </a:p>
        </p:txBody>
      </p:sp>
      <p:sp>
        <p:nvSpPr>
          <p:cNvPr id="4" name="Text Placeholder 7">
            <a:extLst>
              <a:ext uri="{FF2B5EF4-FFF2-40B4-BE49-F238E27FC236}">
                <a16:creationId xmlns:a16="http://schemas.microsoft.com/office/drawing/2014/main" id="{66A26018-CD47-11D0-838D-A1A2D71C4DE9}"/>
              </a:ext>
            </a:extLst>
          </p:cNvPr>
          <p:cNvSpPr>
            <a:spLocks noGrp="1"/>
          </p:cNvSpPr>
          <p:nvPr>
            <p:ph type="body" sz="quarter" idx="15" hasCustomPrompt="1"/>
          </p:nvPr>
        </p:nvSpPr>
        <p:spPr>
          <a:xfrm>
            <a:off x="8124205" y="293525"/>
            <a:ext cx="3778870" cy="878050"/>
          </a:xfrm>
        </p:spPr>
        <p:txBody>
          <a:bodyPr/>
          <a:lstStyle>
            <a:lvl1pPr>
              <a:defRPr sz="1400"/>
            </a:lvl1pPr>
            <a:lvl2pPr>
              <a:defRPr sz="1400"/>
            </a:lvl2pPr>
            <a:lvl3pPr>
              <a:defRPr sz="1200"/>
            </a:lvl3pPr>
          </a:lstStyle>
          <a:p>
            <a:pPr lvl="0"/>
            <a:r>
              <a:rPr lang="en-GB" dirty="0"/>
              <a:t>Click to add text. Delete if not required.</a:t>
            </a:r>
          </a:p>
          <a:p>
            <a:pPr lvl="1"/>
            <a:r>
              <a:rPr lang="en-GB" dirty="0"/>
              <a:t>Second level</a:t>
            </a:r>
          </a:p>
          <a:p>
            <a:pPr lvl="2"/>
            <a:r>
              <a:rPr lang="en-GB" dirty="0"/>
              <a:t>Third level</a:t>
            </a:r>
          </a:p>
        </p:txBody>
      </p:sp>
      <p:sp>
        <p:nvSpPr>
          <p:cNvPr id="11" name="Chart Placeholder 10">
            <a:extLst>
              <a:ext uri="{FF2B5EF4-FFF2-40B4-BE49-F238E27FC236}">
                <a16:creationId xmlns:a16="http://schemas.microsoft.com/office/drawing/2014/main" id="{698C230B-5408-E1A5-CFA9-2F383131120D}"/>
              </a:ext>
            </a:extLst>
          </p:cNvPr>
          <p:cNvSpPr>
            <a:spLocks noGrp="1"/>
          </p:cNvSpPr>
          <p:nvPr>
            <p:ph type="chart" sz="quarter" idx="16"/>
          </p:nvPr>
        </p:nvSpPr>
        <p:spPr>
          <a:xfrm>
            <a:off x="292100" y="1306512"/>
            <a:ext cx="3770313" cy="3440113"/>
          </a:xfrm>
          <a:solidFill>
            <a:schemeClr val="bg1"/>
          </a:solidFill>
        </p:spPr>
        <p:txBody>
          <a:bodyPr/>
          <a:lstStyle/>
          <a:p>
            <a:r>
              <a:rPr lang="en-US"/>
              <a:t>Click icon to add chart</a:t>
            </a:r>
          </a:p>
        </p:txBody>
      </p:sp>
      <p:sp>
        <p:nvSpPr>
          <p:cNvPr id="12" name="Text Placeholder 7">
            <a:extLst>
              <a:ext uri="{FF2B5EF4-FFF2-40B4-BE49-F238E27FC236}">
                <a16:creationId xmlns:a16="http://schemas.microsoft.com/office/drawing/2014/main" id="{6BA18FE4-4638-2816-D5EB-4ABC0612973F}"/>
              </a:ext>
            </a:extLst>
          </p:cNvPr>
          <p:cNvSpPr>
            <a:spLocks noGrp="1"/>
          </p:cNvSpPr>
          <p:nvPr>
            <p:ph type="body" sz="quarter" idx="17" hasCustomPrompt="1"/>
          </p:nvPr>
        </p:nvSpPr>
        <p:spPr>
          <a:xfrm>
            <a:off x="291480" y="4894903"/>
            <a:ext cx="3770934" cy="876300"/>
          </a:xfrm>
        </p:spPr>
        <p:txBody>
          <a:bodyPr/>
          <a:lstStyle>
            <a:lvl1pPr>
              <a:defRPr sz="1200"/>
            </a:lvl1pPr>
            <a:lvl2pPr>
              <a:defRPr sz="1200"/>
            </a:lvl2pPr>
            <a:lvl3pPr>
              <a:defRPr sz="1100"/>
            </a:lvl3pPr>
          </a:lstStyle>
          <a:p>
            <a:pPr lvl="0"/>
            <a:r>
              <a:rPr lang="en-GB" dirty="0"/>
              <a:t>Click to add text. Delete if not required.</a:t>
            </a:r>
          </a:p>
          <a:p>
            <a:pPr lvl="1"/>
            <a:r>
              <a:rPr lang="en-GB" dirty="0"/>
              <a:t>Second level</a:t>
            </a:r>
          </a:p>
          <a:p>
            <a:pPr lvl="2"/>
            <a:r>
              <a:rPr lang="en-GB" dirty="0"/>
              <a:t>Third level</a:t>
            </a:r>
          </a:p>
        </p:txBody>
      </p:sp>
      <p:sp>
        <p:nvSpPr>
          <p:cNvPr id="13" name="Chart Placeholder 10">
            <a:extLst>
              <a:ext uri="{FF2B5EF4-FFF2-40B4-BE49-F238E27FC236}">
                <a16:creationId xmlns:a16="http://schemas.microsoft.com/office/drawing/2014/main" id="{446A3E25-507C-4190-4950-DA0C712EB336}"/>
              </a:ext>
            </a:extLst>
          </p:cNvPr>
          <p:cNvSpPr>
            <a:spLocks noGrp="1"/>
          </p:cNvSpPr>
          <p:nvPr>
            <p:ph type="chart" sz="quarter" idx="18"/>
          </p:nvPr>
        </p:nvSpPr>
        <p:spPr>
          <a:xfrm>
            <a:off x="4206875" y="1306513"/>
            <a:ext cx="3775076" cy="3440112"/>
          </a:xfrm>
          <a:solidFill>
            <a:schemeClr val="bg1"/>
          </a:solidFill>
        </p:spPr>
        <p:txBody>
          <a:bodyPr/>
          <a:lstStyle/>
          <a:p>
            <a:r>
              <a:rPr lang="en-US"/>
              <a:t>Click icon to add chart</a:t>
            </a:r>
          </a:p>
        </p:txBody>
      </p:sp>
      <p:sp>
        <p:nvSpPr>
          <p:cNvPr id="14" name="Text Placeholder 7">
            <a:extLst>
              <a:ext uri="{FF2B5EF4-FFF2-40B4-BE49-F238E27FC236}">
                <a16:creationId xmlns:a16="http://schemas.microsoft.com/office/drawing/2014/main" id="{DDD2F21A-FE62-6E81-6F5B-9A76691ED2EE}"/>
              </a:ext>
            </a:extLst>
          </p:cNvPr>
          <p:cNvSpPr>
            <a:spLocks noGrp="1"/>
          </p:cNvSpPr>
          <p:nvPr>
            <p:ph type="body" sz="quarter" idx="19" hasCustomPrompt="1"/>
          </p:nvPr>
        </p:nvSpPr>
        <p:spPr>
          <a:xfrm>
            <a:off x="4206874" y="4894903"/>
            <a:ext cx="3775076" cy="876300"/>
          </a:xfrm>
        </p:spPr>
        <p:txBody>
          <a:bodyPr/>
          <a:lstStyle>
            <a:lvl1pPr>
              <a:defRPr sz="1200"/>
            </a:lvl1pPr>
            <a:lvl2pPr>
              <a:defRPr sz="1200"/>
            </a:lvl2pPr>
            <a:lvl3pPr>
              <a:defRPr sz="1100"/>
            </a:lvl3pPr>
          </a:lstStyle>
          <a:p>
            <a:pPr lvl="0"/>
            <a:r>
              <a:rPr lang="en-GB" dirty="0"/>
              <a:t>Click to add text. Delete if not required.</a:t>
            </a:r>
          </a:p>
          <a:p>
            <a:pPr lvl="1"/>
            <a:r>
              <a:rPr lang="en-GB" dirty="0"/>
              <a:t>Second level</a:t>
            </a:r>
          </a:p>
          <a:p>
            <a:pPr lvl="2"/>
            <a:r>
              <a:rPr lang="en-GB" dirty="0"/>
              <a:t>Third level</a:t>
            </a:r>
          </a:p>
        </p:txBody>
      </p:sp>
      <p:sp>
        <p:nvSpPr>
          <p:cNvPr id="15" name="Chart Placeholder 10">
            <a:extLst>
              <a:ext uri="{FF2B5EF4-FFF2-40B4-BE49-F238E27FC236}">
                <a16:creationId xmlns:a16="http://schemas.microsoft.com/office/drawing/2014/main" id="{94EF43E1-5534-96EF-52FD-3CD0B7B21E71}"/>
              </a:ext>
            </a:extLst>
          </p:cNvPr>
          <p:cNvSpPr>
            <a:spLocks noGrp="1"/>
          </p:cNvSpPr>
          <p:nvPr>
            <p:ph type="chart" sz="quarter" idx="20"/>
          </p:nvPr>
        </p:nvSpPr>
        <p:spPr>
          <a:xfrm>
            <a:off x="8124825" y="1306512"/>
            <a:ext cx="3770313" cy="3440113"/>
          </a:xfrm>
          <a:solidFill>
            <a:schemeClr val="bg1"/>
          </a:solidFill>
        </p:spPr>
        <p:txBody>
          <a:bodyPr/>
          <a:lstStyle/>
          <a:p>
            <a:r>
              <a:rPr lang="en-US"/>
              <a:t>Click icon to add chart</a:t>
            </a:r>
          </a:p>
        </p:txBody>
      </p:sp>
      <p:sp>
        <p:nvSpPr>
          <p:cNvPr id="16" name="Text Placeholder 7">
            <a:extLst>
              <a:ext uri="{FF2B5EF4-FFF2-40B4-BE49-F238E27FC236}">
                <a16:creationId xmlns:a16="http://schemas.microsoft.com/office/drawing/2014/main" id="{074660EF-5B4C-59FD-5DE9-C6AEEC3EA783}"/>
              </a:ext>
            </a:extLst>
          </p:cNvPr>
          <p:cNvSpPr>
            <a:spLocks noGrp="1"/>
          </p:cNvSpPr>
          <p:nvPr>
            <p:ph type="body" sz="quarter" idx="21" hasCustomPrompt="1"/>
          </p:nvPr>
        </p:nvSpPr>
        <p:spPr>
          <a:xfrm>
            <a:off x="8124205" y="4894903"/>
            <a:ext cx="3770934" cy="876300"/>
          </a:xfrm>
        </p:spPr>
        <p:txBody>
          <a:bodyPr/>
          <a:lstStyle>
            <a:lvl1pPr>
              <a:defRPr sz="1200"/>
            </a:lvl1pPr>
            <a:lvl2pPr>
              <a:defRPr sz="1200"/>
            </a:lvl2pPr>
            <a:lvl3pPr>
              <a:defRPr sz="1100"/>
            </a:lvl3pPr>
          </a:lstStyle>
          <a:p>
            <a:pPr lvl="0"/>
            <a:r>
              <a:rPr lang="en-GB" dirty="0"/>
              <a:t>Click to add text. Delete if not required.</a:t>
            </a:r>
          </a:p>
          <a:p>
            <a:pPr lvl="1"/>
            <a:r>
              <a:rPr lang="en-GB" dirty="0"/>
              <a:t>Second level</a:t>
            </a:r>
          </a:p>
          <a:p>
            <a:pPr lvl="2"/>
            <a:r>
              <a:rPr lang="en-GB" dirty="0"/>
              <a:t>Third level</a:t>
            </a:r>
          </a:p>
        </p:txBody>
      </p:sp>
      <p:sp>
        <p:nvSpPr>
          <p:cNvPr id="9" name="Title 8">
            <a:extLst>
              <a:ext uri="{FF2B5EF4-FFF2-40B4-BE49-F238E27FC236}">
                <a16:creationId xmlns:a16="http://schemas.microsoft.com/office/drawing/2014/main" id="{5FD82D33-FC73-4137-A0A9-8EB43DA1A810}"/>
              </a:ext>
            </a:extLst>
          </p:cNvPr>
          <p:cNvSpPr>
            <a:spLocks noGrp="1"/>
          </p:cNvSpPr>
          <p:nvPr>
            <p:ph type="title"/>
          </p:nvPr>
        </p:nvSpPr>
        <p:spPr>
          <a:xfrm>
            <a:off x="288303" y="262267"/>
            <a:ext cx="6713538" cy="457818"/>
          </a:xfrm>
        </p:spPr>
        <p:txBody>
          <a:bodyPr/>
          <a:lstStyle/>
          <a:p>
            <a:r>
              <a:rPr lang="en-US"/>
              <a:t>Click to edit Master title style</a:t>
            </a:r>
            <a:endParaRPr lang="en-GB"/>
          </a:p>
        </p:txBody>
      </p:sp>
      <p:sp>
        <p:nvSpPr>
          <p:cNvPr id="3" name="Subtitle 2">
            <a:extLst>
              <a:ext uri="{FF2B5EF4-FFF2-40B4-BE49-F238E27FC236}">
                <a16:creationId xmlns:a16="http://schemas.microsoft.com/office/drawing/2014/main" id="{EA959997-A6D7-96D1-8672-5FCDE45DB7B3}"/>
              </a:ext>
            </a:extLst>
          </p:cNvPr>
          <p:cNvSpPr>
            <a:spLocks noGrp="1"/>
          </p:cNvSpPr>
          <p:nvPr>
            <p:ph type="subTitle" idx="22" hasCustomPrompt="1"/>
          </p:nvPr>
        </p:nvSpPr>
        <p:spPr>
          <a:xfrm>
            <a:off x="288302" y="713620"/>
            <a:ext cx="6713538" cy="292965"/>
          </a:xfrm>
        </p:spPr>
        <p:txBody>
          <a:bodyPr vert="horz" wrap="square" lIns="0" tIns="0" rIns="0" bIns="0" rtlCol="0" anchor="t">
            <a:spAutoFit/>
          </a:bodyPr>
          <a:lstStyle>
            <a:lvl1pPr>
              <a:defRPr lang="en-GB" b="1" dirty="0"/>
            </a:lvl1pPr>
          </a:lstStyle>
          <a:p>
            <a:pPr lvl="0"/>
            <a:r>
              <a:rPr lang="en-GB" dirty="0"/>
              <a:t>Subtitle. Delete if not required.</a:t>
            </a:r>
          </a:p>
        </p:txBody>
      </p:sp>
      <p:sp>
        <p:nvSpPr>
          <p:cNvPr id="2" name="Footer Placeholder 4">
            <a:extLst>
              <a:ext uri="{FF2B5EF4-FFF2-40B4-BE49-F238E27FC236}">
                <a16:creationId xmlns:a16="http://schemas.microsoft.com/office/drawing/2014/main" id="{FBE4CD19-6DA9-A930-91EE-59CB48D45E41}"/>
              </a:ext>
            </a:extLst>
          </p:cNvPr>
          <p:cNvSpPr>
            <a:spLocks noGrp="1"/>
          </p:cNvSpPr>
          <p:nvPr>
            <p:ph type="ftr" sz="quarter" idx="3"/>
          </p:nvPr>
        </p:nvSpPr>
        <p:spPr>
          <a:xfrm>
            <a:off x="288259" y="5868000"/>
            <a:ext cx="1161051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b="0" i="0" dirty="0">
                <a:effectLst/>
              </a:rPr>
              <a:t>Slide legal disclaimer goes here if required
Slide footer goes here if required. Turn off globally using the Header/Footer function (under the Insert menu).</a:t>
            </a:r>
          </a:p>
        </p:txBody>
      </p:sp>
    </p:spTree>
    <p:extLst>
      <p:ext uri="{BB962C8B-B14F-4D97-AF65-F5344CB8AC3E}">
        <p14:creationId xmlns:p14="http://schemas.microsoft.com/office/powerpoint/2010/main" val="426856063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able">
    <p:bg>
      <p:bgPr>
        <a:solidFill>
          <a:schemeClr val="bg1"/>
        </a:solidFill>
        <a:effectLst/>
      </p:bgPr>
    </p:bg>
    <p:spTree>
      <p:nvGrpSpPr>
        <p:cNvPr id="1" name=""/>
        <p:cNvGrpSpPr/>
        <p:nvPr/>
      </p:nvGrpSpPr>
      <p:grpSpPr>
        <a:xfrm>
          <a:off x="0" y="0"/>
          <a:ext cx="0" cy="0"/>
          <a:chOff x="0" y="0"/>
          <a:chExt cx="0" cy="0"/>
        </a:xfrm>
      </p:grpSpPr>
      <p:sp>
        <p:nvSpPr>
          <p:cNvPr id="10" name="Table Placeholder 5">
            <a:extLst>
              <a:ext uri="{FF2B5EF4-FFF2-40B4-BE49-F238E27FC236}">
                <a16:creationId xmlns:a16="http://schemas.microsoft.com/office/drawing/2014/main" id="{AA00D851-11FE-02AE-0FE0-9A7CAC67EF7D}"/>
              </a:ext>
            </a:extLst>
          </p:cNvPr>
          <p:cNvSpPr>
            <a:spLocks noGrp="1"/>
          </p:cNvSpPr>
          <p:nvPr>
            <p:ph type="tbl" sz="quarter" idx="13"/>
          </p:nvPr>
        </p:nvSpPr>
        <p:spPr>
          <a:xfrm>
            <a:off x="292100" y="2847975"/>
            <a:ext cx="11610975" cy="2917825"/>
          </a:xfrm>
        </p:spPr>
        <p:txBody>
          <a:bodyPr/>
          <a:lstStyle/>
          <a:p>
            <a:r>
              <a:rPr lang="en-US"/>
              <a:t>Click icon to add table</a:t>
            </a:r>
            <a:endParaRPr lang="en-GB"/>
          </a:p>
        </p:txBody>
      </p:sp>
      <p:sp>
        <p:nvSpPr>
          <p:cNvPr id="3" name="Title 2">
            <a:extLst>
              <a:ext uri="{FF2B5EF4-FFF2-40B4-BE49-F238E27FC236}">
                <a16:creationId xmlns:a16="http://schemas.microsoft.com/office/drawing/2014/main" id="{2CDD0AA4-DA06-999E-8621-24713C5D3AF7}"/>
              </a:ext>
            </a:extLst>
          </p:cNvPr>
          <p:cNvSpPr>
            <a:spLocks noGrp="1"/>
          </p:cNvSpPr>
          <p:nvPr>
            <p:ph type="title"/>
          </p:nvPr>
        </p:nvSpPr>
        <p:spPr>
          <a:xfrm>
            <a:off x="288303" y="262267"/>
            <a:ext cx="6713538" cy="457818"/>
          </a:xfrm>
        </p:spPr>
        <p:txBody>
          <a:bodyPr/>
          <a:lstStyle/>
          <a:p>
            <a:r>
              <a:rPr lang="en-US"/>
              <a:t>Click to edit Master title style</a:t>
            </a:r>
            <a:endParaRPr lang="en-GB"/>
          </a:p>
        </p:txBody>
      </p:sp>
      <p:sp>
        <p:nvSpPr>
          <p:cNvPr id="4" name="Text Placeholder 7">
            <a:extLst>
              <a:ext uri="{FF2B5EF4-FFF2-40B4-BE49-F238E27FC236}">
                <a16:creationId xmlns:a16="http://schemas.microsoft.com/office/drawing/2014/main" id="{AF1CADF7-2181-199A-E8E5-8BFDAFCB655B}"/>
              </a:ext>
            </a:extLst>
          </p:cNvPr>
          <p:cNvSpPr>
            <a:spLocks noGrp="1"/>
          </p:cNvSpPr>
          <p:nvPr>
            <p:ph type="body" sz="quarter" idx="15" hasCustomPrompt="1"/>
          </p:nvPr>
        </p:nvSpPr>
        <p:spPr>
          <a:xfrm>
            <a:off x="8124205" y="293525"/>
            <a:ext cx="3778870" cy="878050"/>
          </a:xfrm>
        </p:spPr>
        <p:txBody>
          <a:bodyPr/>
          <a:lstStyle>
            <a:lvl1pPr>
              <a:defRPr sz="1400"/>
            </a:lvl1pPr>
            <a:lvl2pPr>
              <a:defRPr sz="1400"/>
            </a:lvl2pPr>
            <a:lvl3pPr>
              <a:defRPr sz="1200"/>
            </a:lvl3pPr>
          </a:lstStyle>
          <a:p>
            <a:pPr lvl="0"/>
            <a:r>
              <a:rPr lang="en-GB" dirty="0"/>
              <a:t>Click to add text. Delete if not required.</a:t>
            </a:r>
          </a:p>
          <a:p>
            <a:pPr lvl="1"/>
            <a:r>
              <a:rPr lang="en-GB" dirty="0"/>
              <a:t>Second level</a:t>
            </a:r>
          </a:p>
          <a:p>
            <a:pPr lvl="2"/>
            <a:r>
              <a:rPr lang="en-GB" dirty="0"/>
              <a:t>Third level</a:t>
            </a:r>
          </a:p>
        </p:txBody>
      </p:sp>
      <p:sp>
        <p:nvSpPr>
          <p:cNvPr id="5" name="Subtitle 2">
            <a:extLst>
              <a:ext uri="{FF2B5EF4-FFF2-40B4-BE49-F238E27FC236}">
                <a16:creationId xmlns:a16="http://schemas.microsoft.com/office/drawing/2014/main" id="{4BE7CDC5-71B1-1F0B-9FBF-16B0C3648775}"/>
              </a:ext>
            </a:extLst>
          </p:cNvPr>
          <p:cNvSpPr>
            <a:spLocks noGrp="1"/>
          </p:cNvSpPr>
          <p:nvPr>
            <p:ph type="subTitle" idx="16" hasCustomPrompt="1"/>
          </p:nvPr>
        </p:nvSpPr>
        <p:spPr>
          <a:xfrm>
            <a:off x="288302" y="713620"/>
            <a:ext cx="6713538" cy="292965"/>
          </a:xfrm>
        </p:spPr>
        <p:txBody>
          <a:bodyPr vert="horz" wrap="square" lIns="0" tIns="0" rIns="0" bIns="0" rtlCol="0" anchor="t">
            <a:spAutoFit/>
          </a:bodyPr>
          <a:lstStyle>
            <a:lvl1pPr>
              <a:defRPr lang="en-GB" b="1" dirty="0"/>
            </a:lvl1pPr>
          </a:lstStyle>
          <a:p>
            <a:pPr lvl="0"/>
            <a:r>
              <a:rPr lang="en-GB" dirty="0"/>
              <a:t>Subtitle. Delete if not required.</a:t>
            </a:r>
          </a:p>
        </p:txBody>
      </p:sp>
      <p:sp>
        <p:nvSpPr>
          <p:cNvPr id="6" name="Footer Placeholder 4">
            <a:extLst>
              <a:ext uri="{FF2B5EF4-FFF2-40B4-BE49-F238E27FC236}">
                <a16:creationId xmlns:a16="http://schemas.microsoft.com/office/drawing/2014/main" id="{60F27FF6-CF7D-B29E-40F2-BF449AACF4A2}"/>
              </a:ext>
            </a:extLst>
          </p:cNvPr>
          <p:cNvSpPr>
            <a:spLocks noGrp="1"/>
          </p:cNvSpPr>
          <p:nvPr>
            <p:ph type="ftr" sz="quarter" idx="3"/>
          </p:nvPr>
        </p:nvSpPr>
        <p:spPr>
          <a:xfrm>
            <a:off x="288259" y="5868000"/>
            <a:ext cx="1161051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b="0" i="0" dirty="0">
                <a:effectLst/>
              </a:rPr>
              <a:t>Slide legal disclaimer goes here if required
Slide footer goes here if required. Turn off globally using the Header/Footer function (under the Insert menu).</a:t>
            </a:r>
          </a:p>
        </p:txBody>
      </p:sp>
      <p:sp>
        <p:nvSpPr>
          <p:cNvPr id="7" name="Slide Number Placeholder 5">
            <a:extLst>
              <a:ext uri="{FF2B5EF4-FFF2-40B4-BE49-F238E27FC236}">
                <a16:creationId xmlns:a16="http://schemas.microsoft.com/office/drawing/2014/main" id="{6FCDADD7-2ADE-F7A6-3ACF-DBB0741F7796}"/>
              </a:ext>
            </a:extLst>
          </p:cNvPr>
          <p:cNvSpPr>
            <a:spLocks noGrp="1"/>
          </p:cNvSpPr>
          <p:nvPr>
            <p:ph type="sldNum" sz="quarter" idx="12"/>
          </p:nvPr>
        </p:nvSpPr>
        <p:spPr>
          <a:xfrm>
            <a:off x="11581942" y="6433878"/>
            <a:ext cx="320674" cy="153463"/>
          </a:xfrm>
        </p:spPr>
        <p:txBody>
          <a:bodyPr/>
          <a:lstStyle/>
          <a:p>
            <a:fld id="{AEC8D767-5246-2244-A4A3-B8AFB218393C}" type="slidenum">
              <a:rPr lang="en-GB" smtClean="0"/>
              <a:t>‹#›</a:t>
            </a:fld>
            <a:endParaRPr lang="en-GB"/>
          </a:p>
        </p:txBody>
      </p:sp>
    </p:spTree>
    <p:extLst>
      <p:ext uri="{BB962C8B-B14F-4D97-AF65-F5344CB8AC3E}">
        <p14:creationId xmlns:p14="http://schemas.microsoft.com/office/powerpoint/2010/main" val="37020377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E9119AF0-BAA0-31B4-998E-02AD3B07E859}"/>
              </a:ext>
            </a:extLst>
          </p:cNvPr>
          <p:cNvSpPr>
            <a:spLocks noGrp="1"/>
          </p:cNvSpPr>
          <p:nvPr>
            <p:ph type="sldNum" sz="quarter" idx="12"/>
          </p:nvPr>
        </p:nvSpPr>
        <p:spPr/>
        <p:txBody>
          <a:bodyPr/>
          <a:lstStyle/>
          <a:p>
            <a:fld id="{AEC8D767-5246-2244-A4A3-B8AFB218393C}" type="slidenum">
              <a:rPr lang="en-GB" smtClean="0"/>
              <a:t>‹#›</a:t>
            </a:fld>
            <a:endParaRPr lang="en-GB"/>
          </a:p>
        </p:txBody>
      </p:sp>
      <p:sp>
        <p:nvSpPr>
          <p:cNvPr id="3" name="Text Placeholder 7">
            <a:extLst>
              <a:ext uri="{FF2B5EF4-FFF2-40B4-BE49-F238E27FC236}">
                <a16:creationId xmlns:a16="http://schemas.microsoft.com/office/drawing/2014/main" id="{17F42810-DCAF-7A30-3A4F-E23EA682FA39}"/>
              </a:ext>
            </a:extLst>
          </p:cNvPr>
          <p:cNvSpPr>
            <a:spLocks noGrp="1"/>
          </p:cNvSpPr>
          <p:nvPr>
            <p:ph type="body" sz="quarter" idx="14" hasCustomPrompt="1"/>
          </p:nvPr>
        </p:nvSpPr>
        <p:spPr>
          <a:xfrm>
            <a:off x="8124825" y="293525"/>
            <a:ext cx="3778250" cy="878050"/>
          </a:xfrm>
        </p:spPr>
        <p:txBody>
          <a:bodyPr/>
          <a:lstStyle>
            <a:lvl1pPr>
              <a:defRPr sz="1400"/>
            </a:lvl1pPr>
            <a:lvl2pPr>
              <a:defRPr sz="1400"/>
            </a:lvl2pPr>
            <a:lvl3pPr>
              <a:defRPr sz="1200"/>
            </a:lvl3pPr>
          </a:lstStyle>
          <a:p>
            <a:pPr lvl="0"/>
            <a:r>
              <a:rPr lang="en-GB" dirty="0"/>
              <a:t>Click to add text. Delete if not required.</a:t>
            </a:r>
          </a:p>
          <a:p>
            <a:pPr lvl="1"/>
            <a:r>
              <a:rPr lang="en-GB" dirty="0"/>
              <a:t>Second level</a:t>
            </a:r>
          </a:p>
          <a:p>
            <a:pPr lvl="2"/>
            <a:r>
              <a:rPr lang="en-GB" dirty="0"/>
              <a:t>Third level</a:t>
            </a:r>
          </a:p>
        </p:txBody>
      </p:sp>
      <p:sp>
        <p:nvSpPr>
          <p:cNvPr id="7" name="Title 6">
            <a:extLst>
              <a:ext uri="{FF2B5EF4-FFF2-40B4-BE49-F238E27FC236}">
                <a16:creationId xmlns:a16="http://schemas.microsoft.com/office/drawing/2014/main" id="{5373482F-4FA8-181D-CA6D-04D8D98AD13B}"/>
              </a:ext>
            </a:extLst>
          </p:cNvPr>
          <p:cNvSpPr>
            <a:spLocks noGrp="1"/>
          </p:cNvSpPr>
          <p:nvPr>
            <p:ph type="title"/>
          </p:nvPr>
        </p:nvSpPr>
        <p:spPr>
          <a:xfrm>
            <a:off x="288303" y="262267"/>
            <a:ext cx="6713538" cy="457818"/>
          </a:xfrm>
        </p:spPr>
        <p:txBody>
          <a:bodyPr/>
          <a:lstStyle/>
          <a:p>
            <a:r>
              <a:rPr lang="en-US"/>
              <a:t>Click to edit Master title style</a:t>
            </a:r>
            <a:endParaRPr lang="en-GB" dirty="0"/>
          </a:p>
        </p:txBody>
      </p:sp>
      <p:sp>
        <p:nvSpPr>
          <p:cNvPr id="6" name="Subtitle 2">
            <a:extLst>
              <a:ext uri="{FF2B5EF4-FFF2-40B4-BE49-F238E27FC236}">
                <a16:creationId xmlns:a16="http://schemas.microsoft.com/office/drawing/2014/main" id="{64BCB963-058E-5C5B-947F-AC1D9DD6C9FB}"/>
              </a:ext>
            </a:extLst>
          </p:cNvPr>
          <p:cNvSpPr>
            <a:spLocks noGrp="1"/>
          </p:cNvSpPr>
          <p:nvPr>
            <p:ph type="subTitle" idx="16" hasCustomPrompt="1"/>
          </p:nvPr>
        </p:nvSpPr>
        <p:spPr>
          <a:xfrm>
            <a:off x="288302" y="713620"/>
            <a:ext cx="6713538" cy="292965"/>
          </a:xfrm>
        </p:spPr>
        <p:txBody>
          <a:bodyPr vert="horz" wrap="square" lIns="0" tIns="0" rIns="0" bIns="0" rtlCol="0" anchor="t">
            <a:spAutoFit/>
          </a:bodyPr>
          <a:lstStyle>
            <a:lvl1pPr>
              <a:defRPr lang="en-GB" b="1" dirty="0"/>
            </a:lvl1pPr>
          </a:lstStyle>
          <a:p>
            <a:pPr lvl="0"/>
            <a:r>
              <a:rPr lang="en-GB" dirty="0"/>
              <a:t>Subtitle. Delete if not required.</a:t>
            </a:r>
          </a:p>
        </p:txBody>
      </p:sp>
      <p:sp>
        <p:nvSpPr>
          <p:cNvPr id="2" name="Footer Placeholder 4">
            <a:extLst>
              <a:ext uri="{FF2B5EF4-FFF2-40B4-BE49-F238E27FC236}">
                <a16:creationId xmlns:a16="http://schemas.microsoft.com/office/drawing/2014/main" id="{B4313EC1-0D30-C944-21E6-B89F8290D2D3}"/>
              </a:ext>
            </a:extLst>
          </p:cNvPr>
          <p:cNvSpPr>
            <a:spLocks noGrp="1"/>
          </p:cNvSpPr>
          <p:nvPr>
            <p:ph type="ftr" sz="quarter" idx="3"/>
          </p:nvPr>
        </p:nvSpPr>
        <p:spPr>
          <a:xfrm>
            <a:off x="288259" y="5868000"/>
            <a:ext cx="1161051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b="0" i="0" dirty="0">
                <a:effectLst/>
              </a:rPr>
              <a:t>Slide legal disclaimer goes here if required
Slide footer goes here if required. Turn off globally using the Header/Footer function (under the Insert menu).</a:t>
            </a:r>
          </a:p>
        </p:txBody>
      </p:sp>
    </p:spTree>
    <p:extLst>
      <p:ext uri="{BB962C8B-B14F-4D97-AF65-F5344CB8AC3E}">
        <p14:creationId xmlns:p14="http://schemas.microsoft.com/office/powerpoint/2010/main" val="184125254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F06E5F-8043-3DC0-2D79-119BF990830B}"/>
              </a:ext>
            </a:extLst>
          </p:cNvPr>
          <p:cNvSpPr>
            <a:spLocks noGrp="1"/>
          </p:cNvSpPr>
          <p:nvPr>
            <p:ph type="sldNum" sz="quarter" idx="12"/>
          </p:nvPr>
        </p:nvSpPr>
        <p:spPr/>
        <p:txBody>
          <a:bodyPr/>
          <a:lstStyle/>
          <a:p>
            <a:fld id="{AEC8D767-5246-2244-A4A3-B8AFB218393C}" type="slidenum">
              <a:rPr lang="en-GB" smtClean="0"/>
              <a:t>‹#›</a:t>
            </a:fld>
            <a:endParaRPr lang="en-GB"/>
          </a:p>
        </p:txBody>
      </p:sp>
      <p:sp>
        <p:nvSpPr>
          <p:cNvPr id="2" name="Footer Placeholder 4">
            <a:extLst>
              <a:ext uri="{FF2B5EF4-FFF2-40B4-BE49-F238E27FC236}">
                <a16:creationId xmlns:a16="http://schemas.microsoft.com/office/drawing/2014/main" id="{876A8E91-3BCB-12F2-1699-CC1C3768018F}"/>
              </a:ext>
            </a:extLst>
          </p:cNvPr>
          <p:cNvSpPr>
            <a:spLocks noGrp="1"/>
          </p:cNvSpPr>
          <p:nvPr>
            <p:ph type="ftr" sz="quarter" idx="3"/>
          </p:nvPr>
        </p:nvSpPr>
        <p:spPr>
          <a:xfrm>
            <a:off x="288259" y="5868000"/>
            <a:ext cx="1161051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b="0" i="0" dirty="0">
                <a:effectLst/>
              </a:rPr>
              <a:t>Slide legal disclaimer goes here if required
Slide footer goes here if required. Turn off globally using the Header/Footer function (under the Insert menu).</a:t>
            </a:r>
          </a:p>
        </p:txBody>
      </p:sp>
    </p:spTree>
    <p:extLst>
      <p:ext uri="{BB962C8B-B14F-4D97-AF65-F5344CB8AC3E}">
        <p14:creationId xmlns:p14="http://schemas.microsoft.com/office/powerpoint/2010/main" val="367153943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Full Imag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7545FFE-3051-5386-BCE0-9D3085BB95F0}"/>
              </a:ext>
            </a:extLst>
          </p:cNvPr>
          <p:cNvSpPr>
            <a:spLocks noGrp="1"/>
          </p:cNvSpPr>
          <p:nvPr>
            <p:ph type="pic" sz="quarter" idx="13" hasCustomPrompt="1"/>
          </p:nvPr>
        </p:nvSpPr>
        <p:spPr>
          <a:xfrm>
            <a:off x="0" y="0"/>
            <a:ext cx="12192000" cy="6858000"/>
          </a:xfrm>
          <a:solidFill>
            <a:schemeClr val="tx2"/>
          </a:solidFill>
        </p:spPr>
        <p:txBody>
          <a:bodyPr vert="horz" lIns="0" tIns="0" rIns="0" bIns="0" rtlCol="0" anchor="ctr">
            <a:noAutofit/>
          </a:bodyPr>
          <a:lstStyle>
            <a:lvl1pPr algn="ctr">
              <a:defRPr lang="en-GB"/>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 If using a title or subtitle over the image, ensure the text is legible. Double click the image to adjust crop and scale.</a:t>
            </a:r>
          </a:p>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dirty="0"/>
          </a:p>
        </p:txBody>
      </p:sp>
      <p:sp>
        <p:nvSpPr>
          <p:cNvPr id="5" name="Slide Number Placeholder 4">
            <a:extLst>
              <a:ext uri="{FF2B5EF4-FFF2-40B4-BE49-F238E27FC236}">
                <a16:creationId xmlns:a16="http://schemas.microsoft.com/office/drawing/2014/main" id="{E9119AF0-BAA0-31B4-998E-02AD3B07E859}"/>
              </a:ext>
            </a:extLst>
          </p:cNvPr>
          <p:cNvSpPr>
            <a:spLocks noGrp="1"/>
          </p:cNvSpPr>
          <p:nvPr>
            <p:ph type="sldNum" sz="quarter" idx="12"/>
          </p:nvPr>
        </p:nvSpPr>
        <p:spPr/>
        <p:txBody>
          <a:bodyPr/>
          <a:lstStyle/>
          <a:p>
            <a:fld id="{AEC8D767-5246-2244-A4A3-B8AFB218393C}" type="slidenum">
              <a:rPr lang="en-GB" smtClean="0"/>
              <a:t>‹#›</a:t>
            </a:fld>
            <a:endParaRPr lang="en-GB"/>
          </a:p>
        </p:txBody>
      </p:sp>
      <p:sp>
        <p:nvSpPr>
          <p:cNvPr id="3" name="Title 2">
            <a:extLst>
              <a:ext uri="{FF2B5EF4-FFF2-40B4-BE49-F238E27FC236}">
                <a16:creationId xmlns:a16="http://schemas.microsoft.com/office/drawing/2014/main" id="{10079C00-CC52-F9ED-ED36-A8FC0573506A}"/>
              </a:ext>
            </a:extLst>
          </p:cNvPr>
          <p:cNvSpPr>
            <a:spLocks noGrp="1"/>
          </p:cNvSpPr>
          <p:nvPr>
            <p:ph type="title" hasCustomPrompt="1"/>
          </p:nvPr>
        </p:nvSpPr>
        <p:spPr>
          <a:xfrm>
            <a:off x="288303" y="262267"/>
            <a:ext cx="10632110" cy="468590"/>
          </a:xfrm>
        </p:spPr>
        <p:txBody>
          <a:bodyPr/>
          <a:lstStyle>
            <a:lvl1pPr>
              <a:defRPr>
                <a:solidFill>
                  <a:schemeClr val="tx1"/>
                </a:solidFill>
              </a:defRPr>
            </a:lvl1pPr>
          </a:lstStyle>
          <a:p>
            <a:r>
              <a:rPr lang="en-GB" dirty="0"/>
              <a:t>Click to add title. Black or white text only.</a:t>
            </a:r>
            <a:endParaRPr lang="en-US" dirty="0"/>
          </a:p>
        </p:txBody>
      </p:sp>
      <p:sp>
        <p:nvSpPr>
          <p:cNvPr id="7" name="Subtitle 2">
            <a:extLst>
              <a:ext uri="{FF2B5EF4-FFF2-40B4-BE49-F238E27FC236}">
                <a16:creationId xmlns:a16="http://schemas.microsoft.com/office/drawing/2014/main" id="{295A4114-449A-5D28-03F8-03221E42A657}"/>
              </a:ext>
            </a:extLst>
          </p:cNvPr>
          <p:cNvSpPr>
            <a:spLocks noGrp="1"/>
          </p:cNvSpPr>
          <p:nvPr>
            <p:ph type="subTitle" idx="16" hasCustomPrompt="1"/>
          </p:nvPr>
        </p:nvSpPr>
        <p:spPr>
          <a:xfrm>
            <a:off x="288301" y="713620"/>
            <a:ext cx="10632109" cy="292965"/>
          </a:xfrm>
        </p:spPr>
        <p:txBody>
          <a:bodyPr vert="horz" wrap="square" lIns="0" tIns="0" rIns="0" bIns="0" rtlCol="0" anchor="t">
            <a:spAutoFit/>
          </a:bodyPr>
          <a:lstStyle>
            <a:lvl1pPr>
              <a:defRPr lang="en-GB" b="1" dirty="0"/>
            </a:lvl1pPr>
          </a:lstStyle>
          <a:p>
            <a:pPr lvl="0"/>
            <a:r>
              <a:rPr lang="en-GB" dirty="0"/>
              <a:t>Subtitle. Delete if not required.</a:t>
            </a:r>
          </a:p>
        </p:txBody>
      </p:sp>
    </p:spTree>
    <p:extLst>
      <p:ext uri="{BB962C8B-B14F-4D97-AF65-F5344CB8AC3E}">
        <p14:creationId xmlns:p14="http://schemas.microsoft.com/office/powerpoint/2010/main" val="14405097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Image and Caption">
    <p:bg>
      <p:bgPr>
        <a:solidFill>
          <a:schemeClr val="tx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7545FFE-3051-5386-BCE0-9D3085BB95F0}"/>
              </a:ext>
            </a:extLst>
          </p:cNvPr>
          <p:cNvSpPr>
            <a:spLocks noGrp="1"/>
          </p:cNvSpPr>
          <p:nvPr>
            <p:ph type="pic" sz="quarter" idx="13" hasCustomPrompt="1"/>
          </p:nvPr>
        </p:nvSpPr>
        <p:spPr>
          <a:xfrm>
            <a:off x="3225800" y="0"/>
            <a:ext cx="8966200" cy="6858000"/>
          </a:xfrm>
          <a:solidFill>
            <a:schemeClr val="bg1"/>
          </a:solidFill>
        </p:spPr>
        <p:txBody>
          <a:bodyPr vert="horz" lIns="0" tIns="0" rIns="0" bIns="0" rtlCol="0">
            <a:noAutofit/>
          </a:bodyPr>
          <a:lstStyle>
            <a:lvl1pPr>
              <a:defRPr lang="en-GB"/>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 Double click the image to adjust crop and scale.</a:t>
            </a:r>
          </a:p>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dirty="0"/>
          </a:p>
        </p:txBody>
      </p:sp>
      <p:sp>
        <p:nvSpPr>
          <p:cNvPr id="3" name="Content Placeholder 2">
            <a:extLst>
              <a:ext uri="{FF2B5EF4-FFF2-40B4-BE49-F238E27FC236}">
                <a16:creationId xmlns:a16="http://schemas.microsoft.com/office/drawing/2014/main" id="{6770E69B-48F7-61D5-681E-68705A6AADAC}"/>
              </a:ext>
            </a:extLst>
          </p:cNvPr>
          <p:cNvSpPr>
            <a:spLocks noGrp="1"/>
          </p:cNvSpPr>
          <p:nvPr>
            <p:ph idx="1" hasCustomPrompt="1"/>
          </p:nvPr>
        </p:nvSpPr>
        <p:spPr>
          <a:xfrm>
            <a:off x="289384" y="2338387"/>
            <a:ext cx="2793541" cy="3932237"/>
          </a:xfrm>
        </p:spPr>
        <p:txBody>
          <a:bodyPr/>
          <a:lstStyle/>
          <a:p>
            <a:pPr lvl="0"/>
            <a:r>
              <a:rPr lang="en-GB" dirty="0"/>
              <a:t>Click to add text – delete if not required</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2" name="Title 1">
            <a:extLst>
              <a:ext uri="{FF2B5EF4-FFF2-40B4-BE49-F238E27FC236}">
                <a16:creationId xmlns:a16="http://schemas.microsoft.com/office/drawing/2014/main" id="{52A37889-B558-B868-1094-BA62A7B3E70A}"/>
              </a:ext>
            </a:extLst>
          </p:cNvPr>
          <p:cNvSpPr>
            <a:spLocks noGrp="1"/>
          </p:cNvSpPr>
          <p:nvPr>
            <p:ph type="title"/>
          </p:nvPr>
        </p:nvSpPr>
        <p:spPr>
          <a:xfrm>
            <a:off x="288303" y="262800"/>
            <a:ext cx="2793541" cy="1934833"/>
          </a:xfrm>
        </p:spPr>
        <p:txBody>
          <a:bodyPr/>
          <a:lstStyle/>
          <a:p>
            <a:r>
              <a:rPr lang="en-US"/>
              <a:t>Click to edit Master title style</a:t>
            </a:r>
            <a:endParaRPr lang="en-GB" dirty="0"/>
          </a:p>
        </p:txBody>
      </p:sp>
    </p:spTree>
    <p:extLst>
      <p:ext uri="{BB962C8B-B14F-4D97-AF65-F5344CB8AC3E}">
        <p14:creationId xmlns:p14="http://schemas.microsoft.com/office/powerpoint/2010/main" val="228666200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Image and Content">
    <p:bg>
      <p:bgPr>
        <a:solidFill>
          <a:schemeClr val="tx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7545FFE-3051-5386-BCE0-9D3085BB95F0}"/>
              </a:ext>
            </a:extLst>
          </p:cNvPr>
          <p:cNvSpPr>
            <a:spLocks noGrp="1"/>
          </p:cNvSpPr>
          <p:nvPr>
            <p:ph type="pic" sz="quarter" idx="13" hasCustomPrompt="1"/>
          </p:nvPr>
        </p:nvSpPr>
        <p:spPr>
          <a:xfrm>
            <a:off x="6170614" y="0"/>
            <a:ext cx="6021385" cy="6858000"/>
          </a:xfrm>
          <a:solidFill>
            <a:schemeClr val="bg1"/>
          </a:solidFill>
        </p:spPr>
        <p:txBody>
          <a:bodyPr vert="horz" lIns="0" tIns="0" rIns="0" bIns="0" rtlCol="0">
            <a:noAutofit/>
          </a:bodyPr>
          <a:lstStyle>
            <a:lvl1pPr>
              <a:defRPr lang="en-GB"/>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 Double click the image to adjust crop and scale.</a:t>
            </a:r>
          </a:p>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dirty="0"/>
          </a:p>
        </p:txBody>
      </p:sp>
      <p:sp>
        <p:nvSpPr>
          <p:cNvPr id="3" name="Content Placeholder 2">
            <a:extLst>
              <a:ext uri="{FF2B5EF4-FFF2-40B4-BE49-F238E27FC236}">
                <a16:creationId xmlns:a16="http://schemas.microsoft.com/office/drawing/2014/main" id="{6770E69B-48F7-61D5-681E-68705A6AADAC}"/>
              </a:ext>
            </a:extLst>
          </p:cNvPr>
          <p:cNvSpPr>
            <a:spLocks noGrp="1"/>
          </p:cNvSpPr>
          <p:nvPr>
            <p:ph idx="1" hasCustomPrompt="1"/>
          </p:nvPr>
        </p:nvSpPr>
        <p:spPr>
          <a:xfrm>
            <a:off x="289384" y="2338387"/>
            <a:ext cx="5732003" cy="3427413"/>
          </a:xfrm>
        </p:spPr>
        <p:txBody>
          <a:bodyPr/>
          <a:lstStyle/>
          <a:p>
            <a:pPr lvl="0"/>
            <a:r>
              <a:rPr lang="en-GB" dirty="0"/>
              <a:t>Click to add text. Delete if not required.</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7" name="Subtitle 2">
            <a:extLst>
              <a:ext uri="{FF2B5EF4-FFF2-40B4-BE49-F238E27FC236}">
                <a16:creationId xmlns:a16="http://schemas.microsoft.com/office/drawing/2014/main" id="{42BB7518-D6BA-C538-D249-365B42C98C35}"/>
              </a:ext>
            </a:extLst>
          </p:cNvPr>
          <p:cNvSpPr>
            <a:spLocks noGrp="1"/>
          </p:cNvSpPr>
          <p:nvPr>
            <p:ph type="subTitle" idx="16" hasCustomPrompt="1"/>
          </p:nvPr>
        </p:nvSpPr>
        <p:spPr>
          <a:xfrm>
            <a:off x="288302" y="713620"/>
            <a:ext cx="5732003" cy="292965"/>
          </a:xfrm>
        </p:spPr>
        <p:txBody>
          <a:bodyPr vert="horz" wrap="square" lIns="0" tIns="0" rIns="0" bIns="0" rtlCol="0" anchor="t">
            <a:spAutoFit/>
          </a:bodyPr>
          <a:lstStyle>
            <a:lvl1pPr>
              <a:defRPr lang="en-GB" b="1" dirty="0"/>
            </a:lvl1pPr>
          </a:lstStyle>
          <a:p>
            <a:pPr lvl="0"/>
            <a:r>
              <a:rPr lang="en-GB" dirty="0"/>
              <a:t>Subtitle. Delete if not required.</a:t>
            </a:r>
          </a:p>
        </p:txBody>
      </p:sp>
      <p:sp>
        <p:nvSpPr>
          <p:cNvPr id="9" name="Title 8">
            <a:extLst>
              <a:ext uri="{FF2B5EF4-FFF2-40B4-BE49-F238E27FC236}">
                <a16:creationId xmlns:a16="http://schemas.microsoft.com/office/drawing/2014/main" id="{80AE2DF2-849C-72E8-013B-74CCFF6C4882}"/>
              </a:ext>
            </a:extLst>
          </p:cNvPr>
          <p:cNvSpPr>
            <a:spLocks noGrp="1"/>
          </p:cNvSpPr>
          <p:nvPr>
            <p:ph type="title" hasCustomPrompt="1"/>
          </p:nvPr>
        </p:nvSpPr>
        <p:spPr>
          <a:xfrm>
            <a:off x="288303" y="262267"/>
            <a:ext cx="5732002" cy="468590"/>
          </a:xfrm>
        </p:spPr>
        <p:txBody>
          <a:bodyPr/>
          <a:lstStyle/>
          <a:p>
            <a:r>
              <a:rPr lang="en-GB" dirty="0"/>
              <a:t>Master title style</a:t>
            </a:r>
          </a:p>
        </p:txBody>
      </p:sp>
      <p:sp>
        <p:nvSpPr>
          <p:cNvPr id="2" name="Footer Placeholder 4">
            <a:extLst>
              <a:ext uri="{FF2B5EF4-FFF2-40B4-BE49-F238E27FC236}">
                <a16:creationId xmlns:a16="http://schemas.microsoft.com/office/drawing/2014/main" id="{B9517692-C189-7E0D-4346-7FEE15476B2D}"/>
              </a:ext>
            </a:extLst>
          </p:cNvPr>
          <p:cNvSpPr>
            <a:spLocks noGrp="1"/>
          </p:cNvSpPr>
          <p:nvPr>
            <p:ph type="ftr" sz="quarter" idx="3"/>
          </p:nvPr>
        </p:nvSpPr>
        <p:spPr>
          <a:xfrm>
            <a:off x="288259" y="5868000"/>
            <a:ext cx="5732003"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dirty="0"/>
              <a:t>Slide legal disclaimer goes here if required
Slide footer goes here if required. Turn off globally using the Header/Footer function (under the Insert menu).</a:t>
            </a:r>
          </a:p>
        </p:txBody>
      </p:sp>
    </p:spTree>
    <p:extLst>
      <p:ext uri="{BB962C8B-B14F-4D97-AF65-F5344CB8AC3E}">
        <p14:creationId xmlns:p14="http://schemas.microsoft.com/office/powerpoint/2010/main" val="255394963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Image and Content Right Side">
    <p:bg>
      <p:bgPr>
        <a:solidFill>
          <a:schemeClr val="tx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7545FFE-3051-5386-BCE0-9D3085BB95F0}"/>
              </a:ext>
            </a:extLst>
          </p:cNvPr>
          <p:cNvSpPr>
            <a:spLocks noGrp="1"/>
          </p:cNvSpPr>
          <p:nvPr>
            <p:ph type="pic" sz="quarter" idx="13" hasCustomPrompt="1"/>
          </p:nvPr>
        </p:nvSpPr>
        <p:spPr>
          <a:xfrm>
            <a:off x="0" y="0"/>
            <a:ext cx="6021385" cy="6858000"/>
          </a:xfrm>
          <a:solidFill>
            <a:schemeClr val="bg1"/>
          </a:solidFill>
        </p:spPr>
        <p:txBody>
          <a:bodyPr vert="horz" lIns="0" tIns="0" rIns="0" bIns="0" rtlCol="0">
            <a:noAutofit/>
          </a:bodyPr>
          <a:lstStyle>
            <a:lvl1pPr>
              <a:defRPr lang="en-GB"/>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 Double click the image to adjust crop and scale.</a:t>
            </a:r>
          </a:p>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dirty="0"/>
          </a:p>
        </p:txBody>
      </p:sp>
      <p:sp>
        <p:nvSpPr>
          <p:cNvPr id="5" name="Slide Number Placeholder 4">
            <a:extLst>
              <a:ext uri="{FF2B5EF4-FFF2-40B4-BE49-F238E27FC236}">
                <a16:creationId xmlns:a16="http://schemas.microsoft.com/office/drawing/2014/main" id="{E9119AF0-BAA0-31B4-998E-02AD3B07E859}"/>
              </a:ext>
            </a:extLst>
          </p:cNvPr>
          <p:cNvSpPr>
            <a:spLocks noGrp="1"/>
          </p:cNvSpPr>
          <p:nvPr>
            <p:ph type="sldNum" sz="quarter" idx="12"/>
          </p:nvPr>
        </p:nvSpPr>
        <p:spPr/>
        <p:txBody>
          <a:bodyPr/>
          <a:lstStyle/>
          <a:p>
            <a:fld id="{AEC8D767-5246-2244-A4A3-B8AFB218393C}" type="slidenum">
              <a:rPr lang="en-GB" smtClean="0"/>
              <a:t>‹#›</a:t>
            </a:fld>
            <a:endParaRPr lang="en-GB"/>
          </a:p>
        </p:txBody>
      </p:sp>
      <p:sp>
        <p:nvSpPr>
          <p:cNvPr id="3" name="Content Placeholder 2">
            <a:extLst>
              <a:ext uri="{FF2B5EF4-FFF2-40B4-BE49-F238E27FC236}">
                <a16:creationId xmlns:a16="http://schemas.microsoft.com/office/drawing/2014/main" id="{6770E69B-48F7-61D5-681E-68705A6AADAC}"/>
              </a:ext>
            </a:extLst>
          </p:cNvPr>
          <p:cNvSpPr>
            <a:spLocks noGrp="1"/>
          </p:cNvSpPr>
          <p:nvPr>
            <p:ph idx="1" hasCustomPrompt="1"/>
          </p:nvPr>
        </p:nvSpPr>
        <p:spPr>
          <a:xfrm>
            <a:off x="6321758" y="4376738"/>
            <a:ext cx="5580856" cy="1893886"/>
          </a:xfrm>
        </p:spPr>
        <p:txBody>
          <a:bodyPr/>
          <a:lstStyle>
            <a:lvl1pPr>
              <a:defRPr lang="en-GB" dirty="0" smtClean="0"/>
            </a:lvl1pPr>
            <a:lvl2pPr>
              <a:defRPr lang="en-GB" dirty="0" smtClean="0"/>
            </a:lvl2pPr>
            <a:lvl3pPr>
              <a:defRPr lang="en-GB" dirty="0" smtClean="0"/>
            </a:lvl3pPr>
            <a:lvl4pPr>
              <a:defRPr lang="en-GB" dirty="0" smtClean="0"/>
            </a:lvl4pPr>
            <a:lvl5pPr>
              <a:defRPr lang="en-GB" dirty="0"/>
            </a:lvl5pPr>
          </a:lstStyle>
          <a:p>
            <a:pPr lvl="0"/>
            <a:r>
              <a:rPr lang="en-GB" dirty="0"/>
              <a:t>Click to add text. Delete if not required.</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7" name="Title 6">
            <a:extLst>
              <a:ext uri="{FF2B5EF4-FFF2-40B4-BE49-F238E27FC236}">
                <a16:creationId xmlns:a16="http://schemas.microsoft.com/office/drawing/2014/main" id="{57139A87-57BC-3EA5-1A50-C7A9DA1DB2C1}"/>
              </a:ext>
            </a:extLst>
          </p:cNvPr>
          <p:cNvSpPr>
            <a:spLocks noGrp="1"/>
          </p:cNvSpPr>
          <p:nvPr>
            <p:ph type="title"/>
          </p:nvPr>
        </p:nvSpPr>
        <p:spPr>
          <a:xfrm>
            <a:off x="6323798" y="279525"/>
            <a:ext cx="5578817" cy="2620397"/>
          </a:xfrm>
        </p:spPr>
        <p:txBody>
          <a:bodyPr/>
          <a:lstStyle>
            <a:lvl1pPr>
              <a:lnSpc>
                <a:spcPct val="80000"/>
              </a:lnSpc>
              <a:defRPr sz="7000"/>
            </a:lvl1pPr>
          </a:lstStyle>
          <a:p>
            <a:r>
              <a:rPr lang="en-US"/>
              <a:t>Click to edit Master title style</a:t>
            </a:r>
            <a:endParaRPr lang="en-US" dirty="0"/>
          </a:p>
        </p:txBody>
      </p:sp>
    </p:spTree>
    <p:extLst>
      <p:ext uri="{BB962C8B-B14F-4D97-AF65-F5344CB8AC3E}">
        <p14:creationId xmlns:p14="http://schemas.microsoft.com/office/powerpoint/2010/main" val="178937138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wo Images and Content">
    <p:bg>
      <p:bgPr>
        <a:solidFill>
          <a:schemeClr val="bg1"/>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7545FFE-3051-5386-BCE0-9D3085BB95F0}"/>
              </a:ext>
            </a:extLst>
          </p:cNvPr>
          <p:cNvSpPr>
            <a:spLocks noGrp="1"/>
          </p:cNvSpPr>
          <p:nvPr>
            <p:ph type="pic" sz="quarter" idx="13" hasCustomPrompt="1"/>
          </p:nvPr>
        </p:nvSpPr>
        <p:spPr>
          <a:xfrm>
            <a:off x="6170614" y="0"/>
            <a:ext cx="6021385" cy="3429000"/>
          </a:xfrm>
          <a:solidFill>
            <a:schemeClr val="tx2"/>
          </a:solidFill>
        </p:spPr>
        <p:txBody>
          <a:bodyPr vert="horz" lIns="0" tIns="0" rIns="0" bIns="0" rtlCol="0">
            <a:noAutofit/>
          </a:bodyPr>
          <a:lstStyle>
            <a:lvl1pPr>
              <a:defRPr lang="en-GB"/>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 Double click the image to adjust crop and scale.</a:t>
            </a:r>
          </a:p>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dirty="0"/>
          </a:p>
        </p:txBody>
      </p:sp>
      <p:sp>
        <p:nvSpPr>
          <p:cNvPr id="5" name="Slide Number Placeholder 4">
            <a:extLst>
              <a:ext uri="{FF2B5EF4-FFF2-40B4-BE49-F238E27FC236}">
                <a16:creationId xmlns:a16="http://schemas.microsoft.com/office/drawing/2014/main" id="{E9119AF0-BAA0-31B4-998E-02AD3B07E859}"/>
              </a:ext>
            </a:extLst>
          </p:cNvPr>
          <p:cNvSpPr>
            <a:spLocks noGrp="1"/>
          </p:cNvSpPr>
          <p:nvPr>
            <p:ph type="sldNum" sz="quarter" idx="12"/>
          </p:nvPr>
        </p:nvSpPr>
        <p:spPr/>
        <p:txBody>
          <a:bodyPr/>
          <a:lstStyle/>
          <a:p>
            <a:fld id="{AEC8D767-5246-2244-A4A3-B8AFB218393C}" type="slidenum">
              <a:rPr lang="en-GB" smtClean="0"/>
              <a:t>‹#›</a:t>
            </a:fld>
            <a:endParaRPr lang="en-GB"/>
          </a:p>
        </p:txBody>
      </p:sp>
      <p:sp>
        <p:nvSpPr>
          <p:cNvPr id="3" name="Content Placeholder 2">
            <a:extLst>
              <a:ext uri="{FF2B5EF4-FFF2-40B4-BE49-F238E27FC236}">
                <a16:creationId xmlns:a16="http://schemas.microsoft.com/office/drawing/2014/main" id="{6770E69B-48F7-61D5-681E-68705A6AADAC}"/>
              </a:ext>
            </a:extLst>
          </p:cNvPr>
          <p:cNvSpPr>
            <a:spLocks noGrp="1"/>
          </p:cNvSpPr>
          <p:nvPr>
            <p:ph idx="1" hasCustomPrompt="1"/>
          </p:nvPr>
        </p:nvSpPr>
        <p:spPr>
          <a:xfrm>
            <a:off x="289384" y="2338388"/>
            <a:ext cx="5732003" cy="3429000"/>
          </a:xfrm>
        </p:spPr>
        <p:txBody>
          <a:bodyPr/>
          <a:lstStyle/>
          <a:p>
            <a:pPr lvl="0"/>
            <a:r>
              <a:rPr lang="en-GB" dirty="0"/>
              <a:t>Click to add text. Delete if not required.</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7" name="Picture Placeholder 5">
            <a:extLst>
              <a:ext uri="{FF2B5EF4-FFF2-40B4-BE49-F238E27FC236}">
                <a16:creationId xmlns:a16="http://schemas.microsoft.com/office/drawing/2014/main" id="{1CA8347E-5487-FBA2-2DD4-3FD601BD3B4C}"/>
              </a:ext>
            </a:extLst>
          </p:cNvPr>
          <p:cNvSpPr>
            <a:spLocks noGrp="1"/>
          </p:cNvSpPr>
          <p:nvPr>
            <p:ph type="pic" sz="quarter" idx="14" hasCustomPrompt="1"/>
          </p:nvPr>
        </p:nvSpPr>
        <p:spPr>
          <a:xfrm>
            <a:off x="6170614" y="3429000"/>
            <a:ext cx="6021385" cy="3429000"/>
          </a:xfrm>
          <a:solidFill>
            <a:schemeClr val="tx2"/>
          </a:solidFill>
        </p:spPr>
        <p:txBody>
          <a:bodyPr vert="horz" lIns="0" tIns="0" rIns="0" bIns="0" rtlCol="0">
            <a:noAutofit/>
          </a:bodyPr>
          <a:lstStyle>
            <a:lvl1pPr>
              <a:defRPr lang="en-GB"/>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 Double click the image to adjust crop and scale.</a:t>
            </a:r>
          </a:p>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dirty="0"/>
          </a:p>
        </p:txBody>
      </p:sp>
      <p:sp>
        <p:nvSpPr>
          <p:cNvPr id="9" name="Title 7">
            <a:extLst>
              <a:ext uri="{FF2B5EF4-FFF2-40B4-BE49-F238E27FC236}">
                <a16:creationId xmlns:a16="http://schemas.microsoft.com/office/drawing/2014/main" id="{B6AE2399-BFCA-491C-607D-8EC33F29B034}"/>
              </a:ext>
            </a:extLst>
          </p:cNvPr>
          <p:cNvSpPr>
            <a:spLocks noGrp="1"/>
          </p:cNvSpPr>
          <p:nvPr>
            <p:ph type="title" hasCustomPrompt="1"/>
          </p:nvPr>
        </p:nvSpPr>
        <p:spPr>
          <a:xfrm>
            <a:off x="288303" y="262800"/>
            <a:ext cx="5733085" cy="454529"/>
          </a:xfrm>
        </p:spPr>
        <p:txBody>
          <a:bodyPr/>
          <a:lstStyle/>
          <a:p>
            <a:r>
              <a:rPr lang="en-US" dirty="0"/>
              <a:t>Master title style</a:t>
            </a:r>
            <a:endParaRPr lang="en-GB" dirty="0"/>
          </a:p>
        </p:txBody>
      </p:sp>
      <p:sp>
        <p:nvSpPr>
          <p:cNvPr id="8" name="Subtitle 2">
            <a:extLst>
              <a:ext uri="{FF2B5EF4-FFF2-40B4-BE49-F238E27FC236}">
                <a16:creationId xmlns:a16="http://schemas.microsoft.com/office/drawing/2014/main" id="{42AEA74B-CBA6-2617-8389-0A8FBEB074F7}"/>
              </a:ext>
            </a:extLst>
          </p:cNvPr>
          <p:cNvSpPr>
            <a:spLocks noGrp="1"/>
          </p:cNvSpPr>
          <p:nvPr>
            <p:ph type="subTitle" idx="16" hasCustomPrompt="1"/>
          </p:nvPr>
        </p:nvSpPr>
        <p:spPr>
          <a:xfrm>
            <a:off x="288302" y="713620"/>
            <a:ext cx="5732003" cy="292965"/>
          </a:xfrm>
        </p:spPr>
        <p:txBody>
          <a:bodyPr vert="horz" wrap="square" lIns="0" tIns="0" rIns="0" bIns="0" rtlCol="0" anchor="t">
            <a:spAutoFit/>
          </a:bodyPr>
          <a:lstStyle>
            <a:lvl1pPr>
              <a:defRPr lang="en-GB" b="1" dirty="0"/>
            </a:lvl1pPr>
          </a:lstStyle>
          <a:p>
            <a:pPr lvl="0"/>
            <a:r>
              <a:rPr lang="en-GB" dirty="0"/>
              <a:t>Subtitle. Delete if not required.</a:t>
            </a:r>
          </a:p>
        </p:txBody>
      </p:sp>
      <p:sp>
        <p:nvSpPr>
          <p:cNvPr id="2" name="Footer Placeholder 4">
            <a:extLst>
              <a:ext uri="{FF2B5EF4-FFF2-40B4-BE49-F238E27FC236}">
                <a16:creationId xmlns:a16="http://schemas.microsoft.com/office/drawing/2014/main" id="{3391A549-7A5F-703E-A3A1-F1639A673C52}"/>
              </a:ext>
            </a:extLst>
          </p:cNvPr>
          <p:cNvSpPr>
            <a:spLocks noGrp="1"/>
          </p:cNvSpPr>
          <p:nvPr>
            <p:ph type="ftr" sz="quarter" idx="3"/>
          </p:nvPr>
        </p:nvSpPr>
        <p:spPr>
          <a:xfrm>
            <a:off x="288259" y="5868000"/>
            <a:ext cx="5732003"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a:t>Slide legal disclaimer goes here if required
Slide footer goes here if required. Turn off globally using the Header/Footer function (under the Insert menu).</a:t>
            </a:r>
            <a:endParaRPr lang="en-US" dirty="0"/>
          </a:p>
        </p:txBody>
      </p:sp>
    </p:spTree>
    <p:extLst>
      <p:ext uri="{BB962C8B-B14F-4D97-AF65-F5344CB8AC3E}">
        <p14:creationId xmlns:p14="http://schemas.microsoft.com/office/powerpoint/2010/main" val="199272443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hree Images and Content">
    <p:bg>
      <p:bgPr>
        <a:solidFill>
          <a:schemeClr val="tx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7545FFE-3051-5386-BCE0-9D3085BB95F0}"/>
              </a:ext>
            </a:extLst>
          </p:cNvPr>
          <p:cNvSpPr>
            <a:spLocks noGrp="1"/>
          </p:cNvSpPr>
          <p:nvPr>
            <p:ph type="pic" sz="quarter" idx="13" hasCustomPrompt="1"/>
          </p:nvPr>
        </p:nvSpPr>
        <p:spPr>
          <a:xfrm>
            <a:off x="6170614" y="0"/>
            <a:ext cx="3010694" cy="3429000"/>
          </a:xfrm>
          <a:solidFill>
            <a:schemeClr val="bg1"/>
          </a:solidFill>
        </p:spPr>
        <p:txBody>
          <a:bodyPr vert="horz" lIns="0" tIns="0" rIns="0" bIns="0" rtlCol="0">
            <a:noAutofit/>
          </a:bodyPr>
          <a:lstStyle>
            <a:lvl1pPr>
              <a:defRPr lang="en-GB"/>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 Double click the image to adjust crop and scale.</a:t>
            </a:r>
          </a:p>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dirty="0"/>
          </a:p>
        </p:txBody>
      </p:sp>
      <p:sp>
        <p:nvSpPr>
          <p:cNvPr id="5" name="Slide Number Placeholder 4">
            <a:extLst>
              <a:ext uri="{FF2B5EF4-FFF2-40B4-BE49-F238E27FC236}">
                <a16:creationId xmlns:a16="http://schemas.microsoft.com/office/drawing/2014/main" id="{E9119AF0-BAA0-31B4-998E-02AD3B07E859}"/>
              </a:ext>
            </a:extLst>
          </p:cNvPr>
          <p:cNvSpPr>
            <a:spLocks noGrp="1"/>
          </p:cNvSpPr>
          <p:nvPr>
            <p:ph type="sldNum" sz="quarter" idx="12"/>
          </p:nvPr>
        </p:nvSpPr>
        <p:spPr/>
        <p:txBody>
          <a:bodyPr/>
          <a:lstStyle/>
          <a:p>
            <a:fld id="{AEC8D767-5246-2244-A4A3-B8AFB218393C}" type="slidenum">
              <a:rPr lang="en-GB" smtClean="0"/>
              <a:t>‹#›</a:t>
            </a:fld>
            <a:endParaRPr lang="en-GB"/>
          </a:p>
        </p:txBody>
      </p:sp>
      <p:sp>
        <p:nvSpPr>
          <p:cNvPr id="3" name="Content Placeholder 2">
            <a:extLst>
              <a:ext uri="{FF2B5EF4-FFF2-40B4-BE49-F238E27FC236}">
                <a16:creationId xmlns:a16="http://schemas.microsoft.com/office/drawing/2014/main" id="{6770E69B-48F7-61D5-681E-68705A6AADAC}"/>
              </a:ext>
            </a:extLst>
          </p:cNvPr>
          <p:cNvSpPr>
            <a:spLocks noGrp="1"/>
          </p:cNvSpPr>
          <p:nvPr>
            <p:ph idx="1" hasCustomPrompt="1"/>
          </p:nvPr>
        </p:nvSpPr>
        <p:spPr>
          <a:xfrm>
            <a:off x="289384" y="2338387"/>
            <a:ext cx="5732003" cy="3429001"/>
          </a:xfrm>
        </p:spPr>
        <p:txBody>
          <a:bodyPr/>
          <a:lstStyle/>
          <a:p>
            <a:pPr lvl="0"/>
            <a:r>
              <a:rPr lang="en-GB" dirty="0"/>
              <a:t>Click to add text. Delete if not required.</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7" name="Picture Placeholder 5">
            <a:extLst>
              <a:ext uri="{FF2B5EF4-FFF2-40B4-BE49-F238E27FC236}">
                <a16:creationId xmlns:a16="http://schemas.microsoft.com/office/drawing/2014/main" id="{1CA8347E-5487-FBA2-2DD4-3FD601BD3B4C}"/>
              </a:ext>
            </a:extLst>
          </p:cNvPr>
          <p:cNvSpPr>
            <a:spLocks noGrp="1"/>
          </p:cNvSpPr>
          <p:nvPr>
            <p:ph type="pic" sz="quarter" idx="14" hasCustomPrompt="1"/>
          </p:nvPr>
        </p:nvSpPr>
        <p:spPr>
          <a:xfrm>
            <a:off x="6170614" y="3429000"/>
            <a:ext cx="6021385" cy="3429000"/>
          </a:xfrm>
          <a:solidFill>
            <a:schemeClr val="bg1"/>
          </a:solidFill>
        </p:spPr>
        <p:txBody>
          <a:bodyPr vert="horz" lIns="0" tIns="0" rIns="0" bIns="0" rtlCol="0">
            <a:noAutofit/>
          </a:bodyPr>
          <a:lstStyle>
            <a:lvl1pPr>
              <a:defRPr lang="en-GB"/>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 Double click the image to adjust crop and scale.</a:t>
            </a:r>
          </a:p>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dirty="0"/>
          </a:p>
        </p:txBody>
      </p:sp>
      <p:sp>
        <p:nvSpPr>
          <p:cNvPr id="8" name="Picture Placeholder 5">
            <a:extLst>
              <a:ext uri="{FF2B5EF4-FFF2-40B4-BE49-F238E27FC236}">
                <a16:creationId xmlns:a16="http://schemas.microsoft.com/office/drawing/2014/main" id="{341FD64A-0587-F581-84E0-EA06B4D33540}"/>
              </a:ext>
            </a:extLst>
          </p:cNvPr>
          <p:cNvSpPr>
            <a:spLocks noGrp="1"/>
          </p:cNvSpPr>
          <p:nvPr>
            <p:ph type="pic" sz="quarter" idx="15" hasCustomPrompt="1"/>
          </p:nvPr>
        </p:nvSpPr>
        <p:spPr>
          <a:xfrm>
            <a:off x="9181307" y="0"/>
            <a:ext cx="3010694" cy="3429000"/>
          </a:xfrm>
          <a:solidFill>
            <a:schemeClr val="bg1"/>
          </a:solidFill>
        </p:spPr>
        <p:txBody>
          <a:bodyPr vert="horz" lIns="0" tIns="0" rIns="0" bIns="0" rtlCol="0">
            <a:noAutofit/>
          </a:bodyPr>
          <a:lstStyle>
            <a:lvl1pPr>
              <a:defRPr lang="en-GB" dirty="0"/>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 Double click the image to adjust crop and scale.</a:t>
            </a:r>
          </a:p>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dirty="0"/>
          </a:p>
        </p:txBody>
      </p:sp>
      <p:sp>
        <p:nvSpPr>
          <p:cNvPr id="10" name="Title 7">
            <a:extLst>
              <a:ext uri="{FF2B5EF4-FFF2-40B4-BE49-F238E27FC236}">
                <a16:creationId xmlns:a16="http://schemas.microsoft.com/office/drawing/2014/main" id="{27A145F5-DB46-62B4-C485-DD186AF7BDC2}"/>
              </a:ext>
            </a:extLst>
          </p:cNvPr>
          <p:cNvSpPr>
            <a:spLocks noGrp="1"/>
          </p:cNvSpPr>
          <p:nvPr>
            <p:ph type="title" hasCustomPrompt="1"/>
          </p:nvPr>
        </p:nvSpPr>
        <p:spPr>
          <a:xfrm>
            <a:off x="288303" y="262800"/>
            <a:ext cx="5733085" cy="454529"/>
          </a:xfrm>
        </p:spPr>
        <p:txBody>
          <a:bodyPr/>
          <a:lstStyle/>
          <a:p>
            <a:r>
              <a:rPr lang="en-US" dirty="0"/>
              <a:t>Master title style</a:t>
            </a:r>
            <a:endParaRPr lang="en-GB" dirty="0"/>
          </a:p>
        </p:txBody>
      </p:sp>
      <p:sp>
        <p:nvSpPr>
          <p:cNvPr id="9" name="Subtitle 2">
            <a:extLst>
              <a:ext uri="{FF2B5EF4-FFF2-40B4-BE49-F238E27FC236}">
                <a16:creationId xmlns:a16="http://schemas.microsoft.com/office/drawing/2014/main" id="{A588C0CC-43FB-4401-B34D-842E1E15D0E5}"/>
              </a:ext>
            </a:extLst>
          </p:cNvPr>
          <p:cNvSpPr>
            <a:spLocks noGrp="1"/>
          </p:cNvSpPr>
          <p:nvPr>
            <p:ph type="subTitle" idx="16" hasCustomPrompt="1"/>
          </p:nvPr>
        </p:nvSpPr>
        <p:spPr>
          <a:xfrm>
            <a:off x="288302" y="713620"/>
            <a:ext cx="5732003" cy="292965"/>
          </a:xfrm>
        </p:spPr>
        <p:txBody>
          <a:bodyPr vert="horz" wrap="square" lIns="0" tIns="0" rIns="0" bIns="0" rtlCol="0" anchor="t">
            <a:spAutoFit/>
          </a:bodyPr>
          <a:lstStyle>
            <a:lvl1pPr>
              <a:defRPr lang="en-GB" b="1" dirty="0"/>
            </a:lvl1pPr>
          </a:lstStyle>
          <a:p>
            <a:pPr lvl="0"/>
            <a:r>
              <a:rPr lang="en-GB" dirty="0"/>
              <a:t>Subtitle. Delete if not required.</a:t>
            </a:r>
          </a:p>
        </p:txBody>
      </p:sp>
      <p:sp>
        <p:nvSpPr>
          <p:cNvPr id="2" name="Footer Placeholder 4">
            <a:extLst>
              <a:ext uri="{FF2B5EF4-FFF2-40B4-BE49-F238E27FC236}">
                <a16:creationId xmlns:a16="http://schemas.microsoft.com/office/drawing/2014/main" id="{BD46F191-1605-B6DF-5A57-92E681348FB1}"/>
              </a:ext>
            </a:extLst>
          </p:cNvPr>
          <p:cNvSpPr>
            <a:spLocks noGrp="1"/>
          </p:cNvSpPr>
          <p:nvPr>
            <p:ph type="ftr" sz="quarter" idx="3"/>
          </p:nvPr>
        </p:nvSpPr>
        <p:spPr>
          <a:xfrm>
            <a:off x="288259" y="5868000"/>
            <a:ext cx="5732003"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a:t>Slide legal disclaimer goes here if required
Slide footer goes here if required. Turn off globally using the Header/Footer function (under the Insert menu).</a:t>
            </a:r>
            <a:endParaRPr lang="en-US" dirty="0"/>
          </a:p>
        </p:txBody>
      </p:sp>
    </p:spTree>
    <p:extLst>
      <p:ext uri="{BB962C8B-B14F-4D97-AF65-F5344CB8AC3E}">
        <p14:creationId xmlns:p14="http://schemas.microsoft.com/office/powerpoint/2010/main" val="204090753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Image, Content and Caption">
    <p:bg>
      <p:bgPr>
        <a:solidFill>
          <a:schemeClr val="tx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7545FFE-3051-5386-BCE0-9D3085BB95F0}"/>
              </a:ext>
            </a:extLst>
          </p:cNvPr>
          <p:cNvSpPr>
            <a:spLocks noGrp="1"/>
          </p:cNvSpPr>
          <p:nvPr>
            <p:ph type="pic" sz="quarter" idx="13" hasCustomPrompt="1"/>
          </p:nvPr>
        </p:nvSpPr>
        <p:spPr>
          <a:xfrm>
            <a:off x="6165850" y="2338388"/>
            <a:ext cx="5734051" cy="3932235"/>
          </a:xfrm>
          <a:solidFill>
            <a:schemeClr val="bg1"/>
          </a:solidFill>
        </p:spPr>
        <p:txBody>
          <a:bodyPr vert="horz" lIns="0" tIns="0" rIns="0" bIns="0" rtlCol="0">
            <a:noAutofit/>
          </a:bodyPr>
          <a:lstStyle>
            <a:lvl1pPr>
              <a:defRPr lang="en-GB"/>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 Double click the image to adjust crop and scale.</a:t>
            </a:r>
          </a:p>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dirty="0"/>
          </a:p>
        </p:txBody>
      </p:sp>
      <p:sp>
        <p:nvSpPr>
          <p:cNvPr id="5" name="Slide Number Placeholder 4">
            <a:extLst>
              <a:ext uri="{FF2B5EF4-FFF2-40B4-BE49-F238E27FC236}">
                <a16:creationId xmlns:a16="http://schemas.microsoft.com/office/drawing/2014/main" id="{E9119AF0-BAA0-31B4-998E-02AD3B07E859}"/>
              </a:ext>
            </a:extLst>
          </p:cNvPr>
          <p:cNvSpPr>
            <a:spLocks noGrp="1"/>
          </p:cNvSpPr>
          <p:nvPr>
            <p:ph type="sldNum" sz="quarter" idx="12"/>
          </p:nvPr>
        </p:nvSpPr>
        <p:spPr/>
        <p:txBody>
          <a:bodyPr/>
          <a:lstStyle/>
          <a:p>
            <a:fld id="{AEC8D767-5246-2244-A4A3-B8AFB218393C}" type="slidenum">
              <a:rPr lang="en-GB" smtClean="0"/>
              <a:t>‹#›</a:t>
            </a:fld>
            <a:endParaRPr lang="en-GB"/>
          </a:p>
        </p:txBody>
      </p:sp>
      <p:sp>
        <p:nvSpPr>
          <p:cNvPr id="3" name="Content Placeholder 2">
            <a:extLst>
              <a:ext uri="{FF2B5EF4-FFF2-40B4-BE49-F238E27FC236}">
                <a16:creationId xmlns:a16="http://schemas.microsoft.com/office/drawing/2014/main" id="{6770E69B-48F7-61D5-681E-68705A6AADAC}"/>
              </a:ext>
            </a:extLst>
          </p:cNvPr>
          <p:cNvSpPr>
            <a:spLocks noGrp="1"/>
          </p:cNvSpPr>
          <p:nvPr>
            <p:ph idx="1" hasCustomPrompt="1"/>
          </p:nvPr>
        </p:nvSpPr>
        <p:spPr>
          <a:xfrm>
            <a:off x="289384" y="2338387"/>
            <a:ext cx="5732003" cy="3427413"/>
          </a:xfrm>
        </p:spPr>
        <p:txBody>
          <a:bodyPr/>
          <a:lstStyle/>
          <a:p>
            <a:pPr lvl="0"/>
            <a:r>
              <a:rPr lang="en-GB" dirty="0"/>
              <a:t>Click to add text. Delete if not required.</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Text Placeholder 3">
            <a:extLst>
              <a:ext uri="{FF2B5EF4-FFF2-40B4-BE49-F238E27FC236}">
                <a16:creationId xmlns:a16="http://schemas.microsoft.com/office/drawing/2014/main" id="{1F2CC53D-B78D-E756-7E3B-FA565E8B9E1D}"/>
              </a:ext>
            </a:extLst>
          </p:cNvPr>
          <p:cNvSpPr>
            <a:spLocks noGrp="1"/>
          </p:cNvSpPr>
          <p:nvPr>
            <p:ph type="body" sz="quarter" idx="14" hasCustomPrompt="1"/>
          </p:nvPr>
        </p:nvSpPr>
        <p:spPr>
          <a:xfrm>
            <a:off x="10083801" y="1306513"/>
            <a:ext cx="1816100" cy="904875"/>
          </a:xfrm>
        </p:spPr>
        <p:txBody>
          <a:bodyPr anchor="b"/>
          <a:lstStyle>
            <a:lvl1pPr>
              <a:spcBef>
                <a:spcPts val="0"/>
              </a:spcBef>
              <a:spcAft>
                <a:spcPts val="300"/>
              </a:spcAft>
              <a:defRPr lang="en-GB" sz="1000" b="0" i="0" kern="1200" dirty="0">
                <a:solidFill>
                  <a:schemeClr val="tx1"/>
                </a:solidFill>
                <a:latin typeface="+mn-lt"/>
                <a:ea typeface="+mn-ea"/>
                <a:cs typeface="+mn-cs"/>
              </a:defRPr>
            </a:lvl1pPr>
            <a:lvl2pPr marL="93663" indent="-93663">
              <a:spcBef>
                <a:spcPts val="0"/>
              </a:spcBef>
              <a:spcAft>
                <a:spcPts val="300"/>
              </a:spcAft>
              <a:tabLst/>
              <a:defRPr lang="en-GB" sz="1000" b="0" i="0" kern="1200" dirty="0">
                <a:solidFill>
                  <a:schemeClr val="tx1"/>
                </a:solidFill>
                <a:latin typeface="+mn-lt"/>
                <a:ea typeface="+mn-ea"/>
                <a:cs typeface="+mn-cs"/>
              </a:defRPr>
            </a:lvl2pPr>
            <a:lvl3pPr marL="179388" indent="-85725">
              <a:spcBef>
                <a:spcPts val="0"/>
              </a:spcBef>
              <a:spcAft>
                <a:spcPts val="300"/>
              </a:spcAft>
              <a:tabLst/>
              <a:defRPr lang="en-GB" sz="1000" b="0" i="0" kern="1200" dirty="0">
                <a:solidFill>
                  <a:schemeClr val="tx1"/>
                </a:solidFill>
                <a:latin typeface="+mn-lt"/>
                <a:ea typeface="+mn-ea"/>
                <a:cs typeface="+mn-cs"/>
              </a:defRPr>
            </a:lvl3pPr>
            <a:lvl4pPr>
              <a:defRPr sz="1000"/>
            </a:lvl4pPr>
            <a:lvl5pPr>
              <a:defRPr sz="1000"/>
            </a:lvl5pPr>
          </a:lstStyle>
          <a:p>
            <a:pPr lvl="0"/>
            <a:r>
              <a:rPr lang="en-GB" dirty="0"/>
              <a:t>Click to add text. Delete if not required.</a:t>
            </a:r>
          </a:p>
          <a:p>
            <a:pPr lvl="1"/>
            <a:r>
              <a:rPr lang="en-GB" dirty="0"/>
              <a:t>Second level</a:t>
            </a:r>
          </a:p>
          <a:p>
            <a:pPr lvl="2"/>
            <a:r>
              <a:rPr lang="en-GB" dirty="0"/>
              <a:t>Third level</a:t>
            </a:r>
          </a:p>
        </p:txBody>
      </p:sp>
      <p:sp>
        <p:nvSpPr>
          <p:cNvPr id="9" name="Title 8">
            <a:extLst>
              <a:ext uri="{FF2B5EF4-FFF2-40B4-BE49-F238E27FC236}">
                <a16:creationId xmlns:a16="http://schemas.microsoft.com/office/drawing/2014/main" id="{86327D50-E20F-7EBC-9440-36E657CCB2B0}"/>
              </a:ext>
            </a:extLst>
          </p:cNvPr>
          <p:cNvSpPr>
            <a:spLocks noGrp="1"/>
          </p:cNvSpPr>
          <p:nvPr>
            <p:ph type="title"/>
          </p:nvPr>
        </p:nvSpPr>
        <p:spPr>
          <a:xfrm>
            <a:off x="288303" y="262267"/>
            <a:ext cx="8672513" cy="457818"/>
          </a:xfrm>
        </p:spPr>
        <p:txBody>
          <a:bodyPr/>
          <a:lstStyle/>
          <a:p>
            <a:r>
              <a:rPr lang="en-US"/>
              <a:t>Click to edit Master title style</a:t>
            </a:r>
            <a:endParaRPr lang="en-GB" dirty="0"/>
          </a:p>
        </p:txBody>
      </p:sp>
      <p:sp>
        <p:nvSpPr>
          <p:cNvPr id="7" name="Subtitle 2">
            <a:extLst>
              <a:ext uri="{FF2B5EF4-FFF2-40B4-BE49-F238E27FC236}">
                <a16:creationId xmlns:a16="http://schemas.microsoft.com/office/drawing/2014/main" id="{28482B98-7AE9-6F29-768C-189744E8C745}"/>
              </a:ext>
            </a:extLst>
          </p:cNvPr>
          <p:cNvSpPr>
            <a:spLocks noGrp="1"/>
          </p:cNvSpPr>
          <p:nvPr>
            <p:ph type="subTitle" idx="16" hasCustomPrompt="1"/>
          </p:nvPr>
        </p:nvSpPr>
        <p:spPr>
          <a:xfrm>
            <a:off x="288301" y="713620"/>
            <a:ext cx="8672513" cy="292965"/>
          </a:xfrm>
        </p:spPr>
        <p:txBody>
          <a:bodyPr vert="horz" wrap="square" lIns="0" tIns="0" rIns="0" bIns="0" rtlCol="0" anchor="t">
            <a:spAutoFit/>
          </a:bodyPr>
          <a:lstStyle>
            <a:lvl1pPr>
              <a:defRPr lang="en-GB" b="1" dirty="0"/>
            </a:lvl1pPr>
          </a:lstStyle>
          <a:p>
            <a:pPr lvl="0"/>
            <a:r>
              <a:rPr lang="en-GB" dirty="0"/>
              <a:t>Subtitle. Delete if not required.</a:t>
            </a:r>
          </a:p>
        </p:txBody>
      </p:sp>
      <p:sp>
        <p:nvSpPr>
          <p:cNvPr id="2" name="Footer Placeholder 4">
            <a:extLst>
              <a:ext uri="{FF2B5EF4-FFF2-40B4-BE49-F238E27FC236}">
                <a16:creationId xmlns:a16="http://schemas.microsoft.com/office/drawing/2014/main" id="{BCA9CB80-774D-68B5-7E25-86D9D123DB00}"/>
              </a:ext>
            </a:extLst>
          </p:cNvPr>
          <p:cNvSpPr>
            <a:spLocks noGrp="1"/>
          </p:cNvSpPr>
          <p:nvPr>
            <p:ph type="ftr" sz="quarter" idx="3"/>
          </p:nvPr>
        </p:nvSpPr>
        <p:spPr>
          <a:xfrm>
            <a:off x="288259" y="5868000"/>
            <a:ext cx="5732003"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b="0" i="0">
                <a:effectLst/>
              </a:rPr>
              <a:t>Slide legal disclaimer goes here if required
Slide footer goes here if required. Turn off globally using the Header/Footer function (under the Insert menu).</a:t>
            </a:r>
            <a:endParaRPr lang="en-US" b="0" i="0" dirty="0">
              <a:effectLst/>
            </a:endParaRPr>
          </a:p>
        </p:txBody>
      </p:sp>
    </p:spTree>
    <p:extLst>
      <p:ext uri="{BB962C8B-B14F-4D97-AF65-F5344CB8AC3E}">
        <p14:creationId xmlns:p14="http://schemas.microsoft.com/office/powerpoint/2010/main" val="1096423962"/>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wo Images, Content and Captions">
    <p:bg>
      <p:bgPr>
        <a:solidFill>
          <a:schemeClr val="tx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7545FFE-3051-5386-BCE0-9D3085BB95F0}"/>
              </a:ext>
            </a:extLst>
          </p:cNvPr>
          <p:cNvSpPr>
            <a:spLocks noGrp="1"/>
          </p:cNvSpPr>
          <p:nvPr>
            <p:ph type="pic" sz="quarter" idx="13" hasCustomPrompt="1"/>
          </p:nvPr>
        </p:nvSpPr>
        <p:spPr>
          <a:xfrm>
            <a:off x="9104313" y="2338386"/>
            <a:ext cx="2795588" cy="3932237"/>
          </a:xfrm>
          <a:solidFill>
            <a:schemeClr val="bg1"/>
          </a:solidFill>
        </p:spPr>
        <p:txBody>
          <a:bodyPr vert="horz" lIns="0" tIns="0" rIns="0" bIns="0" rtlCol="0">
            <a:noAutofit/>
          </a:bodyPr>
          <a:lstStyle>
            <a:lvl1pPr>
              <a:defRPr lang="en-GB"/>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 Double click the image to adjust crop and scale.</a:t>
            </a:r>
          </a:p>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dirty="0"/>
          </a:p>
        </p:txBody>
      </p:sp>
      <p:sp>
        <p:nvSpPr>
          <p:cNvPr id="5" name="Slide Number Placeholder 4">
            <a:extLst>
              <a:ext uri="{FF2B5EF4-FFF2-40B4-BE49-F238E27FC236}">
                <a16:creationId xmlns:a16="http://schemas.microsoft.com/office/drawing/2014/main" id="{E9119AF0-BAA0-31B4-998E-02AD3B07E859}"/>
              </a:ext>
            </a:extLst>
          </p:cNvPr>
          <p:cNvSpPr>
            <a:spLocks noGrp="1"/>
          </p:cNvSpPr>
          <p:nvPr>
            <p:ph type="sldNum" sz="quarter" idx="12"/>
          </p:nvPr>
        </p:nvSpPr>
        <p:spPr/>
        <p:txBody>
          <a:bodyPr/>
          <a:lstStyle/>
          <a:p>
            <a:fld id="{AEC8D767-5246-2244-A4A3-B8AFB218393C}" type="slidenum">
              <a:rPr lang="en-GB" smtClean="0"/>
              <a:t>‹#›</a:t>
            </a:fld>
            <a:endParaRPr lang="en-GB"/>
          </a:p>
        </p:txBody>
      </p:sp>
      <p:sp>
        <p:nvSpPr>
          <p:cNvPr id="3" name="Content Placeholder 2">
            <a:extLst>
              <a:ext uri="{FF2B5EF4-FFF2-40B4-BE49-F238E27FC236}">
                <a16:creationId xmlns:a16="http://schemas.microsoft.com/office/drawing/2014/main" id="{6770E69B-48F7-61D5-681E-68705A6AADAC}"/>
              </a:ext>
            </a:extLst>
          </p:cNvPr>
          <p:cNvSpPr>
            <a:spLocks noGrp="1"/>
          </p:cNvSpPr>
          <p:nvPr>
            <p:ph idx="1" hasCustomPrompt="1"/>
          </p:nvPr>
        </p:nvSpPr>
        <p:spPr>
          <a:xfrm>
            <a:off x="289384" y="2338387"/>
            <a:ext cx="5732003" cy="3427413"/>
          </a:xfrm>
        </p:spPr>
        <p:txBody>
          <a:bodyPr/>
          <a:lstStyle/>
          <a:p>
            <a:pPr lvl="0"/>
            <a:r>
              <a:rPr lang="en-GB" dirty="0"/>
              <a:t>Click to add text. Delete if not required.</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Text Placeholder 3">
            <a:extLst>
              <a:ext uri="{FF2B5EF4-FFF2-40B4-BE49-F238E27FC236}">
                <a16:creationId xmlns:a16="http://schemas.microsoft.com/office/drawing/2014/main" id="{1F2CC53D-B78D-E756-7E3B-FA565E8B9E1D}"/>
              </a:ext>
            </a:extLst>
          </p:cNvPr>
          <p:cNvSpPr>
            <a:spLocks noGrp="1"/>
          </p:cNvSpPr>
          <p:nvPr>
            <p:ph type="body" sz="quarter" idx="14" hasCustomPrompt="1"/>
          </p:nvPr>
        </p:nvSpPr>
        <p:spPr>
          <a:xfrm>
            <a:off x="9104313" y="1306513"/>
            <a:ext cx="1816100" cy="904875"/>
          </a:xfrm>
        </p:spPr>
        <p:txBody>
          <a:bodyPr anchor="b"/>
          <a:lstStyle>
            <a:lvl1pPr>
              <a:spcBef>
                <a:spcPts val="0"/>
              </a:spcBef>
              <a:spcAft>
                <a:spcPts val="300"/>
              </a:spcAft>
              <a:defRPr lang="en-GB" sz="1000" b="0" i="0" kern="1200" dirty="0">
                <a:solidFill>
                  <a:schemeClr val="tx1"/>
                </a:solidFill>
                <a:latin typeface="+mn-lt"/>
                <a:ea typeface="+mn-ea"/>
                <a:cs typeface="+mn-cs"/>
              </a:defRPr>
            </a:lvl1pPr>
            <a:lvl2pPr marL="93663" indent="-93663">
              <a:spcBef>
                <a:spcPts val="0"/>
              </a:spcBef>
              <a:spcAft>
                <a:spcPts val="300"/>
              </a:spcAft>
              <a:tabLst/>
              <a:defRPr lang="en-GB" sz="1000" b="0" i="0" kern="1200" dirty="0">
                <a:solidFill>
                  <a:schemeClr val="tx1"/>
                </a:solidFill>
                <a:latin typeface="+mn-lt"/>
                <a:ea typeface="+mn-ea"/>
                <a:cs typeface="+mn-cs"/>
              </a:defRPr>
            </a:lvl2pPr>
            <a:lvl3pPr marL="179388" indent="-85725">
              <a:spcBef>
                <a:spcPts val="0"/>
              </a:spcBef>
              <a:spcAft>
                <a:spcPts val="300"/>
              </a:spcAft>
              <a:tabLst/>
              <a:defRPr lang="en-GB" sz="1000" b="0" i="0" kern="1200" dirty="0">
                <a:solidFill>
                  <a:schemeClr val="tx1"/>
                </a:solidFill>
                <a:latin typeface="+mn-lt"/>
                <a:ea typeface="+mn-ea"/>
                <a:cs typeface="+mn-cs"/>
              </a:defRPr>
            </a:lvl3pPr>
            <a:lvl4pPr>
              <a:defRPr sz="1000"/>
            </a:lvl4pPr>
            <a:lvl5pPr>
              <a:defRPr sz="1000"/>
            </a:lvl5pPr>
          </a:lstStyle>
          <a:p>
            <a:pPr lvl="0"/>
            <a:r>
              <a:rPr lang="en-GB" dirty="0"/>
              <a:t>Click to add text. Delete if not required.</a:t>
            </a:r>
          </a:p>
          <a:p>
            <a:pPr lvl="1"/>
            <a:r>
              <a:rPr lang="en-GB" dirty="0"/>
              <a:t>Second level</a:t>
            </a:r>
          </a:p>
          <a:p>
            <a:pPr lvl="2"/>
            <a:r>
              <a:rPr lang="en-GB" dirty="0"/>
              <a:t>Third level</a:t>
            </a:r>
          </a:p>
        </p:txBody>
      </p:sp>
      <p:sp>
        <p:nvSpPr>
          <p:cNvPr id="7" name="Picture Placeholder 5">
            <a:extLst>
              <a:ext uri="{FF2B5EF4-FFF2-40B4-BE49-F238E27FC236}">
                <a16:creationId xmlns:a16="http://schemas.microsoft.com/office/drawing/2014/main" id="{07C8FFB5-0C36-EA56-18AE-AE4E3A5B96B2}"/>
              </a:ext>
            </a:extLst>
          </p:cNvPr>
          <p:cNvSpPr>
            <a:spLocks noGrp="1"/>
          </p:cNvSpPr>
          <p:nvPr>
            <p:ph type="pic" sz="quarter" idx="15" hasCustomPrompt="1"/>
          </p:nvPr>
        </p:nvSpPr>
        <p:spPr>
          <a:xfrm>
            <a:off x="6165850" y="2338386"/>
            <a:ext cx="2800351" cy="3932237"/>
          </a:xfrm>
          <a:solidFill>
            <a:schemeClr val="bg1"/>
          </a:solidFill>
        </p:spPr>
        <p:txBody>
          <a:bodyPr vert="horz" lIns="0" tIns="0" rIns="0" bIns="0" rtlCol="0">
            <a:noAutofit/>
          </a:bodyPr>
          <a:lstStyle>
            <a:lvl1pPr>
              <a:defRPr lang="en-GB"/>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 Double click the image to adjust crop and scale.</a:t>
            </a:r>
          </a:p>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dirty="0"/>
          </a:p>
        </p:txBody>
      </p:sp>
      <p:sp>
        <p:nvSpPr>
          <p:cNvPr id="9" name="Text Placeholder 3">
            <a:extLst>
              <a:ext uri="{FF2B5EF4-FFF2-40B4-BE49-F238E27FC236}">
                <a16:creationId xmlns:a16="http://schemas.microsoft.com/office/drawing/2014/main" id="{D8A04C51-CF13-9F12-8A02-3FDDCF07D12F}"/>
              </a:ext>
            </a:extLst>
          </p:cNvPr>
          <p:cNvSpPr>
            <a:spLocks noGrp="1"/>
          </p:cNvSpPr>
          <p:nvPr>
            <p:ph type="body" sz="quarter" idx="16" hasCustomPrompt="1"/>
          </p:nvPr>
        </p:nvSpPr>
        <p:spPr>
          <a:xfrm>
            <a:off x="6165850" y="1306513"/>
            <a:ext cx="1816100" cy="904875"/>
          </a:xfrm>
        </p:spPr>
        <p:txBody>
          <a:bodyPr anchor="b"/>
          <a:lstStyle>
            <a:lvl1pPr>
              <a:spcBef>
                <a:spcPts val="0"/>
              </a:spcBef>
              <a:spcAft>
                <a:spcPts val="300"/>
              </a:spcAft>
              <a:defRPr lang="en-GB" sz="1000" b="0" i="0" kern="1200" dirty="0">
                <a:solidFill>
                  <a:schemeClr val="tx1"/>
                </a:solidFill>
                <a:latin typeface="+mn-lt"/>
                <a:ea typeface="+mn-ea"/>
                <a:cs typeface="+mn-cs"/>
              </a:defRPr>
            </a:lvl1pPr>
            <a:lvl2pPr marL="93663" indent="-93663">
              <a:spcBef>
                <a:spcPts val="0"/>
              </a:spcBef>
              <a:spcAft>
                <a:spcPts val="300"/>
              </a:spcAft>
              <a:tabLst/>
              <a:defRPr lang="en-GB" sz="1000" b="0" i="0" kern="1200" dirty="0">
                <a:solidFill>
                  <a:schemeClr val="tx1"/>
                </a:solidFill>
                <a:latin typeface="+mn-lt"/>
                <a:ea typeface="+mn-ea"/>
                <a:cs typeface="+mn-cs"/>
              </a:defRPr>
            </a:lvl2pPr>
            <a:lvl3pPr marL="179388" indent="-85725">
              <a:spcBef>
                <a:spcPts val="0"/>
              </a:spcBef>
              <a:spcAft>
                <a:spcPts val="300"/>
              </a:spcAft>
              <a:tabLst/>
              <a:defRPr lang="en-GB" sz="1000" b="0" i="0" kern="1200" dirty="0">
                <a:solidFill>
                  <a:schemeClr val="tx1"/>
                </a:solidFill>
                <a:latin typeface="+mn-lt"/>
                <a:ea typeface="+mn-ea"/>
                <a:cs typeface="+mn-cs"/>
              </a:defRPr>
            </a:lvl3pPr>
            <a:lvl4pPr>
              <a:defRPr sz="1000"/>
            </a:lvl4pPr>
            <a:lvl5pPr>
              <a:defRPr sz="1000"/>
            </a:lvl5pPr>
          </a:lstStyle>
          <a:p>
            <a:pPr lvl="0"/>
            <a:r>
              <a:rPr lang="en-GB" dirty="0"/>
              <a:t>Click to add text. Delete if not required.</a:t>
            </a:r>
          </a:p>
          <a:p>
            <a:pPr lvl="1"/>
            <a:r>
              <a:rPr lang="en-GB" dirty="0"/>
              <a:t>Second level</a:t>
            </a:r>
          </a:p>
          <a:p>
            <a:pPr lvl="2"/>
            <a:r>
              <a:rPr lang="en-GB" dirty="0"/>
              <a:t>Third level</a:t>
            </a:r>
          </a:p>
        </p:txBody>
      </p:sp>
      <p:sp>
        <p:nvSpPr>
          <p:cNvPr id="11" name="Title 7">
            <a:extLst>
              <a:ext uri="{FF2B5EF4-FFF2-40B4-BE49-F238E27FC236}">
                <a16:creationId xmlns:a16="http://schemas.microsoft.com/office/drawing/2014/main" id="{48C95821-C865-9139-DE3E-F11442D8306C}"/>
              </a:ext>
            </a:extLst>
          </p:cNvPr>
          <p:cNvSpPr>
            <a:spLocks noGrp="1"/>
          </p:cNvSpPr>
          <p:nvPr>
            <p:ph type="title" hasCustomPrompt="1"/>
          </p:nvPr>
        </p:nvSpPr>
        <p:spPr>
          <a:xfrm>
            <a:off x="288303" y="262800"/>
            <a:ext cx="8673135" cy="454529"/>
          </a:xfrm>
        </p:spPr>
        <p:txBody>
          <a:bodyPr/>
          <a:lstStyle/>
          <a:p>
            <a:r>
              <a:rPr lang="en-US" dirty="0"/>
              <a:t>Master title style</a:t>
            </a:r>
            <a:endParaRPr lang="en-GB" dirty="0"/>
          </a:p>
        </p:txBody>
      </p:sp>
      <p:sp>
        <p:nvSpPr>
          <p:cNvPr id="10" name="Subtitle 2">
            <a:extLst>
              <a:ext uri="{FF2B5EF4-FFF2-40B4-BE49-F238E27FC236}">
                <a16:creationId xmlns:a16="http://schemas.microsoft.com/office/drawing/2014/main" id="{949BA43B-6BD5-72DE-5D4D-B0BAD4FEEA2B}"/>
              </a:ext>
            </a:extLst>
          </p:cNvPr>
          <p:cNvSpPr>
            <a:spLocks noGrp="1"/>
          </p:cNvSpPr>
          <p:nvPr>
            <p:ph type="subTitle" idx="17" hasCustomPrompt="1"/>
          </p:nvPr>
        </p:nvSpPr>
        <p:spPr>
          <a:xfrm>
            <a:off x="288302" y="713620"/>
            <a:ext cx="8671498" cy="292965"/>
          </a:xfrm>
        </p:spPr>
        <p:txBody>
          <a:bodyPr vert="horz" wrap="square" lIns="0" tIns="0" rIns="0" bIns="0" rtlCol="0" anchor="t">
            <a:spAutoFit/>
          </a:bodyPr>
          <a:lstStyle>
            <a:lvl1pPr>
              <a:defRPr lang="en-GB" b="1" dirty="0"/>
            </a:lvl1pPr>
          </a:lstStyle>
          <a:p>
            <a:pPr lvl="0"/>
            <a:r>
              <a:rPr lang="en-GB" dirty="0"/>
              <a:t>Subtitle. Delete if not required.</a:t>
            </a:r>
          </a:p>
        </p:txBody>
      </p:sp>
      <p:sp>
        <p:nvSpPr>
          <p:cNvPr id="2" name="Footer Placeholder 4">
            <a:extLst>
              <a:ext uri="{FF2B5EF4-FFF2-40B4-BE49-F238E27FC236}">
                <a16:creationId xmlns:a16="http://schemas.microsoft.com/office/drawing/2014/main" id="{E00874E2-51B6-C9BA-5767-10D0B2852D4F}"/>
              </a:ext>
            </a:extLst>
          </p:cNvPr>
          <p:cNvSpPr>
            <a:spLocks noGrp="1"/>
          </p:cNvSpPr>
          <p:nvPr>
            <p:ph type="ftr" sz="quarter" idx="3"/>
          </p:nvPr>
        </p:nvSpPr>
        <p:spPr>
          <a:xfrm>
            <a:off x="288259" y="5868000"/>
            <a:ext cx="5739479"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b="0" i="0" dirty="0">
                <a:effectLst/>
              </a:rPr>
              <a:t>Slide legal disclaimer goes here if required
Slide footer goes here if required. Turn off globally using the Header/Footer function (under the Insert menu).</a:t>
            </a:r>
          </a:p>
        </p:txBody>
      </p:sp>
    </p:spTree>
    <p:extLst>
      <p:ext uri="{BB962C8B-B14F-4D97-AF65-F5344CB8AC3E}">
        <p14:creationId xmlns:p14="http://schemas.microsoft.com/office/powerpoint/2010/main" val="309696529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wo Images, Content and Captions Stacked">
    <p:bg>
      <p:bgPr>
        <a:solidFill>
          <a:schemeClr val="tx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7545FFE-3051-5386-BCE0-9D3085BB95F0}"/>
              </a:ext>
            </a:extLst>
          </p:cNvPr>
          <p:cNvSpPr>
            <a:spLocks noGrp="1"/>
          </p:cNvSpPr>
          <p:nvPr>
            <p:ph type="pic" sz="quarter" idx="13" hasCustomPrompt="1"/>
          </p:nvPr>
        </p:nvSpPr>
        <p:spPr>
          <a:xfrm>
            <a:off x="8124825" y="291038"/>
            <a:ext cx="3775076" cy="2922062"/>
          </a:xfrm>
          <a:solidFill>
            <a:schemeClr val="bg1"/>
          </a:solidFill>
        </p:spPr>
        <p:txBody>
          <a:bodyPr vert="horz" lIns="0" tIns="0" rIns="0" bIns="0" rtlCol="0">
            <a:noAutofit/>
          </a:bodyPr>
          <a:lstStyle>
            <a:lvl1pPr>
              <a:defRPr lang="en-GB"/>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 Double click the image to adjust crop and scale.</a:t>
            </a:r>
          </a:p>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dirty="0"/>
          </a:p>
        </p:txBody>
      </p:sp>
      <p:sp>
        <p:nvSpPr>
          <p:cNvPr id="5" name="Slide Number Placeholder 4">
            <a:extLst>
              <a:ext uri="{FF2B5EF4-FFF2-40B4-BE49-F238E27FC236}">
                <a16:creationId xmlns:a16="http://schemas.microsoft.com/office/drawing/2014/main" id="{E9119AF0-BAA0-31B4-998E-02AD3B07E859}"/>
              </a:ext>
            </a:extLst>
          </p:cNvPr>
          <p:cNvSpPr>
            <a:spLocks noGrp="1"/>
          </p:cNvSpPr>
          <p:nvPr>
            <p:ph type="sldNum" sz="quarter" idx="12"/>
          </p:nvPr>
        </p:nvSpPr>
        <p:spPr/>
        <p:txBody>
          <a:bodyPr/>
          <a:lstStyle/>
          <a:p>
            <a:fld id="{AEC8D767-5246-2244-A4A3-B8AFB218393C}" type="slidenum">
              <a:rPr lang="en-GB" smtClean="0"/>
              <a:t>‹#›</a:t>
            </a:fld>
            <a:endParaRPr lang="en-GB"/>
          </a:p>
        </p:txBody>
      </p:sp>
      <p:sp>
        <p:nvSpPr>
          <p:cNvPr id="3" name="Content Placeholder 2">
            <a:extLst>
              <a:ext uri="{FF2B5EF4-FFF2-40B4-BE49-F238E27FC236}">
                <a16:creationId xmlns:a16="http://schemas.microsoft.com/office/drawing/2014/main" id="{6770E69B-48F7-61D5-681E-68705A6AADAC}"/>
              </a:ext>
            </a:extLst>
          </p:cNvPr>
          <p:cNvSpPr>
            <a:spLocks noGrp="1"/>
          </p:cNvSpPr>
          <p:nvPr>
            <p:ph idx="1" hasCustomPrompt="1"/>
          </p:nvPr>
        </p:nvSpPr>
        <p:spPr>
          <a:xfrm>
            <a:off x="289385" y="2338387"/>
            <a:ext cx="4750422" cy="3427413"/>
          </a:xfrm>
        </p:spPr>
        <p:txBody>
          <a:bodyPr/>
          <a:lstStyle/>
          <a:p>
            <a:pPr lvl="0"/>
            <a:r>
              <a:rPr lang="en-GB" dirty="0"/>
              <a:t>Click to add text. Delete if not required.</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Text Placeholder 3">
            <a:extLst>
              <a:ext uri="{FF2B5EF4-FFF2-40B4-BE49-F238E27FC236}">
                <a16:creationId xmlns:a16="http://schemas.microsoft.com/office/drawing/2014/main" id="{D8A04C51-CF13-9F12-8A02-3FDDCF07D12F}"/>
              </a:ext>
            </a:extLst>
          </p:cNvPr>
          <p:cNvSpPr>
            <a:spLocks noGrp="1"/>
          </p:cNvSpPr>
          <p:nvPr>
            <p:ph type="body" sz="quarter" idx="16" hasCustomPrompt="1"/>
          </p:nvPr>
        </p:nvSpPr>
        <p:spPr>
          <a:xfrm>
            <a:off x="6165850" y="263526"/>
            <a:ext cx="1816099" cy="901700"/>
          </a:xfrm>
        </p:spPr>
        <p:txBody>
          <a:bodyPr/>
          <a:lstStyle>
            <a:lvl1pPr>
              <a:spcBef>
                <a:spcPts val="0"/>
              </a:spcBef>
              <a:spcAft>
                <a:spcPts val="300"/>
              </a:spcAft>
              <a:defRPr lang="en-GB" sz="1000" b="0" i="0" kern="1200" dirty="0">
                <a:solidFill>
                  <a:schemeClr val="tx1"/>
                </a:solidFill>
                <a:latin typeface="+mn-lt"/>
                <a:ea typeface="+mn-ea"/>
                <a:cs typeface="+mn-cs"/>
              </a:defRPr>
            </a:lvl1pPr>
            <a:lvl2pPr marL="93663" indent="-93663">
              <a:spcBef>
                <a:spcPts val="0"/>
              </a:spcBef>
              <a:spcAft>
                <a:spcPts val="300"/>
              </a:spcAft>
              <a:tabLst/>
              <a:defRPr lang="en-GB" sz="1000" b="0" i="0" kern="1200" dirty="0">
                <a:solidFill>
                  <a:schemeClr val="tx1"/>
                </a:solidFill>
                <a:latin typeface="+mn-lt"/>
                <a:ea typeface="+mn-ea"/>
                <a:cs typeface="+mn-cs"/>
              </a:defRPr>
            </a:lvl2pPr>
            <a:lvl3pPr marL="179388" indent="-85725">
              <a:spcBef>
                <a:spcPts val="0"/>
              </a:spcBef>
              <a:spcAft>
                <a:spcPts val="300"/>
              </a:spcAft>
              <a:tabLst/>
              <a:defRPr lang="en-GB" sz="1000" b="0" i="0" kern="1200" dirty="0">
                <a:solidFill>
                  <a:schemeClr val="tx1"/>
                </a:solidFill>
                <a:latin typeface="+mn-lt"/>
                <a:ea typeface="+mn-ea"/>
                <a:cs typeface="+mn-cs"/>
              </a:defRPr>
            </a:lvl3pPr>
            <a:lvl4pPr>
              <a:defRPr sz="1000"/>
            </a:lvl4pPr>
            <a:lvl5pPr>
              <a:defRPr sz="1000"/>
            </a:lvl5pPr>
          </a:lstStyle>
          <a:p>
            <a:pPr lvl="0"/>
            <a:r>
              <a:rPr lang="en-GB" dirty="0"/>
              <a:t>Click to add text. Delete if not required.</a:t>
            </a:r>
          </a:p>
          <a:p>
            <a:pPr lvl="1"/>
            <a:r>
              <a:rPr lang="en-GB" dirty="0"/>
              <a:t>Second level</a:t>
            </a:r>
          </a:p>
          <a:p>
            <a:pPr lvl="2"/>
            <a:r>
              <a:rPr lang="en-GB" dirty="0"/>
              <a:t>Third level</a:t>
            </a:r>
          </a:p>
        </p:txBody>
      </p:sp>
      <p:sp>
        <p:nvSpPr>
          <p:cNvPr id="10" name="Picture Placeholder 5">
            <a:extLst>
              <a:ext uri="{FF2B5EF4-FFF2-40B4-BE49-F238E27FC236}">
                <a16:creationId xmlns:a16="http://schemas.microsoft.com/office/drawing/2014/main" id="{7E2F9960-1383-47B5-D5A0-E3568E633105}"/>
              </a:ext>
            </a:extLst>
          </p:cNvPr>
          <p:cNvSpPr>
            <a:spLocks noGrp="1"/>
          </p:cNvSpPr>
          <p:nvPr>
            <p:ph type="pic" sz="quarter" idx="17" hasCustomPrompt="1"/>
          </p:nvPr>
        </p:nvSpPr>
        <p:spPr>
          <a:xfrm>
            <a:off x="8124825" y="3357564"/>
            <a:ext cx="3775076" cy="2913062"/>
          </a:xfrm>
          <a:solidFill>
            <a:schemeClr val="bg1"/>
          </a:solidFill>
        </p:spPr>
        <p:txBody>
          <a:bodyPr vert="horz" lIns="0" tIns="0" rIns="0" bIns="0" rtlCol="0">
            <a:noAutofit/>
          </a:bodyPr>
          <a:lstStyle>
            <a:lvl1pPr>
              <a:defRPr lang="en-GB" dirty="0"/>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 Double click the image to adjust crop and scale.</a:t>
            </a:r>
          </a:p>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dirty="0"/>
          </a:p>
        </p:txBody>
      </p:sp>
      <p:sp>
        <p:nvSpPr>
          <p:cNvPr id="11" name="Text Placeholder 3">
            <a:extLst>
              <a:ext uri="{FF2B5EF4-FFF2-40B4-BE49-F238E27FC236}">
                <a16:creationId xmlns:a16="http://schemas.microsoft.com/office/drawing/2014/main" id="{1157324B-BE85-4E3F-8A71-8D472DC1443F}"/>
              </a:ext>
            </a:extLst>
          </p:cNvPr>
          <p:cNvSpPr>
            <a:spLocks noGrp="1"/>
          </p:cNvSpPr>
          <p:nvPr>
            <p:ph type="body" sz="quarter" idx="18" hasCustomPrompt="1"/>
          </p:nvPr>
        </p:nvSpPr>
        <p:spPr>
          <a:xfrm>
            <a:off x="6170614" y="3334276"/>
            <a:ext cx="1811335" cy="904875"/>
          </a:xfrm>
        </p:spPr>
        <p:txBody>
          <a:bodyPr/>
          <a:lstStyle>
            <a:lvl1pPr>
              <a:spcBef>
                <a:spcPts val="0"/>
              </a:spcBef>
              <a:spcAft>
                <a:spcPts val="300"/>
              </a:spcAft>
              <a:defRPr lang="en-GB" sz="1000" b="0" i="0" kern="1200" dirty="0">
                <a:solidFill>
                  <a:schemeClr val="tx1"/>
                </a:solidFill>
                <a:latin typeface="+mn-lt"/>
                <a:ea typeface="+mn-ea"/>
                <a:cs typeface="+mn-cs"/>
              </a:defRPr>
            </a:lvl1pPr>
            <a:lvl2pPr marL="93663" indent="-93663">
              <a:spcBef>
                <a:spcPts val="0"/>
              </a:spcBef>
              <a:spcAft>
                <a:spcPts val="300"/>
              </a:spcAft>
              <a:tabLst/>
              <a:defRPr lang="en-GB" sz="1000" b="0" i="0" kern="1200" dirty="0">
                <a:solidFill>
                  <a:schemeClr val="tx1"/>
                </a:solidFill>
                <a:latin typeface="+mn-lt"/>
                <a:ea typeface="+mn-ea"/>
                <a:cs typeface="+mn-cs"/>
              </a:defRPr>
            </a:lvl2pPr>
            <a:lvl3pPr marL="179388" indent="-85725">
              <a:spcBef>
                <a:spcPts val="0"/>
              </a:spcBef>
              <a:spcAft>
                <a:spcPts val="300"/>
              </a:spcAft>
              <a:tabLst/>
              <a:defRPr lang="en-GB" sz="1000" b="0" i="0" kern="1200" dirty="0">
                <a:solidFill>
                  <a:schemeClr val="tx1"/>
                </a:solidFill>
                <a:latin typeface="+mn-lt"/>
                <a:ea typeface="+mn-ea"/>
                <a:cs typeface="+mn-cs"/>
              </a:defRPr>
            </a:lvl3pPr>
            <a:lvl4pPr>
              <a:defRPr sz="1000"/>
            </a:lvl4pPr>
            <a:lvl5pPr>
              <a:defRPr sz="1000"/>
            </a:lvl5pPr>
          </a:lstStyle>
          <a:p>
            <a:pPr lvl="0"/>
            <a:r>
              <a:rPr lang="en-GB" dirty="0"/>
              <a:t>Click to add text. Delete if not required.</a:t>
            </a:r>
          </a:p>
          <a:p>
            <a:pPr lvl="1"/>
            <a:r>
              <a:rPr lang="en-GB" dirty="0"/>
              <a:t>Second level</a:t>
            </a:r>
          </a:p>
          <a:p>
            <a:pPr lvl="2"/>
            <a:r>
              <a:rPr lang="en-GB" dirty="0"/>
              <a:t>Third level</a:t>
            </a:r>
          </a:p>
        </p:txBody>
      </p:sp>
      <p:sp>
        <p:nvSpPr>
          <p:cNvPr id="8" name="Title 7">
            <a:extLst>
              <a:ext uri="{FF2B5EF4-FFF2-40B4-BE49-F238E27FC236}">
                <a16:creationId xmlns:a16="http://schemas.microsoft.com/office/drawing/2014/main" id="{A4141273-8612-0373-5CE1-A74C8304F40A}"/>
              </a:ext>
            </a:extLst>
          </p:cNvPr>
          <p:cNvSpPr>
            <a:spLocks noGrp="1"/>
          </p:cNvSpPr>
          <p:nvPr>
            <p:ph type="title" hasCustomPrompt="1"/>
          </p:nvPr>
        </p:nvSpPr>
        <p:spPr>
          <a:xfrm>
            <a:off x="288303" y="262800"/>
            <a:ext cx="4750421" cy="454529"/>
          </a:xfrm>
        </p:spPr>
        <p:txBody>
          <a:bodyPr/>
          <a:lstStyle/>
          <a:p>
            <a:r>
              <a:rPr lang="en-US" dirty="0"/>
              <a:t>Master title style</a:t>
            </a:r>
            <a:endParaRPr lang="en-GB" dirty="0"/>
          </a:p>
        </p:txBody>
      </p:sp>
      <p:sp>
        <p:nvSpPr>
          <p:cNvPr id="7" name="Subtitle 2">
            <a:extLst>
              <a:ext uri="{FF2B5EF4-FFF2-40B4-BE49-F238E27FC236}">
                <a16:creationId xmlns:a16="http://schemas.microsoft.com/office/drawing/2014/main" id="{460EC19D-5C44-4557-54CE-FA6CE565E479}"/>
              </a:ext>
            </a:extLst>
          </p:cNvPr>
          <p:cNvSpPr>
            <a:spLocks noGrp="1"/>
          </p:cNvSpPr>
          <p:nvPr>
            <p:ph type="subTitle" idx="19" hasCustomPrompt="1"/>
          </p:nvPr>
        </p:nvSpPr>
        <p:spPr>
          <a:xfrm>
            <a:off x="288302" y="713620"/>
            <a:ext cx="4750421" cy="292965"/>
          </a:xfrm>
        </p:spPr>
        <p:txBody>
          <a:bodyPr vert="horz" wrap="square" lIns="0" tIns="0" rIns="0" bIns="0" rtlCol="0" anchor="t">
            <a:spAutoFit/>
          </a:bodyPr>
          <a:lstStyle>
            <a:lvl1pPr>
              <a:defRPr lang="en-GB" b="1" dirty="0"/>
            </a:lvl1pPr>
          </a:lstStyle>
          <a:p>
            <a:pPr lvl="0"/>
            <a:r>
              <a:rPr lang="en-GB" dirty="0"/>
              <a:t>Subtitle. Delete if not required.</a:t>
            </a:r>
          </a:p>
        </p:txBody>
      </p:sp>
      <p:sp>
        <p:nvSpPr>
          <p:cNvPr id="2" name="Footer Placeholder 4">
            <a:extLst>
              <a:ext uri="{FF2B5EF4-FFF2-40B4-BE49-F238E27FC236}">
                <a16:creationId xmlns:a16="http://schemas.microsoft.com/office/drawing/2014/main" id="{1F0325E1-B647-A8E5-18BB-BF2ED4C7A4DC}"/>
              </a:ext>
            </a:extLst>
          </p:cNvPr>
          <p:cNvSpPr>
            <a:spLocks noGrp="1"/>
          </p:cNvSpPr>
          <p:nvPr>
            <p:ph type="ftr" sz="quarter" idx="3"/>
          </p:nvPr>
        </p:nvSpPr>
        <p:spPr>
          <a:xfrm>
            <a:off x="288259" y="5868000"/>
            <a:ext cx="7693690"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b="0" i="0" dirty="0">
                <a:effectLst/>
              </a:rPr>
              <a:t>Slide legal disclaimer goes here if required
Slide footer goes here if required. Turn off globally using the Header/Footer function (under the Insert menu).</a:t>
            </a:r>
          </a:p>
        </p:txBody>
      </p:sp>
    </p:spTree>
    <p:extLst>
      <p:ext uri="{BB962C8B-B14F-4D97-AF65-F5344CB8AC3E}">
        <p14:creationId xmlns:p14="http://schemas.microsoft.com/office/powerpoint/2010/main" val="3240708460"/>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Title Left Side, Two Images and Text ">
    <p:bg>
      <p:bgPr>
        <a:solidFill>
          <a:schemeClr val="tx2"/>
        </a:solid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155B8D2-C963-E4A2-E467-94496D231D97}"/>
              </a:ext>
            </a:extLst>
          </p:cNvPr>
          <p:cNvSpPr>
            <a:spLocks noGrp="1"/>
          </p:cNvSpPr>
          <p:nvPr>
            <p:ph type="sldNum" sz="quarter" idx="11"/>
          </p:nvPr>
        </p:nvSpPr>
        <p:spPr/>
        <p:txBody>
          <a:bodyPr/>
          <a:lstStyle/>
          <a:p>
            <a:fld id="{AEC8D767-5246-2244-A4A3-B8AFB218393C}" type="slidenum">
              <a:rPr lang="en-GB" smtClean="0"/>
              <a:pPr/>
              <a:t>‹#›</a:t>
            </a:fld>
            <a:endParaRPr lang="en-GB"/>
          </a:p>
        </p:txBody>
      </p:sp>
      <p:sp>
        <p:nvSpPr>
          <p:cNvPr id="10" name="Picture Placeholder 5">
            <a:extLst>
              <a:ext uri="{FF2B5EF4-FFF2-40B4-BE49-F238E27FC236}">
                <a16:creationId xmlns:a16="http://schemas.microsoft.com/office/drawing/2014/main" id="{BEB95803-75F5-094C-03C0-91A8C27F1AAA}"/>
              </a:ext>
            </a:extLst>
          </p:cNvPr>
          <p:cNvSpPr>
            <a:spLocks noGrp="1"/>
          </p:cNvSpPr>
          <p:nvPr>
            <p:ph type="pic" sz="quarter" idx="13" hasCustomPrompt="1"/>
          </p:nvPr>
        </p:nvSpPr>
        <p:spPr>
          <a:xfrm>
            <a:off x="7150100" y="0"/>
            <a:ext cx="5041900" cy="3357563"/>
          </a:xfrm>
          <a:solidFill>
            <a:schemeClr val="bg1"/>
          </a:solidFill>
        </p:spPr>
        <p:txBody>
          <a:bodyPr vert="horz" lIns="0" tIns="0" rIns="0" bIns="0" rtlCol="0">
            <a:noAutofit/>
          </a:bodyPr>
          <a:lstStyle>
            <a:lvl1pPr>
              <a:defRPr lang="en-GB"/>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 Double click the image to adjust crop and scale.</a:t>
            </a:r>
          </a:p>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dirty="0"/>
          </a:p>
        </p:txBody>
      </p:sp>
      <p:sp>
        <p:nvSpPr>
          <p:cNvPr id="11" name="Picture Placeholder 5">
            <a:extLst>
              <a:ext uri="{FF2B5EF4-FFF2-40B4-BE49-F238E27FC236}">
                <a16:creationId xmlns:a16="http://schemas.microsoft.com/office/drawing/2014/main" id="{8BFC8B65-1954-09E7-5FF2-7014E6C8F04C}"/>
              </a:ext>
            </a:extLst>
          </p:cNvPr>
          <p:cNvSpPr>
            <a:spLocks noGrp="1"/>
          </p:cNvSpPr>
          <p:nvPr>
            <p:ph type="pic" sz="quarter" idx="14" hasCustomPrompt="1"/>
          </p:nvPr>
        </p:nvSpPr>
        <p:spPr>
          <a:xfrm>
            <a:off x="0" y="3357563"/>
            <a:ext cx="6022552" cy="3499955"/>
          </a:xfrm>
          <a:solidFill>
            <a:schemeClr val="bg1"/>
          </a:solidFill>
        </p:spPr>
        <p:txBody>
          <a:bodyPr vert="horz" lIns="0" tIns="0" rIns="0" bIns="0" rtlCol="0">
            <a:noAutofit/>
          </a:bodyPr>
          <a:lstStyle>
            <a:lvl1pPr>
              <a:defRPr lang="en-GB"/>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 Double click the image to adjust crop and scale.</a:t>
            </a:r>
          </a:p>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dirty="0"/>
          </a:p>
        </p:txBody>
      </p:sp>
      <p:sp>
        <p:nvSpPr>
          <p:cNvPr id="6" name="Text Placeholder 5">
            <a:extLst>
              <a:ext uri="{FF2B5EF4-FFF2-40B4-BE49-F238E27FC236}">
                <a16:creationId xmlns:a16="http://schemas.microsoft.com/office/drawing/2014/main" id="{899B3B30-291B-0259-955A-B312868ADB24}"/>
              </a:ext>
            </a:extLst>
          </p:cNvPr>
          <p:cNvSpPr>
            <a:spLocks noGrp="1"/>
          </p:cNvSpPr>
          <p:nvPr>
            <p:ph type="body" sz="quarter" idx="15" hasCustomPrompt="1"/>
          </p:nvPr>
        </p:nvSpPr>
        <p:spPr>
          <a:xfrm>
            <a:off x="7150102" y="4376738"/>
            <a:ext cx="4754562" cy="1893887"/>
          </a:xfrm>
        </p:spPr>
        <p:txBody>
          <a:bodyPr/>
          <a:lstStyle>
            <a:lvl1pPr>
              <a:defRPr lang="en-GB" dirty="0" smtClean="0"/>
            </a:lvl1pPr>
            <a:lvl2pPr>
              <a:defRPr lang="en-GB" dirty="0" smtClean="0"/>
            </a:lvl2pPr>
            <a:lvl3pPr>
              <a:defRPr lang="en-GB" dirty="0" smtClean="0"/>
            </a:lvl3pPr>
            <a:lvl4pPr>
              <a:defRPr lang="en-GB" dirty="0" smtClean="0"/>
            </a:lvl4pPr>
            <a:lvl5pPr>
              <a:defRPr lang="en-GB" dirty="0"/>
            </a:lvl5pPr>
          </a:lstStyle>
          <a:p>
            <a:pPr lvl="0"/>
            <a:r>
              <a:rPr lang="en-GB" dirty="0"/>
              <a:t>Click to add text. Delete if not required.</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7" name="Title 1">
            <a:extLst>
              <a:ext uri="{FF2B5EF4-FFF2-40B4-BE49-F238E27FC236}">
                <a16:creationId xmlns:a16="http://schemas.microsoft.com/office/drawing/2014/main" id="{44087789-03A9-0559-7959-C80A1DC0A306}"/>
              </a:ext>
            </a:extLst>
          </p:cNvPr>
          <p:cNvSpPr>
            <a:spLocks noGrp="1"/>
          </p:cNvSpPr>
          <p:nvPr>
            <p:ph type="title"/>
          </p:nvPr>
        </p:nvSpPr>
        <p:spPr>
          <a:xfrm>
            <a:off x="288000" y="530259"/>
            <a:ext cx="4754563" cy="2437590"/>
          </a:xfrm>
        </p:spPr>
        <p:txBody>
          <a:bodyPr anchor="ctr">
            <a:spAutoFit/>
          </a:bodyPr>
          <a:lstStyle>
            <a:lvl1pPr>
              <a:lnSpc>
                <a:spcPct val="80000"/>
              </a:lnSpc>
              <a:defRPr sz="6500">
                <a:solidFill>
                  <a:schemeClr val="accent1"/>
                </a:solidFill>
              </a:defRPr>
            </a:lvl1pPr>
          </a:lstStyle>
          <a:p>
            <a:r>
              <a:rPr lang="en-US"/>
              <a:t>Click to edit Master title style</a:t>
            </a:r>
            <a:endParaRPr lang="en-GB" dirty="0"/>
          </a:p>
        </p:txBody>
      </p:sp>
    </p:spTree>
    <p:extLst>
      <p:ext uri="{BB962C8B-B14F-4D97-AF65-F5344CB8AC3E}">
        <p14:creationId xmlns:p14="http://schemas.microsoft.com/office/powerpoint/2010/main" val="280755607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 Right Side, Two Images and Text ">
    <p:bg>
      <p:bgPr>
        <a:solidFill>
          <a:schemeClr val="tx2"/>
        </a:solid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155B8D2-C963-E4A2-E467-94496D231D97}"/>
              </a:ext>
            </a:extLst>
          </p:cNvPr>
          <p:cNvSpPr>
            <a:spLocks noGrp="1"/>
          </p:cNvSpPr>
          <p:nvPr>
            <p:ph type="sldNum" sz="quarter" idx="11"/>
          </p:nvPr>
        </p:nvSpPr>
        <p:spPr/>
        <p:txBody>
          <a:bodyPr/>
          <a:lstStyle/>
          <a:p>
            <a:fld id="{AEC8D767-5246-2244-A4A3-B8AFB218393C}" type="slidenum">
              <a:rPr lang="en-GB" smtClean="0"/>
              <a:pPr/>
              <a:t>‹#›</a:t>
            </a:fld>
            <a:endParaRPr lang="en-GB"/>
          </a:p>
        </p:txBody>
      </p:sp>
      <p:sp>
        <p:nvSpPr>
          <p:cNvPr id="10" name="Picture Placeholder 5">
            <a:extLst>
              <a:ext uri="{FF2B5EF4-FFF2-40B4-BE49-F238E27FC236}">
                <a16:creationId xmlns:a16="http://schemas.microsoft.com/office/drawing/2014/main" id="{BEB95803-75F5-094C-03C0-91A8C27F1AAA}"/>
              </a:ext>
            </a:extLst>
          </p:cNvPr>
          <p:cNvSpPr>
            <a:spLocks noGrp="1"/>
          </p:cNvSpPr>
          <p:nvPr>
            <p:ph type="pic" sz="quarter" idx="13" hasCustomPrompt="1"/>
          </p:nvPr>
        </p:nvSpPr>
        <p:spPr>
          <a:xfrm>
            <a:off x="0" y="-1"/>
            <a:ext cx="5041900" cy="3357563"/>
          </a:xfrm>
          <a:solidFill>
            <a:schemeClr val="bg1"/>
          </a:solidFill>
        </p:spPr>
        <p:txBody>
          <a:bodyPr vert="horz" lIns="0" tIns="0" rIns="0" bIns="0" rtlCol="0">
            <a:noAutofit/>
          </a:bodyPr>
          <a:lstStyle>
            <a:lvl1pPr>
              <a:defRPr lang="en-GB"/>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 Double click the image to adjust crop and scale.</a:t>
            </a:r>
          </a:p>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dirty="0"/>
          </a:p>
        </p:txBody>
      </p:sp>
      <p:sp>
        <p:nvSpPr>
          <p:cNvPr id="11" name="Picture Placeholder 5">
            <a:extLst>
              <a:ext uri="{FF2B5EF4-FFF2-40B4-BE49-F238E27FC236}">
                <a16:creationId xmlns:a16="http://schemas.microsoft.com/office/drawing/2014/main" id="{8BFC8B65-1954-09E7-5FF2-7014E6C8F04C}"/>
              </a:ext>
            </a:extLst>
          </p:cNvPr>
          <p:cNvSpPr>
            <a:spLocks noGrp="1"/>
          </p:cNvSpPr>
          <p:nvPr>
            <p:ph type="pic" sz="quarter" idx="14" hasCustomPrompt="1"/>
          </p:nvPr>
        </p:nvSpPr>
        <p:spPr>
          <a:xfrm>
            <a:off x="6165850" y="3357563"/>
            <a:ext cx="6022552" cy="3499955"/>
          </a:xfrm>
          <a:solidFill>
            <a:schemeClr val="bg1"/>
          </a:solidFill>
        </p:spPr>
        <p:txBody>
          <a:bodyPr vert="horz" lIns="0" tIns="0" rIns="0" bIns="0" rtlCol="0">
            <a:noAutofit/>
          </a:bodyPr>
          <a:lstStyle>
            <a:lvl1pPr>
              <a:defRPr lang="en-GB"/>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 Double click the image to adjust crop and scale.</a:t>
            </a:r>
          </a:p>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dirty="0"/>
          </a:p>
        </p:txBody>
      </p:sp>
      <p:sp>
        <p:nvSpPr>
          <p:cNvPr id="6" name="Text Placeholder 5">
            <a:extLst>
              <a:ext uri="{FF2B5EF4-FFF2-40B4-BE49-F238E27FC236}">
                <a16:creationId xmlns:a16="http://schemas.microsoft.com/office/drawing/2014/main" id="{899B3B30-291B-0259-955A-B312868ADB24}"/>
              </a:ext>
            </a:extLst>
          </p:cNvPr>
          <p:cNvSpPr>
            <a:spLocks noGrp="1"/>
          </p:cNvSpPr>
          <p:nvPr>
            <p:ph type="body" sz="quarter" idx="15" hasCustomPrompt="1"/>
          </p:nvPr>
        </p:nvSpPr>
        <p:spPr>
          <a:xfrm>
            <a:off x="287338" y="4376738"/>
            <a:ext cx="4754562" cy="1893887"/>
          </a:xfrm>
        </p:spPr>
        <p:txBody>
          <a:bodyPr/>
          <a:lstStyle>
            <a:lvl1pPr>
              <a:defRPr lang="en-GB" dirty="0" smtClean="0"/>
            </a:lvl1pPr>
            <a:lvl2pPr>
              <a:defRPr lang="en-GB" dirty="0" smtClean="0"/>
            </a:lvl2pPr>
            <a:lvl3pPr>
              <a:defRPr lang="en-GB" dirty="0" smtClean="0"/>
            </a:lvl3pPr>
            <a:lvl4pPr>
              <a:defRPr lang="en-GB" dirty="0" smtClean="0"/>
            </a:lvl4pPr>
            <a:lvl5pPr>
              <a:defRPr lang="en-GB" dirty="0"/>
            </a:lvl5pPr>
          </a:lstStyle>
          <a:p>
            <a:pPr lvl="0"/>
            <a:r>
              <a:rPr lang="en-GB" dirty="0"/>
              <a:t>Click to add text. Delete if not required.</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7" name="Title 1">
            <a:extLst>
              <a:ext uri="{FF2B5EF4-FFF2-40B4-BE49-F238E27FC236}">
                <a16:creationId xmlns:a16="http://schemas.microsoft.com/office/drawing/2014/main" id="{44087789-03A9-0559-7959-C80A1DC0A306}"/>
              </a:ext>
            </a:extLst>
          </p:cNvPr>
          <p:cNvSpPr>
            <a:spLocks noGrp="1"/>
          </p:cNvSpPr>
          <p:nvPr>
            <p:ph type="title"/>
          </p:nvPr>
        </p:nvSpPr>
        <p:spPr>
          <a:xfrm>
            <a:off x="6165850" y="530259"/>
            <a:ext cx="4754563" cy="2437590"/>
          </a:xfrm>
        </p:spPr>
        <p:txBody>
          <a:bodyPr anchor="ctr">
            <a:spAutoFit/>
          </a:bodyPr>
          <a:lstStyle>
            <a:lvl1pPr>
              <a:lnSpc>
                <a:spcPct val="80000"/>
              </a:lnSpc>
              <a:defRPr sz="6500">
                <a:solidFill>
                  <a:schemeClr val="accent1"/>
                </a:solidFill>
              </a:defRPr>
            </a:lvl1pPr>
          </a:lstStyle>
          <a:p>
            <a:r>
              <a:rPr lang="en-US"/>
              <a:t>Click to edit Master title style</a:t>
            </a:r>
            <a:endParaRPr lang="en-GB" dirty="0"/>
          </a:p>
        </p:txBody>
      </p:sp>
    </p:spTree>
    <p:extLst>
      <p:ext uri="{BB962C8B-B14F-4D97-AF65-F5344CB8AC3E}">
        <p14:creationId xmlns:p14="http://schemas.microsoft.com/office/powerpoint/2010/main" val="174987414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Three Images and Caption">
    <p:bg>
      <p:bgPr>
        <a:solidFill>
          <a:schemeClr val="tx2"/>
        </a:solid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155B8D2-C963-E4A2-E467-94496D231D97}"/>
              </a:ext>
            </a:extLst>
          </p:cNvPr>
          <p:cNvSpPr>
            <a:spLocks noGrp="1"/>
          </p:cNvSpPr>
          <p:nvPr>
            <p:ph type="sldNum" sz="quarter" idx="11"/>
          </p:nvPr>
        </p:nvSpPr>
        <p:spPr/>
        <p:txBody>
          <a:bodyPr/>
          <a:lstStyle/>
          <a:p>
            <a:fld id="{AEC8D767-5246-2244-A4A3-B8AFB218393C}" type="slidenum">
              <a:rPr lang="en-GB" smtClean="0"/>
              <a:pPr/>
              <a:t>‹#›</a:t>
            </a:fld>
            <a:endParaRPr lang="en-GB"/>
          </a:p>
        </p:txBody>
      </p:sp>
      <p:sp>
        <p:nvSpPr>
          <p:cNvPr id="10" name="Picture Placeholder 5">
            <a:extLst>
              <a:ext uri="{FF2B5EF4-FFF2-40B4-BE49-F238E27FC236}">
                <a16:creationId xmlns:a16="http://schemas.microsoft.com/office/drawing/2014/main" id="{BEB95803-75F5-094C-03C0-91A8C27F1AAA}"/>
              </a:ext>
            </a:extLst>
          </p:cNvPr>
          <p:cNvSpPr>
            <a:spLocks noGrp="1"/>
          </p:cNvSpPr>
          <p:nvPr>
            <p:ph type="pic" sz="quarter" idx="13" hasCustomPrompt="1"/>
          </p:nvPr>
        </p:nvSpPr>
        <p:spPr>
          <a:xfrm>
            <a:off x="0" y="3357563"/>
            <a:ext cx="4152900" cy="3500438"/>
          </a:xfrm>
          <a:solidFill>
            <a:schemeClr val="bg1"/>
          </a:solidFill>
        </p:spPr>
        <p:txBody>
          <a:bodyPr vert="horz" lIns="0" tIns="0" rIns="0" bIns="0" rtlCol="0">
            <a:noAutofit/>
          </a:bodyPr>
          <a:lstStyle>
            <a:lvl1pPr>
              <a:defRPr lang="en-GB"/>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 Click the icon to add a photo or illustration. Double click the image to adjust crop and scale.</a:t>
            </a:r>
          </a:p>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dirty="0"/>
          </a:p>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dirty="0"/>
          </a:p>
        </p:txBody>
      </p:sp>
      <p:sp>
        <p:nvSpPr>
          <p:cNvPr id="11" name="Picture Placeholder 5">
            <a:extLst>
              <a:ext uri="{FF2B5EF4-FFF2-40B4-BE49-F238E27FC236}">
                <a16:creationId xmlns:a16="http://schemas.microsoft.com/office/drawing/2014/main" id="{8BFC8B65-1954-09E7-5FF2-7014E6C8F04C}"/>
              </a:ext>
            </a:extLst>
          </p:cNvPr>
          <p:cNvSpPr>
            <a:spLocks noGrp="1"/>
          </p:cNvSpPr>
          <p:nvPr>
            <p:ph type="pic" sz="quarter" idx="14" hasCustomPrompt="1"/>
          </p:nvPr>
        </p:nvSpPr>
        <p:spPr>
          <a:xfrm>
            <a:off x="4152900" y="1"/>
            <a:ext cx="3912062" cy="6857518"/>
          </a:xfrm>
          <a:solidFill>
            <a:schemeClr val="bg1"/>
          </a:solidFill>
        </p:spPr>
        <p:txBody>
          <a:bodyPr vert="horz" lIns="0" tIns="0" rIns="0" bIns="0" rtlCol="0">
            <a:noAutofit/>
          </a:bodyPr>
          <a:lstStyle>
            <a:lvl1pPr>
              <a:defRPr lang="en-GB"/>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 Double click the image to adjust crop and scale.</a:t>
            </a:r>
          </a:p>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dirty="0"/>
          </a:p>
        </p:txBody>
      </p:sp>
      <p:sp>
        <p:nvSpPr>
          <p:cNvPr id="6" name="Text Placeholder 5">
            <a:extLst>
              <a:ext uri="{FF2B5EF4-FFF2-40B4-BE49-F238E27FC236}">
                <a16:creationId xmlns:a16="http://schemas.microsoft.com/office/drawing/2014/main" id="{899B3B30-291B-0259-955A-B312868ADB24}"/>
              </a:ext>
            </a:extLst>
          </p:cNvPr>
          <p:cNvSpPr>
            <a:spLocks noGrp="1"/>
          </p:cNvSpPr>
          <p:nvPr>
            <p:ph type="body" sz="quarter" idx="15" hasCustomPrompt="1"/>
          </p:nvPr>
        </p:nvSpPr>
        <p:spPr>
          <a:xfrm>
            <a:off x="9104313" y="4376738"/>
            <a:ext cx="2795587" cy="1893887"/>
          </a:xfrm>
        </p:spPr>
        <p:txBody>
          <a:bodyPr/>
          <a:lstStyle>
            <a:lvl1pPr>
              <a:defRPr lang="en-GB" dirty="0" smtClean="0"/>
            </a:lvl1pPr>
            <a:lvl2pPr>
              <a:defRPr lang="en-GB" dirty="0" smtClean="0"/>
            </a:lvl2pPr>
            <a:lvl3pPr>
              <a:defRPr lang="en-GB" dirty="0" smtClean="0"/>
            </a:lvl3pPr>
            <a:lvl4pPr>
              <a:defRPr lang="en-GB" dirty="0" smtClean="0"/>
            </a:lvl4pPr>
            <a:lvl5pPr>
              <a:defRPr lang="en-GB" dirty="0"/>
            </a:lvl5pPr>
          </a:lstStyle>
          <a:p>
            <a:pPr lvl="0"/>
            <a:r>
              <a:rPr lang="en-GB" dirty="0"/>
              <a:t>Click to add text. Delete if not required.</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2" name="Picture Placeholder 5">
            <a:extLst>
              <a:ext uri="{FF2B5EF4-FFF2-40B4-BE49-F238E27FC236}">
                <a16:creationId xmlns:a16="http://schemas.microsoft.com/office/drawing/2014/main" id="{274C72C0-D5F1-8526-2BDA-0E6460C330CF}"/>
              </a:ext>
            </a:extLst>
          </p:cNvPr>
          <p:cNvSpPr>
            <a:spLocks noGrp="1"/>
          </p:cNvSpPr>
          <p:nvPr>
            <p:ph type="pic" sz="quarter" idx="16" hasCustomPrompt="1"/>
          </p:nvPr>
        </p:nvSpPr>
        <p:spPr>
          <a:xfrm>
            <a:off x="8064961" y="0"/>
            <a:ext cx="4114339" cy="3357563"/>
          </a:xfrm>
          <a:solidFill>
            <a:schemeClr val="bg1"/>
          </a:solidFill>
        </p:spPr>
        <p:txBody>
          <a:bodyPr vert="horz" lIns="0" tIns="0" rIns="0" bIns="0" rtlCol="0">
            <a:noAutofit/>
          </a:bodyPr>
          <a:lstStyle>
            <a:lvl1pPr>
              <a:defRPr lang="en-GB"/>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 Double click the image to adjust crop and scale.</a:t>
            </a:r>
          </a:p>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dirty="0"/>
          </a:p>
        </p:txBody>
      </p:sp>
      <p:sp>
        <p:nvSpPr>
          <p:cNvPr id="5" name="Title 4">
            <a:extLst>
              <a:ext uri="{FF2B5EF4-FFF2-40B4-BE49-F238E27FC236}">
                <a16:creationId xmlns:a16="http://schemas.microsoft.com/office/drawing/2014/main" id="{6D8318B1-25E6-EF2C-0244-43CD92F8BF97}"/>
              </a:ext>
            </a:extLst>
          </p:cNvPr>
          <p:cNvSpPr>
            <a:spLocks noGrp="1"/>
          </p:cNvSpPr>
          <p:nvPr>
            <p:ph type="title"/>
          </p:nvPr>
        </p:nvSpPr>
        <p:spPr>
          <a:xfrm>
            <a:off x="288000" y="696913"/>
            <a:ext cx="3770934" cy="1765868"/>
          </a:xfrm>
        </p:spPr>
        <p:txBody>
          <a:bodyPr/>
          <a:lstStyle>
            <a:lvl1pPr>
              <a:defRPr sz="4500"/>
            </a:lvl1pPr>
          </a:lstStyle>
          <a:p>
            <a:r>
              <a:rPr lang="en-US"/>
              <a:t>Click to edit Master title style</a:t>
            </a:r>
            <a:endParaRPr lang="en-GB" dirty="0"/>
          </a:p>
        </p:txBody>
      </p:sp>
    </p:spTree>
    <p:extLst>
      <p:ext uri="{BB962C8B-B14F-4D97-AF65-F5344CB8AC3E}">
        <p14:creationId xmlns:p14="http://schemas.microsoft.com/office/powerpoint/2010/main" val="279429335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nimated Title and Images">
    <p:bg>
      <p:bgPr>
        <a:solidFill>
          <a:schemeClr val="tx2"/>
        </a:solid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155B8D2-C963-E4A2-E467-94496D231D97}"/>
              </a:ext>
            </a:extLst>
          </p:cNvPr>
          <p:cNvSpPr>
            <a:spLocks noGrp="1"/>
          </p:cNvSpPr>
          <p:nvPr>
            <p:ph type="sldNum" sz="quarter" idx="11"/>
          </p:nvPr>
        </p:nvSpPr>
        <p:spPr/>
        <p:txBody>
          <a:bodyPr/>
          <a:lstStyle/>
          <a:p>
            <a:fld id="{AEC8D767-5246-2244-A4A3-B8AFB218393C}" type="slidenum">
              <a:rPr lang="en-GB" smtClean="0"/>
              <a:pPr/>
              <a:t>‹#›</a:t>
            </a:fld>
            <a:endParaRPr lang="en-GB"/>
          </a:p>
        </p:txBody>
      </p:sp>
      <p:sp>
        <p:nvSpPr>
          <p:cNvPr id="10" name="Picture Placeholder 5">
            <a:extLst>
              <a:ext uri="{FF2B5EF4-FFF2-40B4-BE49-F238E27FC236}">
                <a16:creationId xmlns:a16="http://schemas.microsoft.com/office/drawing/2014/main" id="{BEB95803-75F5-094C-03C0-91A8C27F1AAA}"/>
              </a:ext>
            </a:extLst>
          </p:cNvPr>
          <p:cNvSpPr>
            <a:spLocks noGrp="1"/>
          </p:cNvSpPr>
          <p:nvPr>
            <p:ph type="pic" sz="quarter" idx="13" hasCustomPrompt="1"/>
          </p:nvPr>
        </p:nvSpPr>
        <p:spPr>
          <a:xfrm>
            <a:off x="0" y="-1"/>
            <a:ext cx="5041900" cy="3357563"/>
          </a:xfrm>
          <a:solidFill>
            <a:schemeClr val="bg1"/>
          </a:solidFill>
        </p:spPr>
        <p:txBody>
          <a:bodyPr vert="horz" lIns="0" tIns="0" rIns="0" bIns="0" rtlCol="0">
            <a:noAutofit/>
          </a:bodyPr>
          <a:lstStyle>
            <a:lvl1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lang="en-GB"/>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 Double click the image to adjust crop and scale.</a:t>
            </a:r>
          </a:p>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dirty="0"/>
          </a:p>
        </p:txBody>
      </p:sp>
      <p:sp>
        <p:nvSpPr>
          <p:cNvPr id="11" name="Picture Placeholder 5">
            <a:extLst>
              <a:ext uri="{FF2B5EF4-FFF2-40B4-BE49-F238E27FC236}">
                <a16:creationId xmlns:a16="http://schemas.microsoft.com/office/drawing/2014/main" id="{8BFC8B65-1954-09E7-5FF2-7014E6C8F04C}"/>
              </a:ext>
            </a:extLst>
          </p:cNvPr>
          <p:cNvSpPr>
            <a:spLocks noGrp="1"/>
          </p:cNvSpPr>
          <p:nvPr>
            <p:ph type="pic" sz="quarter" idx="14" hasCustomPrompt="1"/>
          </p:nvPr>
        </p:nvSpPr>
        <p:spPr>
          <a:xfrm>
            <a:off x="6165850" y="3357563"/>
            <a:ext cx="6022552" cy="3499955"/>
          </a:xfrm>
          <a:solidFill>
            <a:schemeClr val="bg1"/>
          </a:solidFill>
        </p:spPr>
        <p:txBody>
          <a:bodyPr vert="horz" lIns="0" tIns="0" rIns="0" bIns="0" rtlCol="0">
            <a:noAutofit/>
          </a:bodyPr>
          <a:lstStyle>
            <a:lvl1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lang="en-GB"/>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photo or illustration. Double click the image to adjust crop and scale.</a:t>
            </a:r>
          </a:p>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dirty="0"/>
          </a:p>
        </p:txBody>
      </p:sp>
      <p:sp>
        <p:nvSpPr>
          <p:cNvPr id="12" name="Text Placeholder 5">
            <a:extLst>
              <a:ext uri="{FF2B5EF4-FFF2-40B4-BE49-F238E27FC236}">
                <a16:creationId xmlns:a16="http://schemas.microsoft.com/office/drawing/2014/main" id="{769031AD-BE5D-A3B7-1DEC-6584F4E4BF8D}"/>
              </a:ext>
            </a:extLst>
          </p:cNvPr>
          <p:cNvSpPr>
            <a:spLocks noGrp="1"/>
          </p:cNvSpPr>
          <p:nvPr>
            <p:ph type="body" sz="quarter" idx="12" hasCustomPrompt="1"/>
          </p:nvPr>
        </p:nvSpPr>
        <p:spPr>
          <a:xfrm>
            <a:off x="6165850" y="1306512"/>
            <a:ext cx="5736764" cy="911019"/>
          </a:xfrm>
        </p:spPr>
        <p:txBody>
          <a:bodyPr wrap="square" anchor="ctr">
            <a:spAutoFit/>
          </a:bodyPr>
          <a:lstStyle>
            <a:lvl1pPr>
              <a:lnSpc>
                <a:spcPct val="80000"/>
              </a:lnSpc>
              <a:defRPr lang="en-GB" sz="7000" b="0" i="0" kern="1200" spc="0" baseline="0" dirty="0">
                <a:solidFill>
                  <a:schemeClr val="accent1"/>
                </a:solidFill>
                <a:latin typeface="+mj-lt"/>
                <a:ea typeface="+mj-ea"/>
                <a:cs typeface="+mj-cs"/>
              </a:defRPr>
            </a:lvl1pPr>
            <a:lvl2pPr>
              <a:lnSpc>
                <a:spcPct val="80000"/>
              </a:lnSpc>
              <a:defRPr lang="en-GB" dirty="0" smtClean="0"/>
            </a:lvl2pPr>
            <a:lvl3pPr>
              <a:lnSpc>
                <a:spcPct val="80000"/>
              </a:lnSpc>
              <a:defRPr lang="en-GB" dirty="0" smtClean="0"/>
            </a:lvl3pPr>
            <a:lvl4pPr>
              <a:lnSpc>
                <a:spcPct val="80000"/>
              </a:lnSpc>
              <a:defRPr lang="en-GB" dirty="0" smtClean="0"/>
            </a:lvl4pPr>
            <a:lvl5pPr>
              <a:lnSpc>
                <a:spcPct val="80000"/>
              </a:lnSpc>
              <a:defRPr lang="en-GB" dirty="0"/>
            </a:lvl5pPr>
          </a:lstStyle>
          <a:p>
            <a:pPr lvl="0"/>
            <a:r>
              <a:rPr lang="en-GB" dirty="0"/>
              <a:t>Key text</a:t>
            </a:r>
          </a:p>
        </p:txBody>
      </p:sp>
      <p:sp>
        <p:nvSpPr>
          <p:cNvPr id="13" name="Text Placeholder 5">
            <a:extLst>
              <a:ext uri="{FF2B5EF4-FFF2-40B4-BE49-F238E27FC236}">
                <a16:creationId xmlns:a16="http://schemas.microsoft.com/office/drawing/2014/main" id="{C02A894D-CD72-8370-90B3-68756CDFCBE0}"/>
              </a:ext>
            </a:extLst>
          </p:cNvPr>
          <p:cNvSpPr>
            <a:spLocks noGrp="1"/>
          </p:cNvSpPr>
          <p:nvPr>
            <p:ph type="body" sz="quarter" idx="15" hasCustomPrompt="1"/>
          </p:nvPr>
        </p:nvSpPr>
        <p:spPr>
          <a:xfrm>
            <a:off x="1266825" y="4377028"/>
            <a:ext cx="4754562" cy="911019"/>
          </a:xfrm>
        </p:spPr>
        <p:txBody>
          <a:bodyPr wrap="square" anchor="ctr">
            <a:spAutoFit/>
          </a:bodyPr>
          <a:lstStyle>
            <a:lvl1pPr>
              <a:lnSpc>
                <a:spcPct val="80000"/>
              </a:lnSpc>
              <a:defRPr lang="en-GB" sz="7000" b="0" i="0" kern="1200" spc="0" baseline="0" dirty="0">
                <a:solidFill>
                  <a:schemeClr val="accent1"/>
                </a:solidFill>
                <a:latin typeface="+mj-lt"/>
                <a:ea typeface="+mj-ea"/>
                <a:cs typeface="+mj-cs"/>
              </a:defRPr>
            </a:lvl1pPr>
            <a:lvl2pPr>
              <a:lnSpc>
                <a:spcPct val="80000"/>
              </a:lnSpc>
              <a:defRPr lang="en-GB" dirty="0" smtClean="0"/>
            </a:lvl2pPr>
            <a:lvl3pPr>
              <a:lnSpc>
                <a:spcPct val="80000"/>
              </a:lnSpc>
              <a:defRPr lang="en-GB" dirty="0" smtClean="0"/>
            </a:lvl3pPr>
            <a:lvl4pPr>
              <a:lnSpc>
                <a:spcPct val="80000"/>
              </a:lnSpc>
              <a:defRPr lang="en-GB" dirty="0" smtClean="0"/>
            </a:lvl4pPr>
            <a:lvl5pPr>
              <a:lnSpc>
                <a:spcPct val="80000"/>
              </a:lnSpc>
              <a:defRPr lang="en-GB" dirty="0"/>
            </a:lvl5pPr>
          </a:lstStyle>
          <a:p>
            <a:pPr lvl="0"/>
            <a:r>
              <a:rPr lang="en-GB" dirty="0"/>
              <a:t>goes here</a:t>
            </a:r>
          </a:p>
        </p:txBody>
      </p:sp>
    </p:spTree>
    <p:extLst>
      <p:ext uri="{BB962C8B-B14F-4D97-AF65-F5344CB8AC3E}">
        <p14:creationId xmlns:p14="http://schemas.microsoft.com/office/powerpoint/2010/main" val="701756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63" presetClass="path" presetSubtype="0" accel="50000" decel="50000" fill="hold" grpId="1" nodeType="withEffect">
                                  <p:stCondLst>
                                    <p:cond delay="0"/>
                                  </p:stCondLst>
                                  <p:childTnLst>
                                    <p:animMotion origin="layout" path="M 1.45833E-6 -4.07407E-6 L 0.03906 -4.07407E-6 " pathEditMode="relative" rAng="0" ptsTypes="AA">
                                      <p:cBhvr>
                                        <p:cTn id="9" dur="1000" spd="-100000" fill="hold"/>
                                        <p:tgtEl>
                                          <p:spTgt spid="12"/>
                                        </p:tgtEl>
                                        <p:attrNameLst>
                                          <p:attrName>ppt_x</p:attrName>
                                          <p:attrName>ppt_y</p:attrName>
                                        </p:attrNameLst>
                                      </p:cBhvr>
                                      <p:rCtr x="1953" y="0"/>
                                    </p:animMotion>
                                  </p:childTnLst>
                                </p:cTn>
                              </p:par>
                              <p:par>
                                <p:cTn id="10" presetID="10"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par>
                                <p:cTn id="17" presetID="63" presetClass="path" presetSubtype="0" accel="50000" decel="50000" fill="hold" grpId="1" nodeType="withEffect">
                                  <p:stCondLst>
                                    <p:cond delay="0"/>
                                  </p:stCondLst>
                                  <p:childTnLst>
                                    <p:animMotion origin="layout" path="M -3.33333E-6 -3.7037E-6 L -0.03437 -3.7037E-6 " pathEditMode="relative" rAng="0" ptsTypes="AA">
                                      <p:cBhvr>
                                        <p:cTn id="18" dur="1000" spd="-100000" fill="hold"/>
                                        <p:tgtEl>
                                          <p:spTgt spid="13"/>
                                        </p:tgtEl>
                                        <p:attrNameLst>
                                          <p:attrName>ppt_x</p:attrName>
                                          <p:attrName>ppt_y</p:attrName>
                                        </p:attrNameLst>
                                      </p:cBhvr>
                                      <p:rCtr x="-1719" y="0"/>
                                    </p:animMotion>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p:tmplLst>
          <p:tmpl>
            <p:tnLst>
              <p:par>
                <p:cTn presetID="10" presetClass="entr" presetSubtype="0" fill="hold" nodeType="afterEffect">
                  <p:stCondLst>
                    <p:cond delay="0"/>
                  </p:stCondLst>
                  <p:childTnLst>
                    <p:set>
                      <p:cBhvr>
                        <p:cTn dur="1" fill="hold">
                          <p:stCondLst>
                            <p:cond delay="0"/>
                          </p:stCondLst>
                        </p:cTn>
                        <p:tgtEl>
                          <p:spTgt spid="12"/>
                        </p:tgtEl>
                        <p:attrNameLst>
                          <p:attrName>style.visibility</p:attrName>
                        </p:attrNameLst>
                      </p:cBhvr>
                      <p:to>
                        <p:strVal val="visible"/>
                      </p:to>
                    </p:set>
                    <p:animEffect transition="in" filter="fade">
                      <p:cBhvr>
                        <p:cTn dur="500"/>
                        <p:tgtEl>
                          <p:spTgt spid="12"/>
                        </p:tgtEl>
                      </p:cBhvr>
                    </p:animEffect>
                  </p:childTnLst>
                </p:cTn>
              </p:par>
            </p:tnLst>
          </p:tmpl>
        </p:tmplLst>
      </p:bldP>
      <p:bldP spid="12" grpId="1"/>
      <p:bldP spid="13" grpId="0">
        <p:tmplLst>
          <p:tmpl>
            <p:tnLst>
              <p:par>
                <p:cTn presetID="10" presetClass="entr" presetSubtype="0" fill="hold" nodeType="afterEffect">
                  <p:stCondLst>
                    <p:cond delay="0"/>
                  </p:stCondLst>
                  <p:childTnLst>
                    <p:set>
                      <p:cBhvr>
                        <p:cTn dur="1" fill="hold">
                          <p:stCondLst>
                            <p:cond delay="0"/>
                          </p:stCondLst>
                        </p:cTn>
                        <p:tgtEl>
                          <p:spTgt spid="13"/>
                        </p:tgtEl>
                        <p:attrNameLst>
                          <p:attrName>style.visibility</p:attrName>
                        </p:attrNameLst>
                      </p:cBhvr>
                      <p:to>
                        <p:strVal val="visible"/>
                      </p:to>
                    </p:set>
                    <p:animEffect transition="in" filter="fade">
                      <p:cBhvr>
                        <p:cTn dur="500"/>
                        <p:tgtEl>
                          <p:spTgt spid="13"/>
                        </p:tgtEl>
                      </p:cBhvr>
                    </p:animEffect>
                  </p:childTnLst>
                </p:cTn>
              </p:par>
            </p:tnLst>
          </p:tmpl>
        </p:tmplLst>
      </p:bldP>
      <p:bldP spid="13" grpId="1"/>
    </p:bldLst>
  </p:timing>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Team Slide x 1">
    <p:bg>
      <p:bgPr>
        <a:solidFill>
          <a:schemeClr val="accent1"/>
        </a:solidFill>
        <a:effectLst/>
      </p:bgPr>
    </p:bg>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A9C02CF3-9045-EF62-4E25-544B1DCA8AEF}"/>
              </a:ext>
            </a:extLst>
          </p:cNvPr>
          <p:cNvSpPr>
            <a:spLocks noGrp="1"/>
          </p:cNvSpPr>
          <p:nvPr>
            <p:ph type="sldNum" sz="quarter" idx="12"/>
          </p:nvPr>
        </p:nvSpPr>
        <p:spPr/>
        <p:txBody>
          <a:bodyPr/>
          <a:lstStyle>
            <a:lvl1pPr>
              <a:defRPr>
                <a:solidFill>
                  <a:schemeClr val="bg1"/>
                </a:solidFill>
              </a:defRPr>
            </a:lvl1pPr>
          </a:lstStyle>
          <a:p>
            <a:fld id="{AEC8D767-5246-2244-A4A3-B8AFB218393C}" type="slidenum">
              <a:rPr lang="en-GB" smtClean="0"/>
              <a:pPr/>
              <a:t>‹#›</a:t>
            </a:fld>
            <a:endParaRPr lang="en-GB"/>
          </a:p>
        </p:txBody>
      </p:sp>
      <p:sp>
        <p:nvSpPr>
          <p:cNvPr id="23" name="Picture Placeholder 3">
            <a:extLst>
              <a:ext uri="{FF2B5EF4-FFF2-40B4-BE49-F238E27FC236}">
                <a16:creationId xmlns:a16="http://schemas.microsoft.com/office/drawing/2014/main" id="{9858E5CC-B320-8459-7BD7-5CE14C5E3AC9}"/>
              </a:ext>
            </a:extLst>
          </p:cNvPr>
          <p:cNvSpPr>
            <a:spLocks noGrp="1"/>
          </p:cNvSpPr>
          <p:nvPr>
            <p:ph type="pic" sz="quarter" idx="23" hasCustomPrompt="1"/>
          </p:nvPr>
        </p:nvSpPr>
        <p:spPr>
          <a:xfrm>
            <a:off x="6170614" y="0"/>
            <a:ext cx="6021385" cy="6858000"/>
          </a:xfrm>
          <a:solidFill>
            <a:schemeClr val="tx2"/>
          </a:solidFill>
        </p:spPr>
        <p:txBody>
          <a:bodyPr vert="horz" lIns="0" tIns="0" rIns="0" bIns="0" rtlCol="0">
            <a:noAutofit/>
          </a:bodyPr>
          <a:lstStyle>
            <a:lvl1pPr>
              <a:defRPr lang="en-GB" dirty="0">
                <a:solidFill>
                  <a:schemeClr val="tx1"/>
                </a:solidFill>
              </a:defRPr>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team member headshot. Double click the image to adjust crop and scale.</a:t>
            </a:r>
          </a:p>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dirty="0"/>
          </a:p>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dirty="0"/>
          </a:p>
        </p:txBody>
      </p:sp>
      <p:sp>
        <p:nvSpPr>
          <p:cNvPr id="4" name="Text Placeholder 10">
            <a:extLst>
              <a:ext uri="{FF2B5EF4-FFF2-40B4-BE49-F238E27FC236}">
                <a16:creationId xmlns:a16="http://schemas.microsoft.com/office/drawing/2014/main" id="{9C68E616-CAC0-EE06-D15E-AFFEF3740EFF}"/>
              </a:ext>
            </a:extLst>
          </p:cNvPr>
          <p:cNvSpPr>
            <a:spLocks noGrp="1"/>
          </p:cNvSpPr>
          <p:nvPr>
            <p:ph type="body" sz="quarter" idx="26" hasCustomPrompt="1"/>
          </p:nvPr>
        </p:nvSpPr>
        <p:spPr>
          <a:xfrm>
            <a:off x="288925" y="4889500"/>
            <a:ext cx="2795587" cy="876300"/>
          </a:xfrm>
        </p:spPr>
        <p:txBody>
          <a:bodyPr anchor="t"/>
          <a:lstStyle>
            <a:lvl1pPr>
              <a:spcBef>
                <a:spcPts val="0"/>
              </a:spcBef>
              <a:spcAft>
                <a:spcPts val="0"/>
              </a:spcAft>
              <a:defRPr lang="en-GB" sz="1400" b="1" i="0" kern="1200" dirty="0">
                <a:solidFill>
                  <a:schemeClr val="bg1"/>
                </a:solidFill>
                <a:latin typeface="Johnson Text" pitchFamily="2" charset="77"/>
                <a:ea typeface="+mn-ea"/>
                <a:cs typeface="+mn-cs"/>
              </a:defRPr>
            </a:lvl1pPr>
            <a:lvl2pPr marL="0" indent="0">
              <a:spcBef>
                <a:spcPts val="0"/>
              </a:spcBef>
              <a:spcAft>
                <a:spcPts val="0"/>
              </a:spcAft>
              <a:buNone/>
              <a:defRPr sz="1400" b="0" i="0">
                <a:solidFill>
                  <a:schemeClr val="bg1"/>
                </a:solidFill>
                <a:latin typeface="Johnson Text" pitchFamily="2" charset="77"/>
              </a:defRPr>
            </a:lvl2pPr>
            <a:lvl3pPr marL="320675" indent="-320675">
              <a:spcBef>
                <a:spcPts val="0"/>
              </a:spcBef>
              <a:spcAft>
                <a:spcPts val="0"/>
              </a:spcAft>
              <a:tabLst/>
              <a:defRPr/>
            </a:lvl3pPr>
            <a:lvl4pPr>
              <a:spcBef>
                <a:spcPts val="0"/>
              </a:spcBef>
              <a:spcAft>
                <a:spcPts val="0"/>
              </a:spcAft>
              <a:defRPr/>
            </a:lvl4pPr>
            <a:lvl5pPr>
              <a:spcBef>
                <a:spcPts val="0"/>
              </a:spcBef>
              <a:spcAft>
                <a:spcPts val="0"/>
              </a:spcAft>
              <a:defRPr/>
            </a:lvl5pPr>
          </a:lstStyle>
          <a:p>
            <a:pPr lvl="0"/>
            <a:r>
              <a:rPr lang="en-GB" dirty="0" err="1"/>
              <a:t>Firstname</a:t>
            </a:r>
            <a:r>
              <a:rPr lang="en-GB" dirty="0"/>
              <a:t> Surname</a:t>
            </a:r>
          </a:p>
          <a:p>
            <a:pPr lvl="1"/>
            <a:r>
              <a:rPr lang="en-GB" dirty="0"/>
              <a:t>Role, Location</a:t>
            </a:r>
          </a:p>
        </p:txBody>
      </p:sp>
      <p:sp>
        <p:nvSpPr>
          <p:cNvPr id="5" name="Text Placeholder 7">
            <a:extLst>
              <a:ext uri="{FF2B5EF4-FFF2-40B4-BE49-F238E27FC236}">
                <a16:creationId xmlns:a16="http://schemas.microsoft.com/office/drawing/2014/main" id="{D8DD8F62-9521-0227-75CF-0AE636418711}"/>
              </a:ext>
            </a:extLst>
          </p:cNvPr>
          <p:cNvSpPr>
            <a:spLocks noGrp="1"/>
          </p:cNvSpPr>
          <p:nvPr>
            <p:ph type="body" sz="quarter" idx="15" hasCustomPrompt="1"/>
          </p:nvPr>
        </p:nvSpPr>
        <p:spPr>
          <a:xfrm>
            <a:off x="288925" y="2338388"/>
            <a:ext cx="3778250" cy="1893887"/>
          </a:xfrm>
        </p:spPr>
        <p:txBody>
          <a:bodyPr/>
          <a:lstStyle>
            <a:lvl1pPr>
              <a:defRPr>
                <a:solidFill>
                  <a:schemeClr val="bg1"/>
                </a:solidFill>
              </a:defRPr>
            </a:lvl1pPr>
            <a:lvl2pPr>
              <a:defRPr>
                <a:solidFill>
                  <a:schemeClr val="bg1"/>
                </a:solidFill>
              </a:defRPr>
            </a:lvl2pPr>
            <a:lvl3pPr>
              <a:defRPr>
                <a:solidFill>
                  <a:schemeClr val="bg1"/>
                </a:solidFill>
              </a:defRPr>
            </a:lvl3pPr>
          </a:lstStyle>
          <a:p>
            <a:pPr lvl="0"/>
            <a:r>
              <a:rPr lang="en-GB" dirty="0"/>
              <a:t>Click to add text. Delete if not required.</a:t>
            </a:r>
          </a:p>
          <a:p>
            <a:pPr lvl="1"/>
            <a:r>
              <a:rPr lang="en-GB" dirty="0"/>
              <a:t>Second level</a:t>
            </a:r>
          </a:p>
          <a:p>
            <a:pPr lvl="2"/>
            <a:r>
              <a:rPr lang="en-GB" dirty="0"/>
              <a:t>Third level</a:t>
            </a:r>
          </a:p>
        </p:txBody>
      </p:sp>
      <p:sp>
        <p:nvSpPr>
          <p:cNvPr id="9" name="Title 7">
            <a:extLst>
              <a:ext uri="{FF2B5EF4-FFF2-40B4-BE49-F238E27FC236}">
                <a16:creationId xmlns:a16="http://schemas.microsoft.com/office/drawing/2014/main" id="{B09A4C51-350E-EA65-5ABE-B10E6D298CF1}"/>
              </a:ext>
            </a:extLst>
          </p:cNvPr>
          <p:cNvSpPr>
            <a:spLocks noGrp="1"/>
          </p:cNvSpPr>
          <p:nvPr>
            <p:ph type="title" hasCustomPrompt="1"/>
          </p:nvPr>
        </p:nvSpPr>
        <p:spPr>
          <a:xfrm>
            <a:off x="288303" y="262800"/>
            <a:ext cx="5733085" cy="468590"/>
          </a:xfrm>
        </p:spPr>
        <p:txBody>
          <a:bodyPr/>
          <a:lstStyle>
            <a:lvl1pPr>
              <a:defRPr>
                <a:solidFill>
                  <a:schemeClr val="bg1"/>
                </a:solidFill>
              </a:defRPr>
            </a:lvl1pPr>
          </a:lstStyle>
          <a:p>
            <a:r>
              <a:rPr lang="en-US" dirty="0"/>
              <a:t>Master title style</a:t>
            </a:r>
            <a:endParaRPr lang="en-GB" dirty="0"/>
          </a:p>
        </p:txBody>
      </p:sp>
      <p:sp>
        <p:nvSpPr>
          <p:cNvPr id="2" name="Subtitle 2">
            <a:extLst>
              <a:ext uri="{FF2B5EF4-FFF2-40B4-BE49-F238E27FC236}">
                <a16:creationId xmlns:a16="http://schemas.microsoft.com/office/drawing/2014/main" id="{5751BFC5-7E94-8966-6D2A-5204BCB942D2}"/>
              </a:ext>
            </a:extLst>
          </p:cNvPr>
          <p:cNvSpPr>
            <a:spLocks noGrp="1"/>
          </p:cNvSpPr>
          <p:nvPr>
            <p:ph type="subTitle" idx="16" hasCustomPrompt="1"/>
          </p:nvPr>
        </p:nvSpPr>
        <p:spPr>
          <a:xfrm>
            <a:off x="288302" y="713620"/>
            <a:ext cx="5733085" cy="292965"/>
          </a:xfrm>
        </p:spPr>
        <p:txBody>
          <a:bodyPr vert="horz" wrap="square" lIns="0" tIns="0" rIns="0" bIns="0" rtlCol="0" anchor="t">
            <a:spAutoFit/>
          </a:bodyPr>
          <a:lstStyle>
            <a:lvl1pPr>
              <a:defRPr lang="en-GB" b="1" dirty="0">
                <a:solidFill>
                  <a:schemeClr val="bg1"/>
                </a:solidFill>
              </a:defRPr>
            </a:lvl1pPr>
          </a:lstStyle>
          <a:p>
            <a:pPr lvl="0"/>
            <a:r>
              <a:rPr lang="en-GB" dirty="0"/>
              <a:t>Subtitle. Delete if not required.</a:t>
            </a:r>
          </a:p>
        </p:txBody>
      </p:sp>
      <p:sp>
        <p:nvSpPr>
          <p:cNvPr id="3" name="Graphic 8">
            <a:extLst>
              <a:ext uri="{FF2B5EF4-FFF2-40B4-BE49-F238E27FC236}">
                <a16:creationId xmlns:a16="http://schemas.microsoft.com/office/drawing/2014/main" id="{C40E4DC1-BB74-3975-DFE6-D6234B08E410}"/>
              </a:ext>
            </a:extLst>
          </p:cNvPr>
          <p:cNvSpPr>
            <a:spLocks noChangeAspect="1"/>
          </p:cNvSpPr>
          <p:nvPr userDrawn="1"/>
        </p:nvSpPr>
        <p:spPr>
          <a:xfrm>
            <a:off x="287338" y="6416675"/>
            <a:ext cx="352800" cy="149403"/>
          </a:xfrm>
          <a:custGeom>
            <a:avLst/>
            <a:gdLst>
              <a:gd name="connsiteX0" fmla="*/ 5699846 w 6586631"/>
              <a:gd name="connsiteY0" fmla="*/ 2789294 h 2789293"/>
              <a:gd name="connsiteX1" fmla="*/ 6586632 w 6586631"/>
              <a:gd name="connsiteY1" fmla="*/ 1909153 h 2789293"/>
              <a:gd name="connsiteX2" fmla="*/ 6586632 w 6586631"/>
              <a:gd name="connsiteY2" fmla="*/ 60980 h 2789293"/>
              <a:gd name="connsiteX3" fmla="*/ 6112656 w 6586631"/>
              <a:gd name="connsiteY3" fmla="*/ 60980 h 2789293"/>
              <a:gd name="connsiteX4" fmla="*/ 6112656 w 6586631"/>
              <a:gd name="connsiteY4" fmla="*/ 2031114 h 2789293"/>
              <a:gd name="connsiteX5" fmla="*/ 5699846 w 6586631"/>
              <a:gd name="connsiteY5" fmla="*/ 2541669 h 2789293"/>
              <a:gd name="connsiteX6" fmla="*/ 5287036 w 6586631"/>
              <a:gd name="connsiteY6" fmla="*/ 1992847 h 2789293"/>
              <a:gd name="connsiteX7" fmla="*/ 5287036 w 6586631"/>
              <a:gd name="connsiteY7" fmla="*/ 1627212 h 2789293"/>
              <a:gd name="connsiteX8" fmla="*/ 4813060 w 6586631"/>
              <a:gd name="connsiteY8" fmla="*/ 1745222 h 2789293"/>
              <a:gd name="connsiteX9" fmla="*/ 4813060 w 6586631"/>
              <a:gd name="connsiteY9" fmla="*/ 1909153 h 2789293"/>
              <a:gd name="connsiteX10" fmla="*/ 5699846 w 6586631"/>
              <a:gd name="connsiteY10" fmla="*/ 2789294 h 2789293"/>
              <a:gd name="connsiteX11" fmla="*/ 3177175 w 6586631"/>
              <a:gd name="connsiteY11" fmla="*/ 2511056 h 2789293"/>
              <a:gd name="connsiteX12" fmla="*/ 2584828 w 6586631"/>
              <a:gd name="connsiteY12" fmla="*/ 1897549 h 2789293"/>
              <a:gd name="connsiteX13" fmla="*/ 2817854 w 6586631"/>
              <a:gd name="connsiteY13" fmla="*/ 1413657 h 2789293"/>
              <a:gd name="connsiteX14" fmla="*/ 3681610 w 6586631"/>
              <a:gd name="connsiteY14" fmla="*/ 2354778 h 2789293"/>
              <a:gd name="connsiteX15" fmla="*/ 3177175 w 6586631"/>
              <a:gd name="connsiteY15" fmla="*/ 2511056 h 2789293"/>
              <a:gd name="connsiteX16" fmla="*/ 3639512 w 6586631"/>
              <a:gd name="connsiteY16" fmla="*/ 1147022 h 2789293"/>
              <a:gd name="connsiteX17" fmla="*/ 4140232 w 6586631"/>
              <a:gd name="connsiteY17" fmla="*/ 1634865 h 2789293"/>
              <a:gd name="connsiteX18" fmla="*/ 4017900 w 6586631"/>
              <a:gd name="connsiteY18" fmla="*/ 2042717 h 2789293"/>
              <a:gd name="connsiteX19" fmla="*/ 3268800 w 6586631"/>
              <a:gd name="connsiteY19" fmla="*/ 1219359 h 2789293"/>
              <a:gd name="connsiteX20" fmla="*/ 3639512 w 6586631"/>
              <a:gd name="connsiteY20" fmla="*/ 1147022 h 2789293"/>
              <a:gd name="connsiteX21" fmla="*/ 3177175 w 6586631"/>
              <a:gd name="connsiteY21" fmla="*/ 201951 h 2789293"/>
              <a:gd name="connsiteX22" fmla="*/ 3536495 w 6586631"/>
              <a:gd name="connsiteY22" fmla="*/ 567833 h 2789293"/>
              <a:gd name="connsiteX23" fmla="*/ 3165783 w 6586631"/>
              <a:gd name="connsiteY23" fmla="*/ 1109002 h 2789293"/>
              <a:gd name="connsiteX24" fmla="*/ 3001353 w 6586631"/>
              <a:gd name="connsiteY24" fmla="*/ 926061 h 2789293"/>
              <a:gd name="connsiteX25" fmla="*/ 2814140 w 6586631"/>
              <a:gd name="connsiteY25" fmla="*/ 548823 h 2789293"/>
              <a:gd name="connsiteX26" fmla="*/ 3177175 w 6586631"/>
              <a:gd name="connsiteY26" fmla="*/ 201951 h 2789293"/>
              <a:gd name="connsiteX27" fmla="*/ 4136518 w 6586631"/>
              <a:gd name="connsiteY27" fmla="*/ 2172084 h 2789293"/>
              <a:gd name="connsiteX28" fmla="*/ 4461417 w 6586631"/>
              <a:gd name="connsiteY28" fmla="*/ 1428964 h 2789293"/>
              <a:gd name="connsiteX29" fmla="*/ 3960696 w 6586631"/>
              <a:gd name="connsiteY29" fmla="*/ 945071 h 2789293"/>
              <a:gd name="connsiteX30" fmla="*/ 3502073 w 6586631"/>
              <a:gd name="connsiteY30" fmla="*/ 1036418 h 2789293"/>
              <a:gd name="connsiteX31" fmla="*/ 3494397 w 6586631"/>
              <a:gd name="connsiteY31" fmla="*/ 1021112 h 2789293"/>
              <a:gd name="connsiteX32" fmla="*/ 3907206 w 6586631"/>
              <a:gd name="connsiteY32" fmla="*/ 518209 h 2789293"/>
              <a:gd name="connsiteX33" fmla="*/ 3188566 w 6586631"/>
              <a:gd name="connsiteY33" fmla="*/ 0 h 2789293"/>
              <a:gd name="connsiteX34" fmla="*/ 2401082 w 6586631"/>
              <a:gd name="connsiteY34" fmla="*/ 659180 h 2789293"/>
              <a:gd name="connsiteX35" fmla="*/ 2706913 w 6586631"/>
              <a:gd name="connsiteY35" fmla="*/ 1295646 h 2789293"/>
              <a:gd name="connsiteX36" fmla="*/ 2710628 w 6586631"/>
              <a:gd name="connsiteY36" fmla="*/ 1303300 h 2789293"/>
              <a:gd name="connsiteX37" fmla="*/ 2164094 w 6586631"/>
              <a:gd name="connsiteY37" fmla="*/ 2069134 h 2789293"/>
              <a:gd name="connsiteX38" fmla="*/ 2932262 w 6586631"/>
              <a:gd name="connsiteY38" fmla="*/ 2789294 h 2789293"/>
              <a:gd name="connsiteX39" fmla="*/ 3796018 w 6586631"/>
              <a:gd name="connsiteY39" fmla="*/ 2480689 h 2789293"/>
              <a:gd name="connsiteX40" fmla="*/ 4025329 w 6586631"/>
              <a:gd name="connsiteY40" fmla="*/ 2728314 h 2789293"/>
              <a:gd name="connsiteX41" fmla="*/ 4625352 w 6586631"/>
              <a:gd name="connsiteY41" fmla="*/ 2728314 h 2789293"/>
              <a:gd name="connsiteX42" fmla="*/ 4625352 w 6586631"/>
              <a:gd name="connsiteY42" fmla="*/ 2709303 h 2789293"/>
              <a:gd name="connsiteX43" fmla="*/ 4136518 w 6586631"/>
              <a:gd name="connsiteY43" fmla="*/ 2172084 h 2789293"/>
              <a:gd name="connsiteX44" fmla="*/ 886786 w 6586631"/>
              <a:gd name="connsiteY44" fmla="*/ 2789294 h 2789293"/>
              <a:gd name="connsiteX45" fmla="*/ 1773572 w 6586631"/>
              <a:gd name="connsiteY45" fmla="*/ 1909153 h 2789293"/>
              <a:gd name="connsiteX46" fmla="*/ 1773572 w 6586631"/>
              <a:gd name="connsiteY46" fmla="*/ 60980 h 2789293"/>
              <a:gd name="connsiteX47" fmla="*/ 1299596 w 6586631"/>
              <a:gd name="connsiteY47" fmla="*/ 60980 h 2789293"/>
              <a:gd name="connsiteX48" fmla="*/ 1299596 w 6586631"/>
              <a:gd name="connsiteY48" fmla="*/ 2031114 h 2789293"/>
              <a:gd name="connsiteX49" fmla="*/ 886786 w 6586631"/>
              <a:gd name="connsiteY49" fmla="*/ 2541669 h 2789293"/>
              <a:gd name="connsiteX50" fmla="*/ 473976 w 6586631"/>
              <a:gd name="connsiteY50" fmla="*/ 1992847 h 2789293"/>
              <a:gd name="connsiteX51" fmla="*/ 473976 w 6586631"/>
              <a:gd name="connsiteY51" fmla="*/ 1627212 h 2789293"/>
              <a:gd name="connsiteX52" fmla="*/ 0 w 6586631"/>
              <a:gd name="connsiteY52" fmla="*/ 1745222 h 2789293"/>
              <a:gd name="connsiteX53" fmla="*/ 0 w 6586631"/>
              <a:gd name="connsiteY53" fmla="*/ 1909153 h 2789293"/>
              <a:gd name="connsiteX54" fmla="*/ 886786 w 6586631"/>
              <a:gd name="connsiteY54" fmla="*/ 2789294 h 27892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6586631" h="2789293">
                <a:moveTo>
                  <a:pt x="5699846" y="2789294"/>
                </a:moveTo>
                <a:cubicBezTo>
                  <a:pt x="6338253" y="2789294"/>
                  <a:pt x="6586632" y="2408105"/>
                  <a:pt x="6586632" y="1909153"/>
                </a:cubicBezTo>
                <a:lnTo>
                  <a:pt x="6586632" y="60980"/>
                </a:lnTo>
                <a:lnTo>
                  <a:pt x="6112656" y="60980"/>
                </a:lnTo>
                <a:lnTo>
                  <a:pt x="6112656" y="2031114"/>
                </a:lnTo>
                <a:cubicBezTo>
                  <a:pt x="6112656" y="2351075"/>
                  <a:pt x="5990324" y="2541669"/>
                  <a:pt x="5699846" y="2541669"/>
                </a:cubicBezTo>
                <a:cubicBezTo>
                  <a:pt x="5413083" y="2541669"/>
                  <a:pt x="5287036" y="2339718"/>
                  <a:pt x="5287036" y="1992847"/>
                </a:cubicBezTo>
                <a:lnTo>
                  <a:pt x="5287036" y="1627212"/>
                </a:lnTo>
                <a:lnTo>
                  <a:pt x="4813060" y="1745222"/>
                </a:lnTo>
                <a:lnTo>
                  <a:pt x="4813060" y="1909153"/>
                </a:lnTo>
                <a:cubicBezTo>
                  <a:pt x="4813060" y="2408352"/>
                  <a:pt x="5061440" y="2789294"/>
                  <a:pt x="5699846" y="2789294"/>
                </a:cubicBezTo>
                <a:moveTo>
                  <a:pt x="3177175" y="2511056"/>
                </a:moveTo>
                <a:cubicBezTo>
                  <a:pt x="2810177" y="2511056"/>
                  <a:pt x="2584828" y="2213808"/>
                  <a:pt x="2584828" y="1897549"/>
                </a:cubicBezTo>
                <a:cubicBezTo>
                  <a:pt x="2584828" y="1699302"/>
                  <a:pt x="2672739" y="1516361"/>
                  <a:pt x="2817854" y="1413657"/>
                </a:cubicBezTo>
                <a:lnTo>
                  <a:pt x="3681610" y="2354778"/>
                </a:lnTo>
                <a:cubicBezTo>
                  <a:pt x="3521141" y="2450075"/>
                  <a:pt x="3341358" y="2511056"/>
                  <a:pt x="3177175" y="2511056"/>
                </a:cubicBezTo>
                <a:moveTo>
                  <a:pt x="3639512" y="1147022"/>
                </a:moveTo>
                <a:cubicBezTo>
                  <a:pt x="3949057" y="1147022"/>
                  <a:pt x="4140232" y="1326013"/>
                  <a:pt x="4140232" y="1634865"/>
                </a:cubicBezTo>
                <a:cubicBezTo>
                  <a:pt x="4140232" y="1772132"/>
                  <a:pt x="4102096" y="1913103"/>
                  <a:pt x="4017900" y="2042717"/>
                </a:cubicBezTo>
                <a:lnTo>
                  <a:pt x="3268800" y="1219359"/>
                </a:lnTo>
                <a:cubicBezTo>
                  <a:pt x="3402524" y="1166032"/>
                  <a:pt x="3532533" y="1147022"/>
                  <a:pt x="3639512" y="1147022"/>
                </a:cubicBezTo>
                <a:moveTo>
                  <a:pt x="3177175" y="201951"/>
                </a:moveTo>
                <a:cubicBezTo>
                  <a:pt x="3402771" y="201951"/>
                  <a:pt x="3536495" y="331565"/>
                  <a:pt x="3536495" y="567833"/>
                </a:cubicBezTo>
                <a:cubicBezTo>
                  <a:pt x="3536495" y="785091"/>
                  <a:pt x="3429516" y="990745"/>
                  <a:pt x="3165783" y="1109002"/>
                </a:cubicBezTo>
                <a:lnTo>
                  <a:pt x="3001353" y="926061"/>
                </a:lnTo>
                <a:cubicBezTo>
                  <a:pt x="2855990" y="766081"/>
                  <a:pt x="2814140" y="666833"/>
                  <a:pt x="2814140" y="548823"/>
                </a:cubicBezTo>
                <a:cubicBezTo>
                  <a:pt x="2813892" y="327615"/>
                  <a:pt x="2955292" y="201951"/>
                  <a:pt x="3177175" y="201951"/>
                </a:cubicBezTo>
                <a:moveTo>
                  <a:pt x="4136518" y="2172084"/>
                </a:moveTo>
                <a:cubicBezTo>
                  <a:pt x="4343047" y="1928163"/>
                  <a:pt x="4461417" y="1661528"/>
                  <a:pt x="4461417" y="1428964"/>
                </a:cubicBezTo>
                <a:cubicBezTo>
                  <a:pt x="4461417" y="1139369"/>
                  <a:pt x="4266527" y="945071"/>
                  <a:pt x="3960696" y="945071"/>
                </a:cubicBezTo>
                <a:cubicBezTo>
                  <a:pt x="3800228" y="945071"/>
                  <a:pt x="3620443" y="990745"/>
                  <a:pt x="3502073" y="1036418"/>
                </a:cubicBezTo>
                <a:lnTo>
                  <a:pt x="3494397" y="1021112"/>
                </a:lnTo>
                <a:cubicBezTo>
                  <a:pt x="3784874" y="864834"/>
                  <a:pt x="3907206" y="720160"/>
                  <a:pt x="3907206" y="518209"/>
                </a:cubicBezTo>
                <a:cubicBezTo>
                  <a:pt x="3907206" y="228614"/>
                  <a:pt x="3647188" y="0"/>
                  <a:pt x="3188566" y="0"/>
                </a:cubicBezTo>
                <a:cubicBezTo>
                  <a:pt x="2661100" y="0"/>
                  <a:pt x="2401082" y="293545"/>
                  <a:pt x="2401082" y="659180"/>
                </a:cubicBezTo>
                <a:cubicBezTo>
                  <a:pt x="2401082" y="857428"/>
                  <a:pt x="2485278" y="1055429"/>
                  <a:pt x="2706913" y="1295646"/>
                </a:cubicBezTo>
                <a:lnTo>
                  <a:pt x="2710628" y="1303300"/>
                </a:lnTo>
                <a:cubicBezTo>
                  <a:pt x="2336201" y="1482291"/>
                  <a:pt x="2164094" y="1771886"/>
                  <a:pt x="2164094" y="2069134"/>
                </a:cubicBezTo>
                <a:cubicBezTo>
                  <a:pt x="2164094" y="2461679"/>
                  <a:pt x="2465963" y="2789294"/>
                  <a:pt x="2932262" y="2789294"/>
                </a:cubicBezTo>
                <a:cubicBezTo>
                  <a:pt x="3199710" y="2789294"/>
                  <a:pt x="3513217" y="2678690"/>
                  <a:pt x="3796018" y="2480689"/>
                </a:cubicBezTo>
                <a:lnTo>
                  <a:pt x="4025329" y="2728314"/>
                </a:lnTo>
                <a:lnTo>
                  <a:pt x="4625352" y="2728314"/>
                </a:lnTo>
                <a:lnTo>
                  <a:pt x="4625352" y="2709303"/>
                </a:lnTo>
                <a:lnTo>
                  <a:pt x="4136518" y="2172084"/>
                </a:lnTo>
                <a:close/>
                <a:moveTo>
                  <a:pt x="886786" y="2789294"/>
                </a:moveTo>
                <a:cubicBezTo>
                  <a:pt x="1525192" y="2789294"/>
                  <a:pt x="1773572" y="2408105"/>
                  <a:pt x="1773572" y="1909153"/>
                </a:cubicBezTo>
                <a:lnTo>
                  <a:pt x="1773572" y="60980"/>
                </a:lnTo>
                <a:lnTo>
                  <a:pt x="1299596" y="60980"/>
                </a:lnTo>
                <a:lnTo>
                  <a:pt x="1299596" y="2031114"/>
                </a:lnTo>
                <a:cubicBezTo>
                  <a:pt x="1299596" y="2351075"/>
                  <a:pt x="1177263" y="2541669"/>
                  <a:pt x="886786" y="2541669"/>
                </a:cubicBezTo>
                <a:cubicBezTo>
                  <a:pt x="600023" y="2541669"/>
                  <a:pt x="473976" y="2339718"/>
                  <a:pt x="473976" y="1992847"/>
                </a:cubicBezTo>
                <a:lnTo>
                  <a:pt x="473976" y="1627212"/>
                </a:lnTo>
                <a:lnTo>
                  <a:pt x="0" y="1745222"/>
                </a:lnTo>
                <a:lnTo>
                  <a:pt x="0" y="1909153"/>
                </a:lnTo>
                <a:cubicBezTo>
                  <a:pt x="0" y="2408352"/>
                  <a:pt x="248379" y="2789294"/>
                  <a:pt x="886786" y="2789294"/>
                </a:cubicBezTo>
              </a:path>
            </a:pathLst>
          </a:custGeom>
          <a:solidFill>
            <a:schemeClr val="bg1"/>
          </a:solidFill>
          <a:ln w="24751" cap="flat">
            <a:noFill/>
            <a:prstDash val="solid"/>
            <a:miter/>
          </a:ln>
        </p:spPr>
        <p:txBody>
          <a:bodyPr rtlCol="0" anchor="ctr"/>
          <a:lstStyle/>
          <a:p>
            <a:endParaRPr lang="en-GB"/>
          </a:p>
        </p:txBody>
      </p:sp>
      <p:sp>
        <p:nvSpPr>
          <p:cNvPr id="6" name="Footer Placeholder 4">
            <a:extLst>
              <a:ext uri="{FF2B5EF4-FFF2-40B4-BE49-F238E27FC236}">
                <a16:creationId xmlns:a16="http://schemas.microsoft.com/office/drawing/2014/main" id="{E3D9D9B0-873B-B8A9-1B63-57E03B292653}"/>
              </a:ext>
            </a:extLst>
          </p:cNvPr>
          <p:cNvSpPr>
            <a:spLocks noGrp="1"/>
          </p:cNvSpPr>
          <p:nvPr>
            <p:ph type="ftr" sz="quarter" idx="3"/>
          </p:nvPr>
        </p:nvSpPr>
        <p:spPr>
          <a:xfrm>
            <a:off x="288259" y="5868000"/>
            <a:ext cx="5733085"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bg1"/>
                </a:solidFill>
                <a:latin typeface="+mn-lt"/>
              </a:defRPr>
            </a:lvl1pPr>
          </a:lstStyle>
          <a:p>
            <a:pPr>
              <a:spcBef>
                <a:spcPts val="0"/>
              </a:spcBef>
              <a:spcAft>
                <a:spcPts val="300"/>
              </a:spcAft>
            </a:pPr>
            <a:r>
              <a:rPr lang="en-US" dirty="0"/>
              <a:t>Slide legal disclaimer goes here if required
Slide footer goes here if required. Turn off globally using the Header/Footer function (under the Insert menu).</a:t>
            </a:r>
          </a:p>
        </p:txBody>
      </p:sp>
      <p:pic>
        <p:nvPicPr>
          <p:cNvPr id="10" name="Graphic 9">
            <a:extLst>
              <a:ext uri="{FF2B5EF4-FFF2-40B4-BE49-F238E27FC236}">
                <a16:creationId xmlns:a16="http://schemas.microsoft.com/office/drawing/2014/main" id="{FA7E7F3D-E3D7-E83F-B9A2-937E0A3F5B56}"/>
              </a:ext>
            </a:extLst>
          </p:cNvPr>
          <p:cNvPicPr>
            <a:picLocks noChangeAspect="1"/>
          </p:cNvPicPr>
          <p:nvPr userDrawn="1"/>
        </p:nvPicPr>
        <p:blipFill>
          <a:blip>
            <a:lum bright="100000"/>
            <a:extLst>
              <a:ext uri="{96DAC541-7B7A-43D3-8B79-37D633B846F1}">
                <asvg:svgBlip xmlns:asvg="http://schemas.microsoft.com/office/drawing/2016/SVG/main" r:embed="rId2"/>
              </a:ext>
            </a:extLst>
          </a:blip>
          <a:stretch>
            <a:fillRect/>
          </a:stretch>
        </p:blipFill>
        <p:spPr>
          <a:xfrm>
            <a:off x="5107297" y="6396841"/>
            <a:ext cx="787400" cy="190500"/>
          </a:xfrm>
          <a:prstGeom prst="rect">
            <a:avLst/>
          </a:prstGeom>
        </p:spPr>
      </p:pic>
    </p:spTree>
    <p:extLst>
      <p:ext uri="{BB962C8B-B14F-4D97-AF65-F5344CB8AC3E}">
        <p14:creationId xmlns:p14="http://schemas.microsoft.com/office/powerpoint/2010/main" val="230639530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Team Slide x 1-2">
    <p:bg>
      <p:bgPr>
        <a:solidFill>
          <a:schemeClr val="accent1"/>
        </a:solidFill>
        <a:effectLst/>
      </p:bgPr>
    </p:bg>
    <p:spTree>
      <p:nvGrpSpPr>
        <p:cNvPr id="1" name=""/>
        <p:cNvGrpSpPr/>
        <p:nvPr/>
      </p:nvGrpSpPr>
      <p:grpSpPr>
        <a:xfrm>
          <a:off x="0" y="0"/>
          <a:ext cx="0" cy="0"/>
          <a:chOff x="0" y="0"/>
          <a:chExt cx="0" cy="0"/>
        </a:xfrm>
      </p:grpSpPr>
      <p:sp>
        <p:nvSpPr>
          <p:cNvPr id="23" name="Picture Placeholder 3">
            <a:extLst>
              <a:ext uri="{FF2B5EF4-FFF2-40B4-BE49-F238E27FC236}">
                <a16:creationId xmlns:a16="http://schemas.microsoft.com/office/drawing/2014/main" id="{9858E5CC-B320-8459-7BD7-5CE14C5E3AC9}"/>
              </a:ext>
            </a:extLst>
          </p:cNvPr>
          <p:cNvSpPr>
            <a:spLocks noGrp="1"/>
          </p:cNvSpPr>
          <p:nvPr>
            <p:ph type="pic" sz="quarter" idx="23" hasCustomPrompt="1"/>
          </p:nvPr>
        </p:nvSpPr>
        <p:spPr>
          <a:xfrm>
            <a:off x="8124825" y="285158"/>
            <a:ext cx="3775075" cy="3947118"/>
          </a:xfrm>
          <a:solidFill>
            <a:schemeClr val="tx2"/>
          </a:solidFill>
        </p:spPr>
        <p:txBody>
          <a:bodyPr vert="horz" lIns="0" tIns="0" rIns="0" bIns="0" rtlCol="0">
            <a:noAutofit/>
          </a:bodyPr>
          <a:lstStyle>
            <a:lvl1pPr>
              <a:defRPr lang="en-GB"/>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team member headshot.</a:t>
            </a:r>
            <a:r>
              <a:rPr lang="en-GB" dirty="0"/>
              <a:t> Delete if not required. </a:t>
            </a:r>
            <a:r>
              <a:rPr lang="en-US" dirty="0"/>
              <a:t>Double click the image to adjust crop and scale.</a:t>
            </a:r>
          </a:p>
        </p:txBody>
      </p:sp>
      <p:sp>
        <p:nvSpPr>
          <p:cNvPr id="24" name="Text Placeholder 10">
            <a:extLst>
              <a:ext uri="{FF2B5EF4-FFF2-40B4-BE49-F238E27FC236}">
                <a16:creationId xmlns:a16="http://schemas.microsoft.com/office/drawing/2014/main" id="{BA241006-FA7F-3ABD-E9C0-8E177A254F71}"/>
              </a:ext>
            </a:extLst>
          </p:cNvPr>
          <p:cNvSpPr>
            <a:spLocks noGrp="1"/>
          </p:cNvSpPr>
          <p:nvPr>
            <p:ph type="body" sz="quarter" idx="24" hasCustomPrompt="1"/>
          </p:nvPr>
        </p:nvSpPr>
        <p:spPr>
          <a:xfrm>
            <a:off x="8124825" y="4376739"/>
            <a:ext cx="3775075" cy="1389062"/>
          </a:xfrm>
        </p:spPr>
        <p:txBody>
          <a:bodyPr/>
          <a:lstStyle>
            <a:lvl1pPr>
              <a:spcBef>
                <a:spcPts val="0"/>
              </a:spcBef>
              <a:spcAft>
                <a:spcPts val="0"/>
              </a:spcAft>
              <a:defRPr lang="en-GB" sz="1400" b="1" i="0" kern="1200" dirty="0">
                <a:solidFill>
                  <a:schemeClr val="bg1"/>
                </a:solidFill>
                <a:latin typeface="Johnson Text" pitchFamily="2" charset="77"/>
                <a:ea typeface="+mn-ea"/>
                <a:cs typeface="+mn-cs"/>
              </a:defRPr>
            </a:lvl1pPr>
            <a:lvl2pPr marL="0" indent="0">
              <a:spcBef>
                <a:spcPts val="0"/>
              </a:spcBef>
              <a:spcAft>
                <a:spcPts val="0"/>
              </a:spcAft>
              <a:buNone/>
              <a:defRPr sz="1400" b="0" i="0">
                <a:solidFill>
                  <a:schemeClr val="bg1"/>
                </a:solidFill>
                <a:latin typeface="Johnson Text" pitchFamily="2" charset="77"/>
              </a:defRPr>
            </a:lvl2pPr>
            <a:lvl3pPr marL="320675" indent="-320675">
              <a:spcBef>
                <a:spcPts val="0"/>
              </a:spcBef>
              <a:spcAft>
                <a:spcPts val="0"/>
              </a:spcAft>
              <a:tabLst/>
              <a:defRPr/>
            </a:lvl3pPr>
            <a:lvl4pPr>
              <a:spcBef>
                <a:spcPts val="0"/>
              </a:spcBef>
              <a:spcAft>
                <a:spcPts val="0"/>
              </a:spcAft>
              <a:defRPr/>
            </a:lvl4pPr>
            <a:lvl5pPr>
              <a:spcBef>
                <a:spcPts val="0"/>
              </a:spcBef>
              <a:spcAft>
                <a:spcPts val="0"/>
              </a:spcAft>
              <a:defRPr/>
            </a:lvl5pPr>
          </a:lstStyle>
          <a:p>
            <a:pPr lvl="0"/>
            <a:r>
              <a:rPr lang="en-GB" dirty="0" err="1"/>
              <a:t>Firstname</a:t>
            </a:r>
            <a:r>
              <a:rPr lang="en-GB" dirty="0"/>
              <a:t> Surname</a:t>
            </a:r>
          </a:p>
          <a:p>
            <a:pPr lvl="1"/>
            <a:r>
              <a:rPr lang="en-GB" dirty="0"/>
              <a:t>Role, Location</a:t>
            </a:r>
          </a:p>
        </p:txBody>
      </p:sp>
      <p:sp>
        <p:nvSpPr>
          <p:cNvPr id="3" name="Text Placeholder 7">
            <a:extLst>
              <a:ext uri="{FF2B5EF4-FFF2-40B4-BE49-F238E27FC236}">
                <a16:creationId xmlns:a16="http://schemas.microsoft.com/office/drawing/2014/main" id="{AE887C0B-D804-38AD-7676-333BDBFC1AF7}"/>
              </a:ext>
            </a:extLst>
          </p:cNvPr>
          <p:cNvSpPr>
            <a:spLocks noGrp="1"/>
          </p:cNvSpPr>
          <p:nvPr>
            <p:ph type="body" sz="quarter" idx="15" hasCustomPrompt="1"/>
          </p:nvPr>
        </p:nvSpPr>
        <p:spPr>
          <a:xfrm>
            <a:off x="288925" y="4376739"/>
            <a:ext cx="3778250" cy="1389062"/>
          </a:xfrm>
        </p:spPr>
        <p:txBody>
          <a:bodyPr/>
          <a:lstStyle>
            <a:lvl1pPr>
              <a:defRPr>
                <a:solidFill>
                  <a:schemeClr val="bg1"/>
                </a:solidFill>
              </a:defRPr>
            </a:lvl1pPr>
            <a:lvl2pPr>
              <a:defRPr>
                <a:solidFill>
                  <a:schemeClr val="bg1"/>
                </a:solidFill>
              </a:defRPr>
            </a:lvl2pPr>
            <a:lvl3pPr>
              <a:defRPr>
                <a:solidFill>
                  <a:schemeClr val="bg1"/>
                </a:solidFill>
              </a:defRPr>
            </a:lvl3pPr>
          </a:lstStyle>
          <a:p>
            <a:pPr lvl="0"/>
            <a:r>
              <a:rPr lang="en-GB" dirty="0"/>
              <a:t>Click to add text. Delete if not required.</a:t>
            </a:r>
          </a:p>
          <a:p>
            <a:pPr lvl="1"/>
            <a:r>
              <a:rPr lang="en-GB" dirty="0"/>
              <a:t>Second level</a:t>
            </a:r>
          </a:p>
          <a:p>
            <a:pPr lvl="2"/>
            <a:r>
              <a:rPr lang="en-GB" dirty="0"/>
              <a:t>Third level</a:t>
            </a:r>
          </a:p>
        </p:txBody>
      </p:sp>
      <p:sp>
        <p:nvSpPr>
          <p:cNvPr id="2" name="Picture Placeholder 3">
            <a:extLst>
              <a:ext uri="{FF2B5EF4-FFF2-40B4-BE49-F238E27FC236}">
                <a16:creationId xmlns:a16="http://schemas.microsoft.com/office/drawing/2014/main" id="{AE4666F2-0E72-5C8A-DFF8-2DD7C6E4BAAE}"/>
              </a:ext>
            </a:extLst>
          </p:cNvPr>
          <p:cNvSpPr>
            <a:spLocks noGrp="1"/>
          </p:cNvSpPr>
          <p:nvPr>
            <p:ph type="pic" sz="quarter" idx="25" hasCustomPrompt="1"/>
          </p:nvPr>
        </p:nvSpPr>
        <p:spPr>
          <a:xfrm>
            <a:off x="4207732" y="285158"/>
            <a:ext cx="3775075" cy="3947118"/>
          </a:xfrm>
          <a:solidFill>
            <a:schemeClr val="tx2"/>
          </a:solidFill>
        </p:spPr>
        <p:txBody>
          <a:bodyPr vert="horz" lIns="0" tIns="0" rIns="0" bIns="0" rtlCol="0">
            <a:noAutofit/>
          </a:bodyPr>
          <a:lstStyle>
            <a:lvl1pPr>
              <a:defRPr lang="en-GB"/>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team member headshot.</a:t>
            </a:r>
            <a:r>
              <a:rPr lang="en-GB" dirty="0"/>
              <a:t> Delete if not required. </a:t>
            </a:r>
            <a:r>
              <a:rPr lang="en-US" dirty="0"/>
              <a:t>Double click the image to adjust crop and scale.</a:t>
            </a:r>
          </a:p>
        </p:txBody>
      </p:sp>
      <p:sp>
        <p:nvSpPr>
          <p:cNvPr id="4" name="Text Placeholder 10">
            <a:extLst>
              <a:ext uri="{FF2B5EF4-FFF2-40B4-BE49-F238E27FC236}">
                <a16:creationId xmlns:a16="http://schemas.microsoft.com/office/drawing/2014/main" id="{9C68E616-CAC0-EE06-D15E-AFFEF3740EFF}"/>
              </a:ext>
            </a:extLst>
          </p:cNvPr>
          <p:cNvSpPr>
            <a:spLocks noGrp="1"/>
          </p:cNvSpPr>
          <p:nvPr>
            <p:ph type="body" sz="quarter" idx="26" hasCustomPrompt="1"/>
          </p:nvPr>
        </p:nvSpPr>
        <p:spPr>
          <a:xfrm>
            <a:off x="4207732" y="4376739"/>
            <a:ext cx="3775075" cy="1389062"/>
          </a:xfrm>
        </p:spPr>
        <p:txBody>
          <a:bodyPr/>
          <a:lstStyle>
            <a:lvl1pPr>
              <a:spcBef>
                <a:spcPts val="0"/>
              </a:spcBef>
              <a:spcAft>
                <a:spcPts val="0"/>
              </a:spcAft>
              <a:defRPr lang="en-GB" sz="1400" b="1" i="0" kern="1200" dirty="0">
                <a:solidFill>
                  <a:schemeClr val="bg1"/>
                </a:solidFill>
                <a:latin typeface="Johnson Text" pitchFamily="2" charset="77"/>
                <a:ea typeface="+mn-ea"/>
                <a:cs typeface="+mn-cs"/>
              </a:defRPr>
            </a:lvl1pPr>
            <a:lvl2pPr marL="0" indent="0">
              <a:spcBef>
                <a:spcPts val="0"/>
              </a:spcBef>
              <a:spcAft>
                <a:spcPts val="0"/>
              </a:spcAft>
              <a:buNone/>
              <a:defRPr sz="1400" b="0" i="0">
                <a:solidFill>
                  <a:schemeClr val="bg1"/>
                </a:solidFill>
                <a:latin typeface="Johnson Text" pitchFamily="2" charset="77"/>
              </a:defRPr>
            </a:lvl2pPr>
            <a:lvl3pPr marL="320675" indent="-320675">
              <a:spcBef>
                <a:spcPts val="0"/>
              </a:spcBef>
              <a:spcAft>
                <a:spcPts val="0"/>
              </a:spcAft>
              <a:tabLst/>
              <a:defRPr/>
            </a:lvl3pPr>
            <a:lvl4pPr>
              <a:spcBef>
                <a:spcPts val="0"/>
              </a:spcBef>
              <a:spcAft>
                <a:spcPts val="0"/>
              </a:spcAft>
              <a:defRPr/>
            </a:lvl4pPr>
            <a:lvl5pPr>
              <a:spcBef>
                <a:spcPts val="0"/>
              </a:spcBef>
              <a:spcAft>
                <a:spcPts val="0"/>
              </a:spcAft>
              <a:defRPr/>
            </a:lvl5pPr>
          </a:lstStyle>
          <a:p>
            <a:pPr lvl="0"/>
            <a:r>
              <a:rPr lang="en-GB" dirty="0" err="1"/>
              <a:t>Firstname</a:t>
            </a:r>
            <a:r>
              <a:rPr lang="en-GB" dirty="0"/>
              <a:t> Surname</a:t>
            </a:r>
          </a:p>
          <a:p>
            <a:pPr lvl="1"/>
            <a:r>
              <a:rPr lang="en-GB" dirty="0"/>
              <a:t>Role, Location</a:t>
            </a:r>
          </a:p>
        </p:txBody>
      </p:sp>
      <p:sp>
        <p:nvSpPr>
          <p:cNvPr id="10" name="Title 7">
            <a:extLst>
              <a:ext uri="{FF2B5EF4-FFF2-40B4-BE49-F238E27FC236}">
                <a16:creationId xmlns:a16="http://schemas.microsoft.com/office/drawing/2014/main" id="{E80529FD-0171-E552-588C-C152AED56261}"/>
              </a:ext>
            </a:extLst>
          </p:cNvPr>
          <p:cNvSpPr>
            <a:spLocks noGrp="1"/>
          </p:cNvSpPr>
          <p:nvPr>
            <p:ph type="title" hasCustomPrompt="1"/>
          </p:nvPr>
        </p:nvSpPr>
        <p:spPr>
          <a:xfrm>
            <a:off x="288303" y="262800"/>
            <a:ext cx="3775073" cy="454529"/>
          </a:xfrm>
        </p:spPr>
        <p:txBody>
          <a:bodyPr/>
          <a:lstStyle>
            <a:lvl1pPr>
              <a:defRPr>
                <a:solidFill>
                  <a:schemeClr val="bg1"/>
                </a:solidFill>
              </a:defRPr>
            </a:lvl1pPr>
          </a:lstStyle>
          <a:p>
            <a:r>
              <a:rPr lang="en-US" dirty="0"/>
              <a:t>Master title style</a:t>
            </a:r>
            <a:endParaRPr lang="en-GB" dirty="0"/>
          </a:p>
        </p:txBody>
      </p:sp>
      <p:sp>
        <p:nvSpPr>
          <p:cNvPr id="5" name="Subtitle 2">
            <a:extLst>
              <a:ext uri="{FF2B5EF4-FFF2-40B4-BE49-F238E27FC236}">
                <a16:creationId xmlns:a16="http://schemas.microsoft.com/office/drawing/2014/main" id="{EA79EF84-4162-265E-6156-177364480E50}"/>
              </a:ext>
            </a:extLst>
          </p:cNvPr>
          <p:cNvSpPr>
            <a:spLocks noGrp="1"/>
          </p:cNvSpPr>
          <p:nvPr>
            <p:ph type="subTitle" idx="16" hasCustomPrompt="1"/>
          </p:nvPr>
        </p:nvSpPr>
        <p:spPr>
          <a:xfrm>
            <a:off x="288302" y="713620"/>
            <a:ext cx="3775075" cy="292965"/>
          </a:xfrm>
        </p:spPr>
        <p:txBody>
          <a:bodyPr vert="horz" wrap="square" lIns="0" tIns="0" rIns="0" bIns="0" rtlCol="0" anchor="t">
            <a:spAutoFit/>
          </a:bodyPr>
          <a:lstStyle>
            <a:lvl1pPr>
              <a:defRPr lang="en-GB" b="1" dirty="0">
                <a:solidFill>
                  <a:schemeClr val="bg1"/>
                </a:solidFill>
              </a:defRPr>
            </a:lvl1pPr>
          </a:lstStyle>
          <a:p>
            <a:pPr lvl="0"/>
            <a:r>
              <a:rPr lang="en-GB" dirty="0"/>
              <a:t>Subtitle. Delete if not required.</a:t>
            </a:r>
          </a:p>
        </p:txBody>
      </p:sp>
      <p:sp>
        <p:nvSpPr>
          <p:cNvPr id="13" name="Footer Placeholder 4">
            <a:extLst>
              <a:ext uri="{FF2B5EF4-FFF2-40B4-BE49-F238E27FC236}">
                <a16:creationId xmlns:a16="http://schemas.microsoft.com/office/drawing/2014/main" id="{99B23211-718F-C72D-C415-24096BDEEB7A}"/>
              </a:ext>
            </a:extLst>
          </p:cNvPr>
          <p:cNvSpPr>
            <a:spLocks noGrp="1"/>
          </p:cNvSpPr>
          <p:nvPr>
            <p:ph type="ftr" sz="quarter" idx="3"/>
          </p:nvPr>
        </p:nvSpPr>
        <p:spPr>
          <a:xfrm>
            <a:off x="288259" y="5868000"/>
            <a:ext cx="1161051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bg1"/>
                </a:solidFill>
                <a:latin typeface="+mn-lt"/>
              </a:defRPr>
            </a:lvl1pPr>
          </a:lstStyle>
          <a:p>
            <a:pPr>
              <a:spcBef>
                <a:spcPts val="0"/>
              </a:spcBef>
              <a:spcAft>
                <a:spcPts val="300"/>
              </a:spcAft>
            </a:pPr>
            <a:r>
              <a:rPr lang="en-US"/>
              <a:t>Slide legal disclaimer goes here if required
Slide footer goes here if required. Turn off globally using the Header/Footer function (under the Insert menu).</a:t>
            </a:r>
            <a:endParaRPr lang="en-US" dirty="0"/>
          </a:p>
        </p:txBody>
      </p:sp>
      <p:sp>
        <p:nvSpPr>
          <p:cNvPr id="7" name="Slide Number Placeholder 5">
            <a:extLst>
              <a:ext uri="{FF2B5EF4-FFF2-40B4-BE49-F238E27FC236}">
                <a16:creationId xmlns:a16="http://schemas.microsoft.com/office/drawing/2014/main" id="{90BAE1C4-8C53-F889-33BD-2F49ACEA13D8}"/>
              </a:ext>
            </a:extLst>
          </p:cNvPr>
          <p:cNvSpPr>
            <a:spLocks noGrp="1"/>
          </p:cNvSpPr>
          <p:nvPr>
            <p:ph type="sldNum" sz="quarter" idx="12"/>
          </p:nvPr>
        </p:nvSpPr>
        <p:spPr>
          <a:xfrm>
            <a:off x="11581942" y="6433878"/>
            <a:ext cx="320674" cy="153463"/>
          </a:xfrm>
        </p:spPr>
        <p:txBody>
          <a:bodyPr/>
          <a:lstStyle>
            <a:lvl1pPr>
              <a:defRPr>
                <a:solidFill>
                  <a:schemeClr val="bg1"/>
                </a:solidFill>
              </a:defRPr>
            </a:lvl1pPr>
          </a:lstStyle>
          <a:p>
            <a:fld id="{AEC8D767-5246-2244-A4A3-B8AFB218393C}" type="slidenum">
              <a:rPr lang="en-GB" smtClean="0"/>
              <a:pPr/>
              <a:t>‹#›</a:t>
            </a:fld>
            <a:endParaRPr lang="en-GB"/>
          </a:p>
        </p:txBody>
      </p:sp>
      <p:sp>
        <p:nvSpPr>
          <p:cNvPr id="9" name="Graphic 8">
            <a:extLst>
              <a:ext uri="{FF2B5EF4-FFF2-40B4-BE49-F238E27FC236}">
                <a16:creationId xmlns:a16="http://schemas.microsoft.com/office/drawing/2014/main" id="{482CECF5-BBCB-3C3C-5C16-98CE56519A6A}"/>
              </a:ext>
            </a:extLst>
          </p:cNvPr>
          <p:cNvSpPr>
            <a:spLocks noChangeAspect="1"/>
          </p:cNvSpPr>
          <p:nvPr userDrawn="1"/>
        </p:nvSpPr>
        <p:spPr>
          <a:xfrm>
            <a:off x="287338" y="6416675"/>
            <a:ext cx="352800" cy="149403"/>
          </a:xfrm>
          <a:custGeom>
            <a:avLst/>
            <a:gdLst>
              <a:gd name="connsiteX0" fmla="*/ 5699846 w 6586631"/>
              <a:gd name="connsiteY0" fmla="*/ 2789294 h 2789293"/>
              <a:gd name="connsiteX1" fmla="*/ 6586632 w 6586631"/>
              <a:gd name="connsiteY1" fmla="*/ 1909153 h 2789293"/>
              <a:gd name="connsiteX2" fmla="*/ 6586632 w 6586631"/>
              <a:gd name="connsiteY2" fmla="*/ 60980 h 2789293"/>
              <a:gd name="connsiteX3" fmla="*/ 6112656 w 6586631"/>
              <a:gd name="connsiteY3" fmla="*/ 60980 h 2789293"/>
              <a:gd name="connsiteX4" fmla="*/ 6112656 w 6586631"/>
              <a:gd name="connsiteY4" fmla="*/ 2031114 h 2789293"/>
              <a:gd name="connsiteX5" fmla="*/ 5699846 w 6586631"/>
              <a:gd name="connsiteY5" fmla="*/ 2541669 h 2789293"/>
              <a:gd name="connsiteX6" fmla="*/ 5287036 w 6586631"/>
              <a:gd name="connsiteY6" fmla="*/ 1992847 h 2789293"/>
              <a:gd name="connsiteX7" fmla="*/ 5287036 w 6586631"/>
              <a:gd name="connsiteY7" fmla="*/ 1627212 h 2789293"/>
              <a:gd name="connsiteX8" fmla="*/ 4813060 w 6586631"/>
              <a:gd name="connsiteY8" fmla="*/ 1745222 h 2789293"/>
              <a:gd name="connsiteX9" fmla="*/ 4813060 w 6586631"/>
              <a:gd name="connsiteY9" fmla="*/ 1909153 h 2789293"/>
              <a:gd name="connsiteX10" fmla="*/ 5699846 w 6586631"/>
              <a:gd name="connsiteY10" fmla="*/ 2789294 h 2789293"/>
              <a:gd name="connsiteX11" fmla="*/ 3177175 w 6586631"/>
              <a:gd name="connsiteY11" fmla="*/ 2511056 h 2789293"/>
              <a:gd name="connsiteX12" fmla="*/ 2584828 w 6586631"/>
              <a:gd name="connsiteY12" fmla="*/ 1897549 h 2789293"/>
              <a:gd name="connsiteX13" fmla="*/ 2817854 w 6586631"/>
              <a:gd name="connsiteY13" fmla="*/ 1413657 h 2789293"/>
              <a:gd name="connsiteX14" fmla="*/ 3681610 w 6586631"/>
              <a:gd name="connsiteY14" fmla="*/ 2354778 h 2789293"/>
              <a:gd name="connsiteX15" fmla="*/ 3177175 w 6586631"/>
              <a:gd name="connsiteY15" fmla="*/ 2511056 h 2789293"/>
              <a:gd name="connsiteX16" fmla="*/ 3639512 w 6586631"/>
              <a:gd name="connsiteY16" fmla="*/ 1147022 h 2789293"/>
              <a:gd name="connsiteX17" fmla="*/ 4140232 w 6586631"/>
              <a:gd name="connsiteY17" fmla="*/ 1634865 h 2789293"/>
              <a:gd name="connsiteX18" fmla="*/ 4017900 w 6586631"/>
              <a:gd name="connsiteY18" fmla="*/ 2042717 h 2789293"/>
              <a:gd name="connsiteX19" fmla="*/ 3268800 w 6586631"/>
              <a:gd name="connsiteY19" fmla="*/ 1219359 h 2789293"/>
              <a:gd name="connsiteX20" fmla="*/ 3639512 w 6586631"/>
              <a:gd name="connsiteY20" fmla="*/ 1147022 h 2789293"/>
              <a:gd name="connsiteX21" fmla="*/ 3177175 w 6586631"/>
              <a:gd name="connsiteY21" fmla="*/ 201951 h 2789293"/>
              <a:gd name="connsiteX22" fmla="*/ 3536495 w 6586631"/>
              <a:gd name="connsiteY22" fmla="*/ 567833 h 2789293"/>
              <a:gd name="connsiteX23" fmla="*/ 3165783 w 6586631"/>
              <a:gd name="connsiteY23" fmla="*/ 1109002 h 2789293"/>
              <a:gd name="connsiteX24" fmla="*/ 3001353 w 6586631"/>
              <a:gd name="connsiteY24" fmla="*/ 926061 h 2789293"/>
              <a:gd name="connsiteX25" fmla="*/ 2814140 w 6586631"/>
              <a:gd name="connsiteY25" fmla="*/ 548823 h 2789293"/>
              <a:gd name="connsiteX26" fmla="*/ 3177175 w 6586631"/>
              <a:gd name="connsiteY26" fmla="*/ 201951 h 2789293"/>
              <a:gd name="connsiteX27" fmla="*/ 4136518 w 6586631"/>
              <a:gd name="connsiteY27" fmla="*/ 2172084 h 2789293"/>
              <a:gd name="connsiteX28" fmla="*/ 4461417 w 6586631"/>
              <a:gd name="connsiteY28" fmla="*/ 1428964 h 2789293"/>
              <a:gd name="connsiteX29" fmla="*/ 3960696 w 6586631"/>
              <a:gd name="connsiteY29" fmla="*/ 945071 h 2789293"/>
              <a:gd name="connsiteX30" fmla="*/ 3502073 w 6586631"/>
              <a:gd name="connsiteY30" fmla="*/ 1036418 h 2789293"/>
              <a:gd name="connsiteX31" fmla="*/ 3494397 w 6586631"/>
              <a:gd name="connsiteY31" fmla="*/ 1021112 h 2789293"/>
              <a:gd name="connsiteX32" fmla="*/ 3907206 w 6586631"/>
              <a:gd name="connsiteY32" fmla="*/ 518209 h 2789293"/>
              <a:gd name="connsiteX33" fmla="*/ 3188566 w 6586631"/>
              <a:gd name="connsiteY33" fmla="*/ 0 h 2789293"/>
              <a:gd name="connsiteX34" fmla="*/ 2401082 w 6586631"/>
              <a:gd name="connsiteY34" fmla="*/ 659180 h 2789293"/>
              <a:gd name="connsiteX35" fmla="*/ 2706913 w 6586631"/>
              <a:gd name="connsiteY35" fmla="*/ 1295646 h 2789293"/>
              <a:gd name="connsiteX36" fmla="*/ 2710628 w 6586631"/>
              <a:gd name="connsiteY36" fmla="*/ 1303300 h 2789293"/>
              <a:gd name="connsiteX37" fmla="*/ 2164094 w 6586631"/>
              <a:gd name="connsiteY37" fmla="*/ 2069134 h 2789293"/>
              <a:gd name="connsiteX38" fmla="*/ 2932262 w 6586631"/>
              <a:gd name="connsiteY38" fmla="*/ 2789294 h 2789293"/>
              <a:gd name="connsiteX39" fmla="*/ 3796018 w 6586631"/>
              <a:gd name="connsiteY39" fmla="*/ 2480689 h 2789293"/>
              <a:gd name="connsiteX40" fmla="*/ 4025329 w 6586631"/>
              <a:gd name="connsiteY40" fmla="*/ 2728314 h 2789293"/>
              <a:gd name="connsiteX41" fmla="*/ 4625352 w 6586631"/>
              <a:gd name="connsiteY41" fmla="*/ 2728314 h 2789293"/>
              <a:gd name="connsiteX42" fmla="*/ 4625352 w 6586631"/>
              <a:gd name="connsiteY42" fmla="*/ 2709303 h 2789293"/>
              <a:gd name="connsiteX43" fmla="*/ 4136518 w 6586631"/>
              <a:gd name="connsiteY43" fmla="*/ 2172084 h 2789293"/>
              <a:gd name="connsiteX44" fmla="*/ 886786 w 6586631"/>
              <a:gd name="connsiteY44" fmla="*/ 2789294 h 2789293"/>
              <a:gd name="connsiteX45" fmla="*/ 1773572 w 6586631"/>
              <a:gd name="connsiteY45" fmla="*/ 1909153 h 2789293"/>
              <a:gd name="connsiteX46" fmla="*/ 1773572 w 6586631"/>
              <a:gd name="connsiteY46" fmla="*/ 60980 h 2789293"/>
              <a:gd name="connsiteX47" fmla="*/ 1299596 w 6586631"/>
              <a:gd name="connsiteY47" fmla="*/ 60980 h 2789293"/>
              <a:gd name="connsiteX48" fmla="*/ 1299596 w 6586631"/>
              <a:gd name="connsiteY48" fmla="*/ 2031114 h 2789293"/>
              <a:gd name="connsiteX49" fmla="*/ 886786 w 6586631"/>
              <a:gd name="connsiteY49" fmla="*/ 2541669 h 2789293"/>
              <a:gd name="connsiteX50" fmla="*/ 473976 w 6586631"/>
              <a:gd name="connsiteY50" fmla="*/ 1992847 h 2789293"/>
              <a:gd name="connsiteX51" fmla="*/ 473976 w 6586631"/>
              <a:gd name="connsiteY51" fmla="*/ 1627212 h 2789293"/>
              <a:gd name="connsiteX52" fmla="*/ 0 w 6586631"/>
              <a:gd name="connsiteY52" fmla="*/ 1745222 h 2789293"/>
              <a:gd name="connsiteX53" fmla="*/ 0 w 6586631"/>
              <a:gd name="connsiteY53" fmla="*/ 1909153 h 2789293"/>
              <a:gd name="connsiteX54" fmla="*/ 886786 w 6586631"/>
              <a:gd name="connsiteY54" fmla="*/ 2789294 h 27892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6586631" h="2789293">
                <a:moveTo>
                  <a:pt x="5699846" y="2789294"/>
                </a:moveTo>
                <a:cubicBezTo>
                  <a:pt x="6338253" y="2789294"/>
                  <a:pt x="6586632" y="2408105"/>
                  <a:pt x="6586632" y="1909153"/>
                </a:cubicBezTo>
                <a:lnTo>
                  <a:pt x="6586632" y="60980"/>
                </a:lnTo>
                <a:lnTo>
                  <a:pt x="6112656" y="60980"/>
                </a:lnTo>
                <a:lnTo>
                  <a:pt x="6112656" y="2031114"/>
                </a:lnTo>
                <a:cubicBezTo>
                  <a:pt x="6112656" y="2351075"/>
                  <a:pt x="5990324" y="2541669"/>
                  <a:pt x="5699846" y="2541669"/>
                </a:cubicBezTo>
                <a:cubicBezTo>
                  <a:pt x="5413083" y="2541669"/>
                  <a:pt x="5287036" y="2339718"/>
                  <a:pt x="5287036" y="1992847"/>
                </a:cubicBezTo>
                <a:lnTo>
                  <a:pt x="5287036" y="1627212"/>
                </a:lnTo>
                <a:lnTo>
                  <a:pt x="4813060" y="1745222"/>
                </a:lnTo>
                <a:lnTo>
                  <a:pt x="4813060" y="1909153"/>
                </a:lnTo>
                <a:cubicBezTo>
                  <a:pt x="4813060" y="2408352"/>
                  <a:pt x="5061440" y="2789294"/>
                  <a:pt x="5699846" y="2789294"/>
                </a:cubicBezTo>
                <a:moveTo>
                  <a:pt x="3177175" y="2511056"/>
                </a:moveTo>
                <a:cubicBezTo>
                  <a:pt x="2810177" y="2511056"/>
                  <a:pt x="2584828" y="2213808"/>
                  <a:pt x="2584828" y="1897549"/>
                </a:cubicBezTo>
                <a:cubicBezTo>
                  <a:pt x="2584828" y="1699302"/>
                  <a:pt x="2672739" y="1516361"/>
                  <a:pt x="2817854" y="1413657"/>
                </a:cubicBezTo>
                <a:lnTo>
                  <a:pt x="3681610" y="2354778"/>
                </a:lnTo>
                <a:cubicBezTo>
                  <a:pt x="3521141" y="2450075"/>
                  <a:pt x="3341358" y="2511056"/>
                  <a:pt x="3177175" y="2511056"/>
                </a:cubicBezTo>
                <a:moveTo>
                  <a:pt x="3639512" y="1147022"/>
                </a:moveTo>
                <a:cubicBezTo>
                  <a:pt x="3949057" y="1147022"/>
                  <a:pt x="4140232" y="1326013"/>
                  <a:pt x="4140232" y="1634865"/>
                </a:cubicBezTo>
                <a:cubicBezTo>
                  <a:pt x="4140232" y="1772132"/>
                  <a:pt x="4102096" y="1913103"/>
                  <a:pt x="4017900" y="2042717"/>
                </a:cubicBezTo>
                <a:lnTo>
                  <a:pt x="3268800" y="1219359"/>
                </a:lnTo>
                <a:cubicBezTo>
                  <a:pt x="3402524" y="1166032"/>
                  <a:pt x="3532533" y="1147022"/>
                  <a:pt x="3639512" y="1147022"/>
                </a:cubicBezTo>
                <a:moveTo>
                  <a:pt x="3177175" y="201951"/>
                </a:moveTo>
                <a:cubicBezTo>
                  <a:pt x="3402771" y="201951"/>
                  <a:pt x="3536495" y="331565"/>
                  <a:pt x="3536495" y="567833"/>
                </a:cubicBezTo>
                <a:cubicBezTo>
                  <a:pt x="3536495" y="785091"/>
                  <a:pt x="3429516" y="990745"/>
                  <a:pt x="3165783" y="1109002"/>
                </a:cubicBezTo>
                <a:lnTo>
                  <a:pt x="3001353" y="926061"/>
                </a:lnTo>
                <a:cubicBezTo>
                  <a:pt x="2855990" y="766081"/>
                  <a:pt x="2814140" y="666833"/>
                  <a:pt x="2814140" y="548823"/>
                </a:cubicBezTo>
                <a:cubicBezTo>
                  <a:pt x="2813892" y="327615"/>
                  <a:pt x="2955292" y="201951"/>
                  <a:pt x="3177175" y="201951"/>
                </a:cubicBezTo>
                <a:moveTo>
                  <a:pt x="4136518" y="2172084"/>
                </a:moveTo>
                <a:cubicBezTo>
                  <a:pt x="4343047" y="1928163"/>
                  <a:pt x="4461417" y="1661528"/>
                  <a:pt x="4461417" y="1428964"/>
                </a:cubicBezTo>
                <a:cubicBezTo>
                  <a:pt x="4461417" y="1139369"/>
                  <a:pt x="4266527" y="945071"/>
                  <a:pt x="3960696" y="945071"/>
                </a:cubicBezTo>
                <a:cubicBezTo>
                  <a:pt x="3800228" y="945071"/>
                  <a:pt x="3620443" y="990745"/>
                  <a:pt x="3502073" y="1036418"/>
                </a:cubicBezTo>
                <a:lnTo>
                  <a:pt x="3494397" y="1021112"/>
                </a:lnTo>
                <a:cubicBezTo>
                  <a:pt x="3784874" y="864834"/>
                  <a:pt x="3907206" y="720160"/>
                  <a:pt x="3907206" y="518209"/>
                </a:cubicBezTo>
                <a:cubicBezTo>
                  <a:pt x="3907206" y="228614"/>
                  <a:pt x="3647188" y="0"/>
                  <a:pt x="3188566" y="0"/>
                </a:cubicBezTo>
                <a:cubicBezTo>
                  <a:pt x="2661100" y="0"/>
                  <a:pt x="2401082" y="293545"/>
                  <a:pt x="2401082" y="659180"/>
                </a:cubicBezTo>
                <a:cubicBezTo>
                  <a:pt x="2401082" y="857428"/>
                  <a:pt x="2485278" y="1055429"/>
                  <a:pt x="2706913" y="1295646"/>
                </a:cubicBezTo>
                <a:lnTo>
                  <a:pt x="2710628" y="1303300"/>
                </a:lnTo>
                <a:cubicBezTo>
                  <a:pt x="2336201" y="1482291"/>
                  <a:pt x="2164094" y="1771886"/>
                  <a:pt x="2164094" y="2069134"/>
                </a:cubicBezTo>
                <a:cubicBezTo>
                  <a:pt x="2164094" y="2461679"/>
                  <a:pt x="2465963" y="2789294"/>
                  <a:pt x="2932262" y="2789294"/>
                </a:cubicBezTo>
                <a:cubicBezTo>
                  <a:pt x="3199710" y="2789294"/>
                  <a:pt x="3513217" y="2678690"/>
                  <a:pt x="3796018" y="2480689"/>
                </a:cubicBezTo>
                <a:lnTo>
                  <a:pt x="4025329" y="2728314"/>
                </a:lnTo>
                <a:lnTo>
                  <a:pt x="4625352" y="2728314"/>
                </a:lnTo>
                <a:lnTo>
                  <a:pt x="4625352" y="2709303"/>
                </a:lnTo>
                <a:lnTo>
                  <a:pt x="4136518" y="2172084"/>
                </a:lnTo>
                <a:close/>
                <a:moveTo>
                  <a:pt x="886786" y="2789294"/>
                </a:moveTo>
                <a:cubicBezTo>
                  <a:pt x="1525192" y="2789294"/>
                  <a:pt x="1773572" y="2408105"/>
                  <a:pt x="1773572" y="1909153"/>
                </a:cubicBezTo>
                <a:lnTo>
                  <a:pt x="1773572" y="60980"/>
                </a:lnTo>
                <a:lnTo>
                  <a:pt x="1299596" y="60980"/>
                </a:lnTo>
                <a:lnTo>
                  <a:pt x="1299596" y="2031114"/>
                </a:lnTo>
                <a:cubicBezTo>
                  <a:pt x="1299596" y="2351075"/>
                  <a:pt x="1177263" y="2541669"/>
                  <a:pt x="886786" y="2541669"/>
                </a:cubicBezTo>
                <a:cubicBezTo>
                  <a:pt x="600023" y="2541669"/>
                  <a:pt x="473976" y="2339718"/>
                  <a:pt x="473976" y="1992847"/>
                </a:cubicBezTo>
                <a:lnTo>
                  <a:pt x="473976" y="1627212"/>
                </a:lnTo>
                <a:lnTo>
                  <a:pt x="0" y="1745222"/>
                </a:lnTo>
                <a:lnTo>
                  <a:pt x="0" y="1909153"/>
                </a:lnTo>
                <a:cubicBezTo>
                  <a:pt x="0" y="2408352"/>
                  <a:pt x="248379" y="2789294"/>
                  <a:pt x="886786" y="2789294"/>
                </a:cubicBezTo>
              </a:path>
            </a:pathLst>
          </a:custGeom>
          <a:solidFill>
            <a:schemeClr val="bg1"/>
          </a:solidFill>
          <a:ln w="24751" cap="flat">
            <a:noFill/>
            <a:prstDash val="solid"/>
            <a:miter/>
          </a:ln>
        </p:spPr>
        <p:txBody>
          <a:bodyPr rtlCol="0" anchor="ctr"/>
          <a:lstStyle/>
          <a:p>
            <a:endParaRPr lang="en-GB"/>
          </a:p>
        </p:txBody>
      </p:sp>
      <p:pic>
        <p:nvPicPr>
          <p:cNvPr id="6" name="Graphic 5">
            <a:extLst>
              <a:ext uri="{FF2B5EF4-FFF2-40B4-BE49-F238E27FC236}">
                <a16:creationId xmlns:a16="http://schemas.microsoft.com/office/drawing/2014/main" id="{9B0847BB-4949-C8D1-EA3D-B694D3EC7FC4}"/>
              </a:ext>
            </a:extLst>
          </p:cNvPr>
          <p:cNvPicPr>
            <a:picLocks noChangeAspect="1"/>
          </p:cNvPicPr>
          <p:nvPr userDrawn="1"/>
        </p:nvPicPr>
        <p:blipFill>
          <a:blip>
            <a:lum bright="100000"/>
            <a:extLst>
              <a:ext uri="{96DAC541-7B7A-43D3-8B79-37D633B846F1}">
                <asvg:svgBlip xmlns:asvg="http://schemas.microsoft.com/office/drawing/2016/SVG/main" r:embed="rId2"/>
              </a:ext>
            </a:extLst>
          </a:blip>
          <a:stretch>
            <a:fillRect/>
          </a:stretch>
        </p:blipFill>
        <p:spPr>
          <a:xfrm>
            <a:off x="10612438" y="6396841"/>
            <a:ext cx="787400" cy="190500"/>
          </a:xfrm>
          <a:prstGeom prst="rect">
            <a:avLst/>
          </a:prstGeom>
        </p:spPr>
      </p:pic>
    </p:spTree>
    <p:extLst>
      <p:ext uri="{BB962C8B-B14F-4D97-AF65-F5344CB8AC3E}">
        <p14:creationId xmlns:p14="http://schemas.microsoft.com/office/powerpoint/2010/main" val="115463052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Team Slide x 3">
    <p:bg>
      <p:bgPr>
        <a:solidFill>
          <a:schemeClr val="accent1"/>
        </a:solidFill>
        <a:effectLst/>
      </p:bgPr>
    </p:bg>
    <p:spTree>
      <p:nvGrpSpPr>
        <p:cNvPr id="1" name=""/>
        <p:cNvGrpSpPr/>
        <p:nvPr/>
      </p:nvGrpSpPr>
      <p:grpSpPr>
        <a:xfrm>
          <a:off x="0" y="0"/>
          <a:ext cx="0" cy="0"/>
          <a:chOff x="0" y="0"/>
          <a:chExt cx="0" cy="0"/>
        </a:xfrm>
      </p:grpSpPr>
      <p:sp>
        <p:nvSpPr>
          <p:cNvPr id="23" name="Picture Placeholder 3">
            <a:extLst>
              <a:ext uri="{FF2B5EF4-FFF2-40B4-BE49-F238E27FC236}">
                <a16:creationId xmlns:a16="http://schemas.microsoft.com/office/drawing/2014/main" id="{9858E5CC-B320-8459-7BD7-5CE14C5E3AC9}"/>
              </a:ext>
            </a:extLst>
          </p:cNvPr>
          <p:cNvSpPr>
            <a:spLocks noGrp="1"/>
          </p:cNvSpPr>
          <p:nvPr>
            <p:ph type="pic" sz="quarter" idx="23" hasCustomPrompt="1"/>
          </p:nvPr>
        </p:nvSpPr>
        <p:spPr>
          <a:xfrm>
            <a:off x="6161089" y="1309284"/>
            <a:ext cx="2795588" cy="2922992"/>
          </a:xfrm>
          <a:solidFill>
            <a:schemeClr val="tx2"/>
          </a:solidFill>
        </p:spPr>
        <p:txBody>
          <a:bodyPr vert="horz" lIns="0" tIns="0" rIns="0" bIns="0" rtlCol="0">
            <a:noAutofit/>
          </a:bodyPr>
          <a:lstStyle>
            <a:lvl1pPr>
              <a:defRPr lang="en-GB"/>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team member headshot.</a:t>
            </a:r>
            <a:r>
              <a:rPr lang="en-GB" dirty="0"/>
              <a:t> Delete if not required. </a:t>
            </a:r>
            <a:r>
              <a:rPr lang="en-US" dirty="0"/>
              <a:t>Double click the image to adjust crop and scale.</a:t>
            </a:r>
          </a:p>
        </p:txBody>
      </p:sp>
      <p:sp>
        <p:nvSpPr>
          <p:cNvPr id="24" name="Text Placeholder 10">
            <a:extLst>
              <a:ext uri="{FF2B5EF4-FFF2-40B4-BE49-F238E27FC236}">
                <a16:creationId xmlns:a16="http://schemas.microsoft.com/office/drawing/2014/main" id="{BA241006-FA7F-3ABD-E9C0-8E177A254F71}"/>
              </a:ext>
            </a:extLst>
          </p:cNvPr>
          <p:cNvSpPr>
            <a:spLocks noGrp="1"/>
          </p:cNvSpPr>
          <p:nvPr>
            <p:ph type="body" sz="quarter" idx="24" hasCustomPrompt="1"/>
          </p:nvPr>
        </p:nvSpPr>
        <p:spPr>
          <a:xfrm>
            <a:off x="6161088" y="4376739"/>
            <a:ext cx="2797905" cy="1389062"/>
          </a:xfrm>
        </p:spPr>
        <p:txBody>
          <a:bodyPr/>
          <a:lstStyle>
            <a:lvl1pPr>
              <a:spcBef>
                <a:spcPts val="0"/>
              </a:spcBef>
              <a:spcAft>
                <a:spcPts val="0"/>
              </a:spcAft>
              <a:defRPr lang="en-GB" sz="1400" b="1" i="0" kern="1200" dirty="0">
                <a:solidFill>
                  <a:schemeClr val="bg1"/>
                </a:solidFill>
                <a:latin typeface="Johnson Text" pitchFamily="2" charset="77"/>
                <a:ea typeface="+mn-ea"/>
                <a:cs typeface="+mn-cs"/>
              </a:defRPr>
            </a:lvl1pPr>
            <a:lvl2pPr marL="0" indent="0">
              <a:spcBef>
                <a:spcPts val="0"/>
              </a:spcBef>
              <a:spcAft>
                <a:spcPts val="0"/>
              </a:spcAft>
              <a:buNone/>
              <a:defRPr sz="1400" b="0" i="0">
                <a:solidFill>
                  <a:schemeClr val="bg1"/>
                </a:solidFill>
                <a:latin typeface="Johnson Text" pitchFamily="2" charset="77"/>
              </a:defRPr>
            </a:lvl2pPr>
            <a:lvl3pPr marL="320675" indent="-320675">
              <a:spcBef>
                <a:spcPts val="0"/>
              </a:spcBef>
              <a:spcAft>
                <a:spcPts val="0"/>
              </a:spcAft>
              <a:tabLst/>
              <a:defRPr/>
            </a:lvl3pPr>
            <a:lvl4pPr>
              <a:spcBef>
                <a:spcPts val="0"/>
              </a:spcBef>
              <a:spcAft>
                <a:spcPts val="0"/>
              </a:spcAft>
              <a:defRPr/>
            </a:lvl4pPr>
            <a:lvl5pPr>
              <a:spcBef>
                <a:spcPts val="0"/>
              </a:spcBef>
              <a:spcAft>
                <a:spcPts val="0"/>
              </a:spcAft>
              <a:defRPr/>
            </a:lvl5pPr>
          </a:lstStyle>
          <a:p>
            <a:pPr lvl="0"/>
            <a:r>
              <a:rPr lang="en-GB" dirty="0" err="1"/>
              <a:t>Firstname</a:t>
            </a:r>
            <a:r>
              <a:rPr lang="en-GB" dirty="0"/>
              <a:t> Surname</a:t>
            </a:r>
          </a:p>
          <a:p>
            <a:pPr lvl="1"/>
            <a:r>
              <a:rPr lang="en-GB" dirty="0"/>
              <a:t>Role, Location</a:t>
            </a:r>
          </a:p>
        </p:txBody>
      </p:sp>
      <p:sp>
        <p:nvSpPr>
          <p:cNvPr id="2" name="Picture Placeholder 3">
            <a:extLst>
              <a:ext uri="{FF2B5EF4-FFF2-40B4-BE49-F238E27FC236}">
                <a16:creationId xmlns:a16="http://schemas.microsoft.com/office/drawing/2014/main" id="{AE4666F2-0E72-5C8A-DFF8-2DD7C6E4BAAE}"/>
              </a:ext>
            </a:extLst>
          </p:cNvPr>
          <p:cNvSpPr>
            <a:spLocks noGrp="1"/>
          </p:cNvSpPr>
          <p:nvPr>
            <p:ph type="pic" sz="quarter" idx="25" hasCustomPrompt="1"/>
          </p:nvPr>
        </p:nvSpPr>
        <p:spPr>
          <a:xfrm>
            <a:off x="3225801" y="1309284"/>
            <a:ext cx="2795588" cy="2922992"/>
          </a:xfrm>
          <a:solidFill>
            <a:schemeClr val="tx2"/>
          </a:solidFill>
        </p:spPr>
        <p:txBody>
          <a:bodyPr vert="horz" lIns="0" tIns="0" rIns="0" bIns="0" rtlCol="0">
            <a:noAutofit/>
          </a:bodyPr>
          <a:lstStyle>
            <a:lvl1pPr>
              <a:defRPr lang="en-GB"/>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team member headshot.</a:t>
            </a:r>
            <a:r>
              <a:rPr lang="en-GB" dirty="0"/>
              <a:t> Delete if not required. </a:t>
            </a:r>
            <a:r>
              <a:rPr lang="en-US" dirty="0"/>
              <a:t>Double click the image to adjust crop and scale.</a:t>
            </a:r>
          </a:p>
        </p:txBody>
      </p:sp>
      <p:sp>
        <p:nvSpPr>
          <p:cNvPr id="4" name="Text Placeholder 10">
            <a:extLst>
              <a:ext uri="{FF2B5EF4-FFF2-40B4-BE49-F238E27FC236}">
                <a16:creationId xmlns:a16="http://schemas.microsoft.com/office/drawing/2014/main" id="{9C68E616-CAC0-EE06-D15E-AFFEF3740EFF}"/>
              </a:ext>
            </a:extLst>
          </p:cNvPr>
          <p:cNvSpPr>
            <a:spLocks noGrp="1"/>
          </p:cNvSpPr>
          <p:nvPr>
            <p:ph type="body" sz="quarter" idx="26" hasCustomPrompt="1"/>
          </p:nvPr>
        </p:nvSpPr>
        <p:spPr>
          <a:xfrm>
            <a:off x="3225800" y="4376739"/>
            <a:ext cx="2794731" cy="1389062"/>
          </a:xfrm>
        </p:spPr>
        <p:txBody>
          <a:bodyPr/>
          <a:lstStyle>
            <a:lvl1pPr>
              <a:spcBef>
                <a:spcPts val="0"/>
              </a:spcBef>
              <a:spcAft>
                <a:spcPts val="0"/>
              </a:spcAft>
              <a:defRPr lang="en-GB" sz="1400" b="1" i="0" kern="1200" dirty="0">
                <a:solidFill>
                  <a:schemeClr val="bg1"/>
                </a:solidFill>
                <a:latin typeface="Johnson Text" pitchFamily="2" charset="77"/>
                <a:ea typeface="+mn-ea"/>
                <a:cs typeface="+mn-cs"/>
              </a:defRPr>
            </a:lvl1pPr>
            <a:lvl2pPr marL="0" indent="0">
              <a:spcBef>
                <a:spcPts val="0"/>
              </a:spcBef>
              <a:spcAft>
                <a:spcPts val="0"/>
              </a:spcAft>
              <a:buNone/>
              <a:defRPr sz="1400" b="0" i="0">
                <a:solidFill>
                  <a:schemeClr val="bg1"/>
                </a:solidFill>
                <a:latin typeface="Johnson Text" pitchFamily="2" charset="77"/>
              </a:defRPr>
            </a:lvl2pPr>
            <a:lvl3pPr marL="320675" indent="-320675">
              <a:spcBef>
                <a:spcPts val="0"/>
              </a:spcBef>
              <a:spcAft>
                <a:spcPts val="0"/>
              </a:spcAft>
              <a:tabLst/>
              <a:defRPr/>
            </a:lvl3pPr>
            <a:lvl4pPr>
              <a:spcBef>
                <a:spcPts val="0"/>
              </a:spcBef>
              <a:spcAft>
                <a:spcPts val="0"/>
              </a:spcAft>
              <a:defRPr/>
            </a:lvl4pPr>
            <a:lvl5pPr>
              <a:spcBef>
                <a:spcPts val="0"/>
              </a:spcBef>
              <a:spcAft>
                <a:spcPts val="0"/>
              </a:spcAft>
              <a:defRPr/>
            </a:lvl5pPr>
          </a:lstStyle>
          <a:p>
            <a:pPr lvl="0"/>
            <a:r>
              <a:rPr lang="en-GB" dirty="0" err="1"/>
              <a:t>Firstname</a:t>
            </a:r>
            <a:r>
              <a:rPr lang="en-GB" dirty="0"/>
              <a:t> Surname</a:t>
            </a:r>
          </a:p>
          <a:p>
            <a:pPr lvl="1"/>
            <a:r>
              <a:rPr lang="en-GB" dirty="0"/>
              <a:t>Role, Location</a:t>
            </a:r>
          </a:p>
        </p:txBody>
      </p:sp>
      <p:sp>
        <p:nvSpPr>
          <p:cNvPr id="9" name="Picture Placeholder 3">
            <a:extLst>
              <a:ext uri="{FF2B5EF4-FFF2-40B4-BE49-F238E27FC236}">
                <a16:creationId xmlns:a16="http://schemas.microsoft.com/office/drawing/2014/main" id="{2D83ADDB-0799-3ABA-AFB5-0EF907EBBC1C}"/>
              </a:ext>
            </a:extLst>
          </p:cNvPr>
          <p:cNvSpPr>
            <a:spLocks noGrp="1"/>
          </p:cNvSpPr>
          <p:nvPr>
            <p:ph type="pic" sz="quarter" idx="27" hasCustomPrompt="1"/>
          </p:nvPr>
        </p:nvSpPr>
        <p:spPr>
          <a:xfrm>
            <a:off x="9119384" y="1309284"/>
            <a:ext cx="2795588" cy="2922992"/>
          </a:xfrm>
          <a:solidFill>
            <a:schemeClr val="tx2"/>
          </a:solidFill>
        </p:spPr>
        <p:txBody>
          <a:bodyPr vert="horz" lIns="0" tIns="0" rIns="0" bIns="0" rtlCol="0">
            <a:noAutofit/>
          </a:bodyPr>
          <a:lstStyle>
            <a:lvl1pPr>
              <a:defRPr lang="en-GB"/>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team member headshot.</a:t>
            </a:r>
            <a:r>
              <a:rPr lang="en-GB" dirty="0"/>
              <a:t> Delete if not required. </a:t>
            </a:r>
            <a:r>
              <a:rPr lang="en-US" dirty="0"/>
              <a:t>Double click the image to adjust crop and scale.</a:t>
            </a:r>
          </a:p>
        </p:txBody>
      </p:sp>
      <p:sp>
        <p:nvSpPr>
          <p:cNvPr id="10" name="Text Placeholder 10">
            <a:extLst>
              <a:ext uri="{FF2B5EF4-FFF2-40B4-BE49-F238E27FC236}">
                <a16:creationId xmlns:a16="http://schemas.microsoft.com/office/drawing/2014/main" id="{5A40ED4D-9D7E-FA31-0E92-48608769B8DC}"/>
              </a:ext>
            </a:extLst>
          </p:cNvPr>
          <p:cNvSpPr>
            <a:spLocks noGrp="1"/>
          </p:cNvSpPr>
          <p:nvPr>
            <p:ph type="body" sz="quarter" idx="28" hasCustomPrompt="1"/>
          </p:nvPr>
        </p:nvSpPr>
        <p:spPr>
          <a:xfrm>
            <a:off x="9119383" y="4376739"/>
            <a:ext cx="2797905" cy="1389062"/>
          </a:xfrm>
        </p:spPr>
        <p:txBody>
          <a:bodyPr/>
          <a:lstStyle>
            <a:lvl1pPr>
              <a:spcBef>
                <a:spcPts val="0"/>
              </a:spcBef>
              <a:spcAft>
                <a:spcPts val="0"/>
              </a:spcAft>
              <a:defRPr lang="en-GB" sz="1400" b="1" i="0" kern="1200" dirty="0">
                <a:solidFill>
                  <a:schemeClr val="bg1"/>
                </a:solidFill>
                <a:latin typeface="Johnson Text" pitchFamily="2" charset="77"/>
                <a:ea typeface="+mn-ea"/>
                <a:cs typeface="+mn-cs"/>
              </a:defRPr>
            </a:lvl1pPr>
            <a:lvl2pPr marL="0" indent="0">
              <a:spcBef>
                <a:spcPts val="0"/>
              </a:spcBef>
              <a:spcAft>
                <a:spcPts val="0"/>
              </a:spcAft>
              <a:buNone/>
              <a:defRPr sz="1400" b="0" i="0">
                <a:solidFill>
                  <a:schemeClr val="bg1"/>
                </a:solidFill>
                <a:latin typeface="Johnson Text" pitchFamily="2" charset="77"/>
              </a:defRPr>
            </a:lvl2pPr>
            <a:lvl3pPr marL="320675" indent="-320675">
              <a:spcBef>
                <a:spcPts val="0"/>
              </a:spcBef>
              <a:spcAft>
                <a:spcPts val="0"/>
              </a:spcAft>
              <a:tabLst/>
              <a:defRPr/>
            </a:lvl3pPr>
            <a:lvl4pPr>
              <a:spcBef>
                <a:spcPts val="0"/>
              </a:spcBef>
              <a:spcAft>
                <a:spcPts val="0"/>
              </a:spcAft>
              <a:defRPr/>
            </a:lvl4pPr>
            <a:lvl5pPr>
              <a:spcBef>
                <a:spcPts val="0"/>
              </a:spcBef>
              <a:spcAft>
                <a:spcPts val="0"/>
              </a:spcAft>
              <a:defRPr/>
            </a:lvl5pPr>
          </a:lstStyle>
          <a:p>
            <a:pPr lvl="0"/>
            <a:r>
              <a:rPr lang="en-GB" dirty="0" err="1"/>
              <a:t>Firstname</a:t>
            </a:r>
            <a:r>
              <a:rPr lang="en-GB" dirty="0"/>
              <a:t> Surname</a:t>
            </a:r>
          </a:p>
          <a:p>
            <a:pPr lvl="1"/>
            <a:r>
              <a:rPr lang="en-GB" dirty="0"/>
              <a:t>Role, Location</a:t>
            </a:r>
          </a:p>
        </p:txBody>
      </p:sp>
      <p:sp>
        <p:nvSpPr>
          <p:cNvPr id="8" name="Text Placeholder 7">
            <a:extLst>
              <a:ext uri="{FF2B5EF4-FFF2-40B4-BE49-F238E27FC236}">
                <a16:creationId xmlns:a16="http://schemas.microsoft.com/office/drawing/2014/main" id="{048FEEB1-636D-38E4-1003-F9C2F0009989}"/>
              </a:ext>
            </a:extLst>
          </p:cNvPr>
          <p:cNvSpPr>
            <a:spLocks noGrp="1"/>
          </p:cNvSpPr>
          <p:nvPr>
            <p:ph type="body" sz="quarter" idx="15" hasCustomPrompt="1"/>
          </p:nvPr>
        </p:nvSpPr>
        <p:spPr>
          <a:xfrm>
            <a:off x="288925" y="4376739"/>
            <a:ext cx="2776485" cy="1389062"/>
          </a:xfrm>
        </p:spPr>
        <p:txBody>
          <a:bodyPr/>
          <a:lstStyle>
            <a:lvl1pPr>
              <a:defRPr>
                <a:solidFill>
                  <a:schemeClr val="bg1"/>
                </a:solidFill>
              </a:defRPr>
            </a:lvl1pPr>
            <a:lvl2pPr>
              <a:defRPr>
                <a:solidFill>
                  <a:schemeClr val="bg1"/>
                </a:solidFill>
              </a:defRPr>
            </a:lvl2pPr>
            <a:lvl3pPr>
              <a:defRPr>
                <a:solidFill>
                  <a:schemeClr val="bg1"/>
                </a:solidFill>
              </a:defRPr>
            </a:lvl3pPr>
          </a:lstStyle>
          <a:p>
            <a:pPr lvl="0"/>
            <a:r>
              <a:rPr lang="en-GB" dirty="0"/>
              <a:t>Click to add text. Delete if not required.</a:t>
            </a:r>
          </a:p>
          <a:p>
            <a:pPr lvl="1"/>
            <a:r>
              <a:rPr lang="en-GB" dirty="0"/>
              <a:t>Second level</a:t>
            </a:r>
          </a:p>
          <a:p>
            <a:pPr lvl="2"/>
            <a:r>
              <a:rPr lang="en-GB" dirty="0"/>
              <a:t>Third level</a:t>
            </a:r>
          </a:p>
        </p:txBody>
      </p:sp>
      <p:sp>
        <p:nvSpPr>
          <p:cNvPr id="12" name="Title 11">
            <a:extLst>
              <a:ext uri="{FF2B5EF4-FFF2-40B4-BE49-F238E27FC236}">
                <a16:creationId xmlns:a16="http://schemas.microsoft.com/office/drawing/2014/main" id="{C45B8B1D-DD68-528A-E1DB-9EC7F9835CC4}"/>
              </a:ext>
            </a:extLst>
          </p:cNvPr>
          <p:cNvSpPr>
            <a:spLocks noGrp="1"/>
          </p:cNvSpPr>
          <p:nvPr>
            <p:ph type="title"/>
          </p:nvPr>
        </p:nvSpPr>
        <p:spPr>
          <a:xfrm>
            <a:off x="288303" y="262800"/>
            <a:ext cx="9649446" cy="468590"/>
          </a:xfrm>
        </p:spPr>
        <p:txBody>
          <a:bodyPr/>
          <a:lstStyle>
            <a:lvl1pPr>
              <a:defRPr>
                <a:solidFill>
                  <a:schemeClr val="bg1"/>
                </a:solidFill>
              </a:defRPr>
            </a:lvl1pPr>
          </a:lstStyle>
          <a:p>
            <a:r>
              <a:rPr lang="en-US"/>
              <a:t>Click to edit Master title style</a:t>
            </a:r>
            <a:endParaRPr lang="en-GB" dirty="0"/>
          </a:p>
        </p:txBody>
      </p:sp>
      <p:sp>
        <p:nvSpPr>
          <p:cNvPr id="3" name="Subtitle 2">
            <a:extLst>
              <a:ext uri="{FF2B5EF4-FFF2-40B4-BE49-F238E27FC236}">
                <a16:creationId xmlns:a16="http://schemas.microsoft.com/office/drawing/2014/main" id="{A56CA54C-86BC-245E-8EEE-F0C02489F097}"/>
              </a:ext>
            </a:extLst>
          </p:cNvPr>
          <p:cNvSpPr>
            <a:spLocks noGrp="1"/>
          </p:cNvSpPr>
          <p:nvPr>
            <p:ph type="subTitle" idx="16" hasCustomPrompt="1"/>
          </p:nvPr>
        </p:nvSpPr>
        <p:spPr>
          <a:xfrm>
            <a:off x="288301" y="713620"/>
            <a:ext cx="9649445" cy="292965"/>
          </a:xfrm>
        </p:spPr>
        <p:txBody>
          <a:bodyPr vert="horz" wrap="square" lIns="0" tIns="0" rIns="0" bIns="0" rtlCol="0" anchor="t">
            <a:spAutoFit/>
          </a:bodyPr>
          <a:lstStyle>
            <a:lvl1pPr>
              <a:defRPr lang="en-GB" b="1" dirty="0">
                <a:solidFill>
                  <a:schemeClr val="bg1"/>
                </a:solidFill>
              </a:defRPr>
            </a:lvl1pPr>
          </a:lstStyle>
          <a:p>
            <a:pPr lvl="0"/>
            <a:r>
              <a:rPr lang="en-GB" dirty="0"/>
              <a:t>Subtitle. Delete if not required.</a:t>
            </a:r>
          </a:p>
        </p:txBody>
      </p:sp>
      <p:sp>
        <p:nvSpPr>
          <p:cNvPr id="15" name="Footer Placeholder 4">
            <a:extLst>
              <a:ext uri="{FF2B5EF4-FFF2-40B4-BE49-F238E27FC236}">
                <a16:creationId xmlns:a16="http://schemas.microsoft.com/office/drawing/2014/main" id="{8498F38D-E287-CD9F-9BFC-10B3256FE9BE}"/>
              </a:ext>
            </a:extLst>
          </p:cNvPr>
          <p:cNvSpPr>
            <a:spLocks noGrp="1"/>
          </p:cNvSpPr>
          <p:nvPr>
            <p:ph type="ftr" sz="quarter" idx="3"/>
          </p:nvPr>
        </p:nvSpPr>
        <p:spPr>
          <a:xfrm>
            <a:off x="288259" y="5868000"/>
            <a:ext cx="1161051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bg1"/>
                </a:solidFill>
                <a:latin typeface="+mn-lt"/>
              </a:defRPr>
            </a:lvl1pPr>
          </a:lstStyle>
          <a:p>
            <a:pPr>
              <a:spcBef>
                <a:spcPts val="0"/>
              </a:spcBef>
              <a:spcAft>
                <a:spcPts val="300"/>
              </a:spcAft>
            </a:pPr>
            <a:r>
              <a:rPr lang="en-US"/>
              <a:t>Slide legal disclaimer goes here if required
Slide footer goes here if required. Turn off globally using the Header/Footer function (under the Insert menu).</a:t>
            </a:r>
            <a:endParaRPr lang="en-US" dirty="0"/>
          </a:p>
        </p:txBody>
      </p:sp>
      <p:sp>
        <p:nvSpPr>
          <p:cNvPr id="7" name="Slide Number Placeholder 5">
            <a:extLst>
              <a:ext uri="{FF2B5EF4-FFF2-40B4-BE49-F238E27FC236}">
                <a16:creationId xmlns:a16="http://schemas.microsoft.com/office/drawing/2014/main" id="{7429701B-BA59-63AC-184E-531FE07F601E}"/>
              </a:ext>
            </a:extLst>
          </p:cNvPr>
          <p:cNvSpPr>
            <a:spLocks noGrp="1"/>
          </p:cNvSpPr>
          <p:nvPr>
            <p:ph type="sldNum" sz="quarter" idx="12"/>
          </p:nvPr>
        </p:nvSpPr>
        <p:spPr>
          <a:xfrm>
            <a:off x="11581942" y="6433878"/>
            <a:ext cx="320674" cy="153463"/>
          </a:xfrm>
        </p:spPr>
        <p:txBody>
          <a:bodyPr/>
          <a:lstStyle>
            <a:lvl1pPr>
              <a:defRPr>
                <a:solidFill>
                  <a:schemeClr val="bg1"/>
                </a:solidFill>
              </a:defRPr>
            </a:lvl1pPr>
          </a:lstStyle>
          <a:p>
            <a:fld id="{AEC8D767-5246-2244-A4A3-B8AFB218393C}" type="slidenum">
              <a:rPr lang="en-GB" smtClean="0"/>
              <a:pPr/>
              <a:t>‹#›</a:t>
            </a:fld>
            <a:endParaRPr lang="en-GB"/>
          </a:p>
        </p:txBody>
      </p:sp>
      <p:sp>
        <p:nvSpPr>
          <p:cNvPr id="6" name="Graphic 8">
            <a:extLst>
              <a:ext uri="{FF2B5EF4-FFF2-40B4-BE49-F238E27FC236}">
                <a16:creationId xmlns:a16="http://schemas.microsoft.com/office/drawing/2014/main" id="{9E2456D6-0DCE-CB9D-60A5-2CD05AD6A4F2}"/>
              </a:ext>
            </a:extLst>
          </p:cNvPr>
          <p:cNvSpPr>
            <a:spLocks noChangeAspect="1"/>
          </p:cNvSpPr>
          <p:nvPr userDrawn="1"/>
        </p:nvSpPr>
        <p:spPr>
          <a:xfrm>
            <a:off x="287338" y="6416675"/>
            <a:ext cx="352800" cy="149403"/>
          </a:xfrm>
          <a:custGeom>
            <a:avLst/>
            <a:gdLst>
              <a:gd name="connsiteX0" fmla="*/ 5699846 w 6586631"/>
              <a:gd name="connsiteY0" fmla="*/ 2789294 h 2789293"/>
              <a:gd name="connsiteX1" fmla="*/ 6586632 w 6586631"/>
              <a:gd name="connsiteY1" fmla="*/ 1909153 h 2789293"/>
              <a:gd name="connsiteX2" fmla="*/ 6586632 w 6586631"/>
              <a:gd name="connsiteY2" fmla="*/ 60980 h 2789293"/>
              <a:gd name="connsiteX3" fmla="*/ 6112656 w 6586631"/>
              <a:gd name="connsiteY3" fmla="*/ 60980 h 2789293"/>
              <a:gd name="connsiteX4" fmla="*/ 6112656 w 6586631"/>
              <a:gd name="connsiteY4" fmla="*/ 2031114 h 2789293"/>
              <a:gd name="connsiteX5" fmla="*/ 5699846 w 6586631"/>
              <a:gd name="connsiteY5" fmla="*/ 2541669 h 2789293"/>
              <a:gd name="connsiteX6" fmla="*/ 5287036 w 6586631"/>
              <a:gd name="connsiteY6" fmla="*/ 1992847 h 2789293"/>
              <a:gd name="connsiteX7" fmla="*/ 5287036 w 6586631"/>
              <a:gd name="connsiteY7" fmla="*/ 1627212 h 2789293"/>
              <a:gd name="connsiteX8" fmla="*/ 4813060 w 6586631"/>
              <a:gd name="connsiteY8" fmla="*/ 1745222 h 2789293"/>
              <a:gd name="connsiteX9" fmla="*/ 4813060 w 6586631"/>
              <a:gd name="connsiteY9" fmla="*/ 1909153 h 2789293"/>
              <a:gd name="connsiteX10" fmla="*/ 5699846 w 6586631"/>
              <a:gd name="connsiteY10" fmla="*/ 2789294 h 2789293"/>
              <a:gd name="connsiteX11" fmla="*/ 3177175 w 6586631"/>
              <a:gd name="connsiteY11" fmla="*/ 2511056 h 2789293"/>
              <a:gd name="connsiteX12" fmla="*/ 2584828 w 6586631"/>
              <a:gd name="connsiteY12" fmla="*/ 1897549 h 2789293"/>
              <a:gd name="connsiteX13" fmla="*/ 2817854 w 6586631"/>
              <a:gd name="connsiteY13" fmla="*/ 1413657 h 2789293"/>
              <a:gd name="connsiteX14" fmla="*/ 3681610 w 6586631"/>
              <a:gd name="connsiteY14" fmla="*/ 2354778 h 2789293"/>
              <a:gd name="connsiteX15" fmla="*/ 3177175 w 6586631"/>
              <a:gd name="connsiteY15" fmla="*/ 2511056 h 2789293"/>
              <a:gd name="connsiteX16" fmla="*/ 3639512 w 6586631"/>
              <a:gd name="connsiteY16" fmla="*/ 1147022 h 2789293"/>
              <a:gd name="connsiteX17" fmla="*/ 4140232 w 6586631"/>
              <a:gd name="connsiteY17" fmla="*/ 1634865 h 2789293"/>
              <a:gd name="connsiteX18" fmla="*/ 4017900 w 6586631"/>
              <a:gd name="connsiteY18" fmla="*/ 2042717 h 2789293"/>
              <a:gd name="connsiteX19" fmla="*/ 3268800 w 6586631"/>
              <a:gd name="connsiteY19" fmla="*/ 1219359 h 2789293"/>
              <a:gd name="connsiteX20" fmla="*/ 3639512 w 6586631"/>
              <a:gd name="connsiteY20" fmla="*/ 1147022 h 2789293"/>
              <a:gd name="connsiteX21" fmla="*/ 3177175 w 6586631"/>
              <a:gd name="connsiteY21" fmla="*/ 201951 h 2789293"/>
              <a:gd name="connsiteX22" fmla="*/ 3536495 w 6586631"/>
              <a:gd name="connsiteY22" fmla="*/ 567833 h 2789293"/>
              <a:gd name="connsiteX23" fmla="*/ 3165783 w 6586631"/>
              <a:gd name="connsiteY23" fmla="*/ 1109002 h 2789293"/>
              <a:gd name="connsiteX24" fmla="*/ 3001353 w 6586631"/>
              <a:gd name="connsiteY24" fmla="*/ 926061 h 2789293"/>
              <a:gd name="connsiteX25" fmla="*/ 2814140 w 6586631"/>
              <a:gd name="connsiteY25" fmla="*/ 548823 h 2789293"/>
              <a:gd name="connsiteX26" fmla="*/ 3177175 w 6586631"/>
              <a:gd name="connsiteY26" fmla="*/ 201951 h 2789293"/>
              <a:gd name="connsiteX27" fmla="*/ 4136518 w 6586631"/>
              <a:gd name="connsiteY27" fmla="*/ 2172084 h 2789293"/>
              <a:gd name="connsiteX28" fmla="*/ 4461417 w 6586631"/>
              <a:gd name="connsiteY28" fmla="*/ 1428964 h 2789293"/>
              <a:gd name="connsiteX29" fmla="*/ 3960696 w 6586631"/>
              <a:gd name="connsiteY29" fmla="*/ 945071 h 2789293"/>
              <a:gd name="connsiteX30" fmla="*/ 3502073 w 6586631"/>
              <a:gd name="connsiteY30" fmla="*/ 1036418 h 2789293"/>
              <a:gd name="connsiteX31" fmla="*/ 3494397 w 6586631"/>
              <a:gd name="connsiteY31" fmla="*/ 1021112 h 2789293"/>
              <a:gd name="connsiteX32" fmla="*/ 3907206 w 6586631"/>
              <a:gd name="connsiteY32" fmla="*/ 518209 h 2789293"/>
              <a:gd name="connsiteX33" fmla="*/ 3188566 w 6586631"/>
              <a:gd name="connsiteY33" fmla="*/ 0 h 2789293"/>
              <a:gd name="connsiteX34" fmla="*/ 2401082 w 6586631"/>
              <a:gd name="connsiteY34" fmla="*/ 659180 h 2789293"/>
              <a:gd name="connsiteX35" fmla="*/ 2706913 w 6586631"/>
              <a:gd name="connsiteY35" fmla="*/ 1295646 h 2789293"/>
              <a:gd name="connsiteX36" fmla="*/ 2710628 w 6586631"/>
              <a:gd name="connsiteY36" fmla="*/ 1303300 h 2789293"/>
              <a:gd name="connsiteX37" fmla="*/ 2164094 w 6586631"/>
              <a:gd name="connsiteY37" fmla="*/ 2069134 h 2789293"/>
              <a:gd name="connsiteX38" fmla="*/ 2932262 w 6586631"/>
              <a:gd name="connsiteY38" fmla="*/ 2789294 h 2789293"/>
              <a:gd name="connsiteX39" fmla="*/ 3796018 w 6586631"/>
              <a:gd name="connsiteY39" fmla="*/ 2480689 h 2789293"/>
              <a:gd name="connsiteX40" fmla="*/ 4025329 w 6586631"/>
              <a:gd name="connsiteY40" fmla="*/ 2728314 h 2789293"/>
              <a:gd name="connsiteX41" fmla="*/ 4625352 w 6586631"/>
              <a:gd name="connsiteY41" fmla="*/ 2728314 h 2789293"/>
              <a:gd name="connsiteX42" fmla="*/ 4625352 w 6586631"/>
              <a:gd name="connsiteY42" fmla="*/ 2709303 h 2789293"/>
              <a:gd name="connsiteX43" fmla="*/ 4136518 w 6586631"/>
              <a:gd name="connsiteY43" fmla="*/ 2172084 h 2789293"/>
              <a:gd name="connsiteX44" fmla="*/ 886786 w 6586631"/>
              <a:gd name="connsiteY44" fmla="*/ 2789294 h 2789293"/>
              <a:gd name="connsiteX45" fmla="*/ 1773572 w 6586631"/>
              <a:gd name="connsiteY45" fmla="*/ 1909153 h 2789293"/>
              <a:gd name="connsiteX46" fmla="*/ 1773572 w 6586631"/>
              <a:gd name="connsiteY46" fmla="*/ 60980 h 2789293"/>
              <a:gd name="connsiteX47" fmla="*/ 1299596 w 6586631"/>
              <a:gd name="connsiteY47" fmla="*/ 60980 h 2789293"/>
              <a:gd name="connsiteX48" fmla="*/ 1299596 w 6586631"/>
              <a:gd name="connsiteY48" fmla="*/ 2031114 h 2789293"/>
              <a:gd name="connsiteX49" fmla="*/ 886786 w 6586631"/>
              <a:gd name="connsiteY49" fmla="*/ 2541669 h 2789293"/>
              <a:gd name="connsiteX50" fmla="*/ 473976 w 6586631"/>
              <a:gd name="connsiteY50" fmla="*/ 1992847 h 2789293"/>
              <a:gd name="connsiteX51" fmla="*/ 473976 w 6586631"/>
              <a:gd name="connsiteY51" fmla="*/ 1627212 h 2789293"/>
              <a:gd name="connsiteX52" fmla="*/ 0 w 6586631"/>
              <a:gd name="connsiteY52" fmla="*/ 1745222 h 2789293"/>
              <a:gd name="connsiteX53" fmla="*/ 0 w 6586631"/>
              <a:gd name="connsiteY53" fmla="*/ 1909153 h 2789293"/>
              <a:gd name="connsiteX54" fmla="*/ 886786 w 6586631"/>
              <a:gd name="connsiteY54" fmla="*/ 2789294 h 27892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6586631" h="2789293">
                <a:moveTo>
                  <a:pt x="5699846" y="2789294"/>
                </a:moveTo>
                <a:cubicBezTo>
                  <a:pt x="6338253" y="2789294"/>
                  <a:pt x="6586632" y="2408105"/>
                  <a:pt x="6586632" y="1909153"/>
                </a:cubicBezTo>
                <a:lnTo>
                  <a:pt x="6586632" y="60980"/>
                </a:lnTo>
                <a:lnTo>
                  <a:pt x="6112656" y="60980"/>
                </a:lnTo>
                <a:lnTo>
                  <a:pt x="6112656" y="2031114"/>
                </a:lnTo>
                <a:cubicBezTo>
                  <a:pt x="6112656" y="2351075"/>
                  <a:pt x="5990324" y="2541669"/>
                  <a:pt x="5699846" y="2541669"/>
                </a:cubicBezTo>
                <a:cubicBezTo>
                  <a:pt x="5413083" y="2541669"/>
                  <a:pt x="5287036" y="2339718"/>
                  <a:pt x="5287036" y="1992847"/>
                </a:cubicBezTo>
                <a:lnTo>
                  <a:pt x="5287036" y="1627212"/>
                </a:lnTo>
                <a:lnTo>
                  <a:pt x="4813060" y="1745222"/>
                </a:lnTo>
                <a:lnTo>
                  <a:pt x="4813060" y="1909153"/>
                </a:lnTo>
                <a:cubicBezTo>
                  <a:pt x="4813060" y="2408352"/>
                  <a:pt x="5061440" y="2789294"/>
                  <a:pt x="5699846" y="2789294"/>
                </a:cubicBezTo>
                <a:moveTo>
                  <a:pt x="3177175" y="2511056"/>
                </a:moveTo>
                <a:cubicBezTo>
                  <a:pt x="2810177" y="2511056"/>
                  <a:pt x="2584828" y="2213808"/>
                  <a:pt x="2584828" y="1897549"/>
                </a:cubicBezTo>
                <a:cubicBezTo>
                  <a:pt x="2584828" y="1699302"/>
                  <a:pt x="2672739" y="1516361"/>
                  <a:pt x="2817854" y="1413657"/>
                </a:cubicBezTo>
                <a:lnTo>
                  <a:pt x="3681610" y="2354778"/>
                </a:lnTo>
                <a:cubicBezTo>
                  <a:pt x="3521141" y="2450075"/>
                  <a:pt x="3341358" y="2511056"/>
                  <a:pt x="3177175" y="2511056"/>
                </a:cubicBezTo>
                <a:moveTo>
                  <a:pt x="3639512" y="1147022"/>
                </a:moveTo>
                <a:cubicBezTo>
                  <a:pt x="3949057" y="1147022"/>
                  <a:pt x="4140232" y="1326013"/>
                  <a:pt x="4140232" y="1634865"/>
                </a:cubicBezTo>
                <a:cubicBezTo>
                  <a:pt x="4140232" y="1772132"/>
                  <a:pt x="4102096" y="1913103"/>
                  <a:pt x="4017900" y="2042717"/>
                </a:cubicBezTo>
                <a:lnTo>
                  <a:pt x="3268800" y="1219359"/>
                </a:lnTo>
                <a:cubicBezTo>
                  <a:pt x="3402524" y="1166032"/>
                  <a:pt x="3532533" y="1147022"/>
                  <a:pt x="3639512" y="1147022"/>
                </a:cubicBezTo>
                <a:moveTo>
                  <a:pt x="3177175" y="201951"/>
                </a:moveTo>
                <a:cubicBezTo>
                  <a:pt x="3402771" y="201951"/>
                  <a:pt x="3536495" y="331565"/>
                  <a:pt x="3536495" y="567833"/>
                </a:cubicBezTo>
                <a:cubicBezTo>
                  <a:pt x="3536495" y="785091"/>
                  <a:pt x="3429516" y="990745"/>
                  <a:pt x="3165783" y="1109002"/>
                </a:cubicBezTo>
                <a:lnTo>
                  <a:pt x="3001353" y="926061"/>
                </a:lnTo>
                <a:cubicBezTo>
                  <a:pt x="2855990" y="766081"/>
                  <a:pt x="2814140" y="666833"/>
                  <a:pt x="2814140" y="548823"/>
                </a:cubicBezTo>
                <a:cubicBezTo>
                  <a:pt x="2813892" y="327615"/>
                  <a:pt x="2955292" y="201951"/>
                  <a:pt x="3177175" y="201951"/>
                </a:cubicBezTo>
                <a:moveTo>
                  <a:pt x="4136518" y="2172084"/>
                </a:moveTo>
                <a:cubicBezTo>
                  <a:pt x="4343047" y="1928163"/>
                  <a:pt x="4461417" y="1661528"/>
                  <a:pt x="4461417" y="1428964"/>
                </a:cubicBezTo>
                <a:cubicBezTo>
                  <a:pt x="4461417" y="1139369"/>
                  <a:pt x="4266527" y="945071"/>
                  <a:pt x="3960696" y="945071"/>
                </a:cubicBezTo>
                <a:cubicBezTo>
                  <a:pt x="3800228" y="945071"/>
                  <a:pt x="3620443" y="990745"/>
                  <a:pt x="3502073" y="1036418"/>
                </a:cubicBezTo>
                <a:lnTo>
                  <a:pt x="3494397" y="1021112"/>
                </a:lnTo>
                <a:cubicBezTo>
                  <a:pt x="3784874" y="864834"/>
                  <a:pt x="3907206" y="720160"/>
                  <a:pt x="3907206" y="518209"/>
                </a:cubicBezTo>
                <a:cubicBezTo>
                  <a:pt x="3907206" y="228614"/>
                  <a:pt x="3647188" y="0"/>
                  <a:pt x="3188566" y="0"/>
                </a:cubicBezTo>
                <a:cubicBezTo>
                  <a:pt x="2661100" y="0"/>
                  <a:pt x="2401082" y="293545"/>
                  <a:pt x="2401082" y="659180"/>
                </a:cubicBezTo>
                <a:cubicBezTo>
                  <a:pt x="2401082" y="857428"/>
                  <a:pt x="2485278" y="1055429"/>
                  <a:pt x="2706913" y="1295646"/>
                </a:cubicBezTo>
                <a:lnTo>
                  <a:pt x="2710628" y="1303300"/>
                </a:lnTo>
                <a:cubicBezTo>
                  <a:pt x="2336201" y="1482291"/>
                  <a:pt x="2164094" y="1771886"/>
                  <a:pt x="2164094" y="2069134"/>
                </a:cubicBezTo>
                <a:cubicBezTo>
                  <a:pt x="2164094" y="2461679"/>
                  <a:pt x="2465963" y="2789294"/>
                  <a:pt x="2932262" y="2789294"/>
                </a:cubicBezTo>
                <a:cubicBezTo>
                  <a:pt x="3199710" y="2789294"/>
                  <a:pt x="3513217" y="2678690"/>
                  <a:pt x="3796018" y="2480689"/>
                </a:cubicBezTo>
                <a:lnTo>
                  <a:pt x="4025329" y="2728314"/>
                </a:lnTo>
                <a:lnTo>
                  <a:pt x="4625352" y="2728314"/>
                </a:lnTo>
                <a:lnTo>
                  <a:pt x="4625352" y="2709303"/>
                </a:lnTo>
                <a:lnTo>
                  <a:pt x="4136518" y="2172084"/>
                </a:lnTo>
                <a:close/>
                <a:moveTo>
                  <a:pt x="886786" y="2789294"/>
                </a:moveTo>
                <a:cubicBezTo>
                  <a:pt x="1525192" y="2789294"/>
                  <a:pt x="1773572" y="2408105"/>
                  <a:pt x="1773572" y="1909153"/>
                </a:cubicBezTo>
                <a:lnTo>
                  <a:pt x="1773572" y="60980"/>
                </a:lnTo>
                <a:lnTo>
                  <a:pt x="1299596" y="60980"/>
                </a:lnTo>
                <a:lnTo>
                  <a:pt x="1299596" y="2031114"/>
                </a:lnTo>
                <a:cubicBezTo>
                  <a:pt x="1299596" y="2351075"/>
                  <a:pt x="1177263" y="2541669"/>
                  <a:pt x="886786" y="2541669"/>
                </a:cubicBezTo>
                <a:cubicBezTo>
                  <a:pt x="600023" y="2541669"/>
                  <a:pt x="473976" y="2339718"/>
                  <a:pt x="473976" y="1992847"/>
                </a:cubicBezTo>
                <a:lnTo>
                  <a:pt x="473976" y="1627212"/>
                </a:lnTo>
                <a:lnTo>
                  <a:pt x="0" y="1745222"/>
                </a:lnTo>
                <a:lnTo>
                  <a:pt x="0" y="1909153"/>
                </a:lnTo>
                <a:cubicBezTo>
                  <a:pt x="0" y="2408352"/>
                  <a:pt x="248379" y="2789294"/>
                  <a:pt x="886786" y="2789294"/>
                </a:cubicBezTo>
              </a:path>
            </a:pathLst>
          </a:custGeom>
          <a:solidFill>
            <a:schemeClr val="bg1"/>
          </a:solidFill>
          <a:ln w="24751" cap="flat">
            <a:noFill/>
            <a:prstDash val="solid"/>
            <a:miter/>
          </a:ln>
        </p:spPr>
        <p:txBody>
          <a:bodyPr rtlCol="0" anchor="ctr"/>
          <a:lstStyle/>
          <a:p>
            <a:endParaRPr lang="en-GB"/>
          </a:p>
        </p:txBody>
      </p:sp>
      <p:pic>
        <p:nvPicPr>
          <p:cNvPr id="5" name="Graphic 4">
            <a:extLst>
              <a:ext uri="{FF2B5EF4-FFF2-40B4-BE49-F238E27FC236}">
                <a16:creationId xmlns:a16="http://schemas.microsoft.com/office/drawing/2014/main" id="{499CFD56-A118-D7E6-7E32-B698266A5AF6}"/>
              </a:ext>
            </a:extLst>
          </p:cNvPr>
          <p:cNvPicPr>
            <a:picLocks noChangeAspect="1"/>
          </p:cNvPicPr>
          <p:nvPr userDrawn="1"/>
        </p:nvPicPr>
        <p:blipFill>
          <a:blip>
            <a:lum bright="100000"/>
            <a:extLst>
              <a:ext uri="{96DAC541-7B7A-43D3-8B79-37D633B846F1}">
                <asvg:svgBlip xmlns:asvg="http://schemas.microsoft.com/office/drawing/2016/SVG/main" r:embed="rId2"/>
              </a:ext>
            </a:extLst>
          </a:blip>
          <a:stretch>
            <a:fillRect/>
          </a:stretch>
        </p:blipFill>
        <p:spPr>
          <a:xfrm>
            <a:off x="10612438" y="6396841"/>
            <a:ext cx="787400" cy="190500"/>
          </a:xfrm>
          <a:prstGeom prst="rect">
            <a:avLst/>
          </a:prstGeom>
        </p:spPr>
      </p:pic>
    </p:spTree>
    <p:extLst>
      <p:ext uri="{BB962C8B-B14F-4D97-AF65-F5344CB8AC3E}">
        <p14:creationId xmlns:p14="http://schemas.microsoft.com/office/powerpoint/2010/main" val="3277413870"/>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eam Slide x 4">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A9C02CF3-9045-EF62-4E25-544B1DCA8AEF}"/>
              </a:ext>
            </a:extLst>
          </p:cNvPr>
          <p:cNvSpPr>
            <a:spLocks noGrp="1"/>
          </p:cNvSpPr>
          <p:nvPr>
            <p:ph type="sldNum" sz="quarter" idx="12"/>
          </p:nvPr>
        </p:nvSpPr>
        <p:spPr/>
        <p:txBody>
          <a:bodyPr/>
          <a:lstStyle/>
          <a:p>
            <a:fld id="{AEC8D767-5246-2244-A4A3-B8AFB218393C}" type="slidenum">
              <a:rPr lang="en-GB" smtClean="0"/>
              <a:t>‹#›</a:t>
            </a:fld>
            <a:endParaRPr lang="en-GB"/>
          </a:p>
        </p:txBody>
      </p:sp>
      <p:sp>
        <p:nvSpPr>
          <p:cNvPr id="23" name="Picture Placeholder 3">
            <a:extLst>
              <a:ext uri="{FF2B5EF4-FFF2-40B4-BE49-F238E27FC236}">
                <a16:creationId xmlns:a16="http://schemas.microsoft.com/office/drawing/2014/main" id="{9858E5CC-B320-8459-7BD7-5CE14C5E3AC9}"/>
              </a:ext>
            </a:extLst>
          </p:cNvPr>
          <p:cNvSpPr>
            <a:spLocks noGrp="1"/>
          </p:cNvSpPr>
          <p:nvPr>
            <p:ph type="pic" sz="quarter" idx="23" hasCustomPrompt="1"/>
          </p:nvPr>
        </p:nvSpPr>
        <p:spPr>
          <a:xfrm>
            <a:off x="6161089" y="1309284"/>
            <a:ext cx="2795588" cy="2922992"/>
          </a:xfrm>
          <a:solidFill>
            <a:schemeClr val="tx2"/>
          </a:solidFill>
        </p:spPr>
        <p:txBody>
          <a:bodyPr vert="horz" lIns="0" tIns="0" rIns="0" bIns="0" rtlCol="0">
            <a:noAutofit/>
          </a:bodyPr>
          <a:lstStyle>
            <a:lvl1pPr>
              <a:defRPr lang="en-GB" sz="1600" dirty="0"/>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team member headshot.</a:t>
            </a:r>
            <a:r>
              <a:rPr lang="en-GB" dirty="0"/>
              <a:t> Delete if not required. </a:t>
            </a:r>
            <a:r>
              <a:rPr lang="en-US" dirty="0"/>
              <a:t>Double click the image to adjust crop and scale.</a:t>
            </a:r>
          </a:p>
        </p:txBody>
      </p:sp>
      <p:sp>
        <p:nvSpPr>
          <p:cNvPr id="24" name="Text Placeholder 10">
            <a:extLst>
              <a:ext uri="{FF2B5EF4-FFF2-40B4-BE49-F238E27FC236}">
                <a16:creationId xmlns:a16="http://schemas.microsoft.com/office/drawing/2014/main" id="{BA241006-FA7F-3ABD-E9C0-8E177A254F71}"/>
              </a:ext>
            </a:extLst>
          </p:cNvPr>
          <p:cNvSpPr>
            <a:spLocks noGrp="1"/>
          </p:cNvSpPr>
          <p:nvPr>
            <p:ph type="body" sz="quarter" idx="24" hasCustomPrompt="1"/>
          </p:nvPr>
        </p:nvSpPr>
        <p:spPr>
          <a:xfrm>
            <a:off x="6161088" y="4376739"/>
            <a:ext cx="2797905" cy="1389062"/>
          </a:xfrm>
        </p:spPr>
        <p:txBody>
          <a:bodyPr/>
          <a:lstStyle>
            <a:lvl1pPr>
              <a:spcBef>
                <a:spcPts val="0"/>
              </a:spcBef>
              <a:spcAft>
                <a:spcPts val="0"/>
              </a:spcAft>
              <a:defRPr lang="en-GB" sz="1400" b="1" i="0" kern="1200" dirty="0">
                <a:solidFill>
                  <a:schemeClr val="tx1"/>
                </a:solidFill>
                <a:latin typeface="Johnson Text" pitchFamily="2" charset="77"/>
                <a:ea typeface="+mn-ea"/>
                <a:cs typeface="+mn-cs"/>
              </a:defRPr>
            </a:lvl1pPr>
            <a:lvl2pPr marL="0" indent="0">
              <a:spcBef>
                <a:spcPts val="0"/>
              </a:spcBef>
              <a:spcAft>
                <a:spcPts val="0"/>
              </a:spcAft>
              <a:buNone/>
              <a:defRPr sz="1400" b="0" i="0">
                <a:solidFill>
                  <a:schemeClr val="tx1"/>
                </a:solidFill>
                <a:latin typeface="Johnson Text" pitchFamily="2" charset="77"/>
              </a:defRPr>
            </a:lvl2pPr>
            <a:lvl3pPr marL="320675" indent="-320675">
              <a:spcBef>
                <a:spcPts val="0"/>
              </a:spcBef>
              <a:spcAft>
                <a:spcPts val="0"/>
              </a:spcAft>
              <a:tabLst/>
              <a:defRPr/>
            </a:lvl3pPr>
            <a:lvl4pPr>
              <a:spcBef>
                <a:spcPts val="0"/>
              </a:spcBef>
              <a:spcAft>
                <a:spcPts val="0"/>
              </a:spcAft>
              <a:defRPr/>
            </a:lvl4pPr>
            <a:lvl5pPr>
              <a:spcBef>
                <a:spcPts val="0"/>
              </a:spcBef>
              <a:spcAft>
                <a:spcPts val="0"/>
              </a:spcAft>
              <a:defRPr/>
            </a:lvl5pPr>
          </a:lstStyle>
          <a:p>
            <a:pPr lvl="0"/>
            <a:r>
              <a:rPr lang="en-GB" dirty="0" err="1"/>
              <a:t>Firstname</a:t>
            </a:r>
            <a:r>
              <a:rPr lang="en-GB" dirty="0"/>
              <a:t> Surname</a:t>
            </a:r>
          </a:p>
          <a:p>
            <a:pPr lvl="1"/>
            <a:r>
              <a:rPr lang="en-GB" dirty="0"/>
              <a:t>Role, Location</a:t>
            </a:r>
          </a:p>
        </p:txBody>
      </p:sp>
      <p:sp>
        <p:nvSpPr>
          <p:cNvPr id="2" name="Picture Placeholder 3">
            <a:extLst>
              <a:ext uri="{FF2B5EF4-FFF2-40B4-BE49-F238E27FC236}">
                <a16:creationId xmlns:a16="http://schemas.microsoft.com/office/drawing/2014/main" id="{AE4666F2-0E72-5C8A-DFF8-2DD7C6E4BAAE}"/>
              </a:ext>
            </a:extLst>
          </p:cNvPr>
          <p:cNvSpPr>
            <a:spLocks noGrp="1"/>
          </p:cNvSpPr>
          <p:nvPr>
            <p:ph type="pic" sz="quarter" idx="25" hasCustomPrompt="1"/>
          </p:nvPr>
        </p:nvSpPr>
        <p:spPr>
          <a:xfrm>
            <a:off x="3225801" y="1309284"/>
            <a:ext cx="2795588" cy="2922992"/>
          </a:xfrm>
          <a:solidFill>
            <a:schemeClr val="tx2"/>
          </a:solidFill>
        </p:spPr>
        <p:txBody>
          <a:bodyPr vert="horz" lIns="0" tIns="0" rIns="0" bIns="0" rtlCol="0">
            <a:noAutofit/>
          </a:bodyPr>
          <a:lstStyle>
            <a:lvl1pPr>
              <a:defRPr lang="en-GB" sz="1600" dirty="0"/>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team member headshot.</a:t>
            </a:r>
            <a:r>
              <a:rPr lang="en-GB" dirty="0"/>
              <a:t> Delete if not required. </a:t>
            </a:r>
            <a:r>
              <a:rPr lang="en-US" dirty="0"/>
              <a:t>Double click the image to adjust crop and scale.</a:t>
            </a:r>
          </a:p>
        </p:txBody>
      </p:sp>
      <p:sp>
        <p:nvSpPr>
          <p:cNvPr id="4" name="Text Placeholder 10">
            <a:extLst>
              <a:ext uri="{FF2B5EF4-FFF2-40B4-BE49-F238E27FC236}">
                <a16:creationId xmlns:a16="http://schemas.microsoft.com/office/drawing/2014/main" id="{9C68E616-CAC0-EE06-D15E-AFFEF3740EFF}"/>
              </a:ext>
            </a:extLst>
          </p:cNvPr>
          <p:cNvSpPr>
            <a:spLocks noGrp="1"/>
          </p:cNvSpPr>
          <p:nvPr>
            <p:ph type="body" sz="quarter" idx="26" hasCustomPrompt="1"/>
          </p:nvPr>
        </p:nvSpPr>
        <p:spPr>
          <a:xfrm>
            <a:off x="3225800" y="4376739"/>
            <a:ext cx="2794731" cy="1389062"/>
          </a:xfrm>
        </p:spPr>
        <p:txBody>
          <a:bodyPr/>
          <a:lstStyle>
            <a:lvl1pPr>
              <a:spcBef>
                <a:spcPts val="0"/>
              </a:spcBef>
              <a:spcAft>
                <a:spcPts val="0"/>
              </a:spcAft>
              <a:defRPr lang="en-GB" sz="1400" b="1" i="0" kern="1200" dirty="0">
                <a:solidFill>
                  <a:schemeClr val="tx1"/>
                </a:solidFill>
                <a:latin typeface="Johnson Text" pitchFamily="2" charset="77"/>
                <a:ea typeface="+mn-ea"/>
                <a:cs typeface="+mn-cs"/>
              </a:defRPr>
            </a:lvl1pPr>
            <a:lvl2pPr marL="0" indent="0">
              <a:spcBef>
                <a:spcPts val="0"/>
              </a:spcBef>
              <a:spcAft>
                <a:spcPts val="0"/>
              </a:spcAft>
              <a:buNone/>
              <a:defRPr sz="1400" b="0" i="0">
                <a:solidFill>
                  <a:schemeClr val="tx1"/>
                </a:solidFill>
                <a:latin typeface="Johnson Text" pitchFamily="2" charset="77"/>
              </a:defRPr>
            </a:lvl2pPr>
            <a:lvl3pPr marL="320675" indent="-320675">
              <a:spcBef>
                <a:spcPts val="0"/>
              </a:spcBef>
              <a:spcAft>
                <a:spcPts val="0"/>
              </a:spcAft>
              <a:tabLst/>
              <a:defRPr/>
            </a:lvl3pPr>
            <a:lvl4pPr>
              <a:spcBef>
                <a:spcPts val="0"/>
              </a:spcBef>
              <a:spcAft>
                <a:spcPts val="0"/>
              </a:spcAft>
              <a:defRPr/>
            </a:lvl4pPr>
            <a:lvl5pPr>
              <a:spcBef>
                <a:spcPts val="0"/>
              </a:spcBef>
              <a:spcAft>
                <a:spcPts val="0"/>
              </a:spcAft>
              <a:defRPr/>
            </a:lvl5pPr>
          </a:lstStyle>
          <a:p>
            <a:pPr lvl="0"/>
            <a:r>
              <a:rPr lang="en-GB" dirty="0" err="1"/>
              <a:t>Firstname</a:t>
            </a:r>
            <a:r>
              <a:rPr lang="en-GB" dirty="0"/>
              <a:t> Surname</a:t>
            </a:r>
          </a:p>
          <a:p>
            <a:pPr lvl="1"/>
            <a:r>
              <a:rPr lang="en-GB" dirty="0"/>
              <a:t>Role, Location</a:t>
            </a:r>
          </a:p>
        </p:txBody>
      </p:sp>
      <p:sp>
        <p:nvSpPr>
          <p:cNvPr id="9" name="Picture Placeholder 3">
            <a:extLst>
              <a:ext uri="{FF2B5EF4-FFF2-40B4-BE49-F238E27FC236}">
                <a16:creationId xmlns:a16="http://schemas.microsoft.com/office/drawing/2014/main" id="{2D83ADDB-0799-3ABA-AFB5-0EF907EBBC1C}"/>
              </a:ext>
            </a:extLst>
          </p:cNvPr>
          <p:cNvSpPr>
            <a:spLocks noGrp="1"/>
          </p:cNvSpPr>
          <p:nvPr>
            <p:ph type="pic" sz="quarter" idx="27" hasCustomPrompt="1"/>
          </p:nvPr>
        </p:nvSpPr>
        <p:spPr>
          <a:xfrm>
            <a:off x="9119384" y="1309284"/>
            <a:ext cx="2795588" cy="2922992"/>
          </a:xfrm>
          <a:solidFill>
            <a:schemeClr val="tx2"/>
          </a:solidFill>
        </p:spPr>
        <p:txBody>
          <a:bodyPr vert="horz" lIns="0" tIns="0" rIns="0" bIns="0" rtlCol="0">
            <a:noAutofit/>
          </a:bodyPr>
          <a:lstStyle>
            <a:lvl1pPr>
              <a:defRPr lang="en-GB" sz="1600" dirty="0"/>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team member headshot.</a:t>
            </a:r>
            <a:r>
              <a:rPr lang="en-GB" dirty="0"/>
              <a:t> Delete if not required. </a:t>
            </a:r>
            <a:r>
              <a:rPr lang="en-US" dirty="0"/>
              <a:t>Double click the image to adjust crop and scale.</a:t>
            </a:r>
          </a:p>
        </p:txBody>
      </p:sp>
      <p:sp>
        <p:nvSpPr>
          <p:cNvPr id="10" name="Text Placeholder 10">
            <a:extLst>
              <a:ext uri="{FF2B5EF4-FFF2-40B4-BE49-F238E27FC236}">
                <a16:creationId xmlns:a16="http://schemas.microsoft.com/office/drawing/2014/main" id="{5A40ED4D-9D7E-FA31-0E92-48608769B8DC}"/>
              </a:ext>
            </a:extLst>
          </p:cNvPr>
          <p:cNvSpPr>
            <a:spLocks noGrp="1"/>
          </p:cNvSpPr>
          <p:nvPr>
            <p:ph type="body" sz="quarter" idx="28" hasCustomPrompt="1"/>
          </p:nvPr>
        </p:nvSpPr>
        <p:spPr>
          <a:xfrm>
            <a:off x="9119383" y="4376739"/>
            <a:ext cx="2797905" cy="1389062"/>
          </a:xfrm>
        </p:spPr>
        <p:txBody>
          <a:bodyPr/>
          <a:lstStyle>
            <a:lvl1pPr>
              <a:spcBef>
                <a:spcPts val="0"/>
              </a:spcBef>
              <a:spcAft>
                <a:spcPts val="0"/>
              </a:spcAft>
              <a:defRPr lang="en-GB" sz="1400" b="1" i="0" kern="1200" dirty="0">
                <a:solidFill>
                  <a:schemeClr val="tx1"/>
                </a:solidFill>
                <a:latin typeface="Johnson Text" pitchFamily="2" charset="77"/>
                <a:ea typeface="+mn-ea"/>
                <a:cs typeface="+mn-cs"/>
              </a:defRPr>
            </a:lvl1pPr>
            <a:lvl2pPr marL="0" indent="0">
              <a:spcBef>
                <a:spcPts val="0"/>
              </a:spcBef>
              <a:spcAft>
                <a:spcPts val="0"/>
              </a:spcAft>
              <a:buNone/>
              <a:defRPr sz="1400" b="0" i="0">
                <a:solidFill>
                  <a:schemeClr val="tx1"/>
                </a:solidFill>
                <a:latin typeface="Johnson Text" pitchFamily="2" charset="77"/>
              </a:defRPr>
            </a:lvl2pPr>
            <a:lvl3pPr marL="320675" indent="-320675">
              <a:spcBef>
                <a:spcPts val="0"/>
              </a:spcBef>
              <a:spcAft>
                <a:spcPts val="0"/>
              </a:spcAft>
              <a:tabLst/>
              <a:defRPr/>
            </a:lvl3pPr>
            <a:lvl4pPr>
              <a:spcBef>
                <a:spcPts val="0"/>
              </a:spcBef>
              <a:spcAft>
                <a:spcPts val="0"/>
              </a:spcAft>
              <a:defRPr/>
            </a:lvl4pPr>
            <a:lvl5pPr>
              <a:spcBef>
                <a:spcPts val="0"/>
              </a:spcBef>
              <a:spcAft>
                <a:spcPts val="0"/>
              </a:spcAft>
              <a:defRPr/>
            </a:lvl5pPr>
          </a:lstStyle>
          <a:p>
            <a:pPr lvl="0"/>
            <a:r>
              <a:rPr lang="en-GB" dirty="0" err="1"/>
              <a:t>Firstname</a:t>
            </a:r>
            <a:r>
              <a:rPr lang="en-GB" dirty="0"/>
              <a:t> Surname</a:t>
            </a:r>
          </a:p>
          <a:p>
            <a:pPr lvl="1"/>
            <a:r>
              <a:rPr lang="en-GB" dirty="0"/>
              <a:t>Role, Location</a:t>
            </a:r>
          </a:p>
        </p:txBody>
      </p:sp>
      <p:sp>
        <p:nvSpPr>
          <p:cNvPr id="11" name="Picture Placeholder 3">
            <a:extLst>
              <a:ext uri="{FF2B5EF4-FFF2-40B4-BE49-F238E27FC236}">
                <a16:creationId xmlns:a16="http://schemas.microsoft.com/office/drawing/2014/main" id="{F5068F87-7E7A-B5CF-3CBC-E18B6DD0D732}"/>
              </a:ext>
            </a:extLst>
          </p:cNvPr>
          <p:cNvSpPr>
            <a:spLocks noGrp="1"/>
          </p:cNvSpPr>
          <p:nvPr>
            <p:ph type="pic" sz="quarter" idx="29" hasCustomPrompt="1"/>
          </p:nvPr>
        </p:nvSpPr>
        <p:spPr>
          <a:xfrm>
            <a:off x="291479" y="1309284"/>
            <a:ext cx="2795588" cy="2922992"/>
          </a:xfrm>
          <a:solidFill>
            <a:schemeClr val="tx2"/>
          </a:solidFill>
        </p:spPr>
        <p:txBody>
          <a:bodyPr vert="horz" lIns="0" tIns="0" rIns="0" bIns="0" rtlCol="0">
            <a:noAutofit/>
          </a:bodyPr>
          <a:lstStyle>
            <a:lvl1pPr>
              <a:defRPr lang="en-GB" sz="1600" dirty="0"/>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team member headshot.</a:t>
            </a:r>
            <a:r>
              <a:rPr lang="en-GB" dirty="0"/>
              <a:t> Delete if not required. </a:t>
            </a:r>
            <a:r>
              <a:rPr lang="en-US" dirty="0"/>
              <a:t>Double click the image to adjust crop and scale.</a:t>
            </a:r>
          </a:p>
        </p:txBody>
      </p:sp>
      <p:sp>
        <p:nvSpPr>
          <p:cNvPr id="12" name="Text Placeholder 10">
            <a:extLst>
              <a:ext uri="{FF2B5EF4-FFF2-40B4-BE49-F238E27FC236}">
                <a16:creationId xmlns:a16="http://schemas.microsoft.com/office/drawing/2014/main" id="{B4F951B9-FA91-8764-4AF1-2302D32F8D5A}"/>
              </a:ext>
            </a:extLst>
          </p:cNvPr>
          <p:cNvSpPr>
            <a:spLocks noGrp="1"/>
          </p:cNvSpPr>
          <p:nvPr>
            <p:ph type="body" sz="quarter" idx="30" hasCustomPrompt="1"/>
          </p:nvPr>
        </p:nvSpPr>
        <p:spPr>
          <a:xfrm>
            <a:off x="291478" y="4376739"/>
            <a:ext cx="2794731" cy="1389062"/>
          </a:xfrm>
        </p:spPr>
        <p:txBody>
          <a:bodyPr/>
          <a:lstStyle>
            <a:lvl1pPr>
              <a:spcBef>
                <a:spcPts val="0"/>
              </a:spcBef>
              <a:spcAft>
                <a:spcPts val="0"/>
              </a:spcAft>
              <a:defRPr lang="en-GB" sz="1400" b="1" i="0" kern="1200" dirty="0">
                <a:solidFill>
                  <a:schemeClr val="tx1"/>
                </a:solidFill>
                <a:latin typeface="Johnson Text" pitchFamily="2" charset="77"/>
                <a:ea typeface="+mn-ea"/>
                <a:cs typeface="+mn-cs"/>
              </a:defRPr>
            </a:lvl1pPr>
            <a:lvl2pPr marL="0" indent="0">
              <a:spcBef>
                <a:spcPts val="0"/>
              </a:spcBef>
              <a:spcAft>
                <a:spcPts val="0"/>
              </a:spcAft>
              <a:buNone/>
              <a:defRPr sz="1400" b="0" i="0">
                <a:solidFill>
                  <a:schemeClr val="tx1"/>
                </a:solidFill>
                <a:latin typeface="Johnson Text" pitchFamily="2" charset="77"/>
              </a:defRPr>
            </a:lvl2pPr>
            <a:lvl3pPr marL="320675" indent="-320675">
              <a:spcBef>
                <a:spcPts val="0"/>
              </a:spcBef>
              <a:spcAft>
                <a:spcPts val="0"/>
              </a:spcAft>
              <a:tabLst/>
              <a:defRPr/>
            </a:lvl3pPr>
            <a:lvl4pPr>
              <a:spcBef>
                <a:spcPts val="0"/>
              </a:spcBef>
              <a:spcAft>
                <a:spcPts val="0"/>
              </a:spcAft>
              <a:defRPr/>
            </a:lvl4pPr>
            <a:lvl5pPr>
              <a:spcBef>
                <a:spcPts val="0"/>
              </a:spcBef>
              <a:spcAft>
                <a:spcPts val="0"/>
              </a:spcAft>
              <a:defRPr/>
            </a:lvl5pPr>
          </a:lstStyle>
          <a:p>
            <a:pPr lvl="0"/>
            <a:r>
              <a:rPr lang="en-GB" dirty="0" err="1"/>
              <a:t>Firstname</a:t>
            </a:r>
            <a:r>
              <a:rPr lang="en-GB" dirty="0"/>
              <a:t> Surname</a:t>
            </a:r>
          </a:p>
          <a:p>
            <a:pPr lvl="1"/>
            <a:r>
              <a:rPr lang="en-GB" dirty="0"/>
              <a:t>Role, Location</a:t>
            </a:r>
          </a:p>
        </p:txBody>
      </p:sp>
      <p:sp>
        <p:nvSpPr>
          <p:cNvPr id="3" name="Text Placeholder 7">
            <a:extLst>
              <a:ext uri="{FF2B5EF4-FFF2-40B4-BE49-F238E27FC236}">
                <a16:creationId xmlns:a16="http://schemas.microsoft.com/office/drawing/2014/main" id="{5F91C3EF-5967-CDBE-EACE-2531D873C36A}"/>
              </a:ext>
            </a:extLst>
          </p:cNvPr>
          <p:cNvSpPr>
            <a:spLocks noGrp="1"/>
          </p:cNvSpPr>
          <p:nvPr>
            <p:ph type="body" sz="quarter" idx="31" hasCustomPrompt="1"/>
          </p:nvPr>
        </p:nvSpPr>
        <p:spPr>
          <a:xfrm>
            <a:off x="8125200" y="293525"/>
            <a:ext cx="3778870" cy="878050"/>
          </a:xfrm>
        </p:spPr>
        <p:txBody>
          <a:bodyPr/>
          <a:lstStyle>
            <a:lvl1pPr>
              <a:defRPr sz="1400"/>
            </a:lvl1pPr>
            <a:lvl2pPr>
              <a:defRPr sz="1400"/>
            </a:lvl2pPr>
            <a:lvl3pPr>
              <a:defRPr sz="1200"/>
            </a:lvl3pPr>
          </a:lstStyle>
          <a:p>
            <a:pPr lvl="0"/>
            <a:r>
              <a:rPr lang="en-GB" dirty="0"/>
              <a:t>Click to add text. Delete if not required.</a:t>
            </a:r>
          </a:p>
          <a:p>
            <a:pPr lvl="1"/>
            <a:r>
              <a:rPr lang="en-GB" dirty="0"/>
              <a:t>Second level</a:t>
            </a:r>
          </a:p>
          <a:p>
            <a:pPr lvl="2"/>
            <a:r>
              <a:rPr lang="en-GB" dirty="0"/>
              <a:t>Third level</a:t>
            </a:r>
          </a:p>
        </p:txBody>
      </p:sp>
      <p:sp>
        <p:nvSpPr>
          <p:cNvPr id="13" name="Title 7">
            <a:extLst>
              <a:ext uri="{FF2B5EF4-FFF2-40B4-BE49-F238E27FC236}">
                <a16:creationId xmlns:a16="http://schemas.microsoft.com/office/drawing/2014/main" id="{DA47195B-21A0-9A63-E4DA-58F9F29E98B6}"/>
              </a:ext>
            </a:extLst>
          </p:cNvPr>
          <p:cNvSpPr>
            <a:spLocks noGrp="1"/>
          </p:cNvSpPr>
          <p:nvPr>
            <p:ph type="title" hasCustomPrompt="1"/>
          </p:nvPr>
        </p:nvSpPr>
        <p:spPr>
          <a:xfrm>
            <a:off x="288303" y="262800"/>
            <a:ext cx="5733085" cy="468590"/>
          </a:xfrm>
        </p:spPr>
        <p:txBody>
          <a:bodyPr/>
          <a:lstStyle>
            <a:lvl1pPr>
              <a:defRPr>
                <a:solidFill>
                  <a:schemeClr val="accent1"/>
                </a:solidFill>
              </a:defRPr>
            </a:lvl1pPr>
          </a:lstStyle>
          <a:p>
            <a:r>
              <a:rPr lang="en-US" dirty="0"/>
              <a:t>Master title style</a:t>
            </a:r>
            <a:endParaRPr lang="en-GB" dirty="0"/>
          </a:p>
        </p:txBody>
      </p:sp>
      <p:sp>
        <p:nvSpPr>
          <p:cNvPr id="5" name="Subtitle 2">
            <a:extLst>
              <a:ext uri="{FF2B5EF4-FFF2-40B4-BE49-F238E27FC236}">
                <a16:creationId xmlns:a16="http://schemas.microsoft.com/office/drawing/2014/main" id="{FB220D96-C4B3-B7EB-A87A-9845F48C33C3}"/>
              </a:ext>
            </a:extLst>
          </p:cNvPr>
          <p:cNvSpPr>
            <a:spLocks noGrp="1"/>
          </p:cNvSpPr>
          <p:nvPr>
            <p:ph type="subTitle" idx="16" hasCustomPrompt="1"/>
          </p:nvPr>
        </p:nvSpPr>
        <p:spPr>
          <a:xfrm>
            <a:off x="288302" y="713620"/>
            <a:ext cx="5732229" cy="292965"/>
          </a:xfrm>
        </p:spPr>
        <p:txBody>
          <a:bodyPr vert="horz" wrap="square" lIns="0" tIns="0" rIns="0" bIns="0" rtlCol="0" anchor="t">
            <a:spAutoFit/>
          </a:bodyPr>
          <a:lstStyle>
            <a:lvl1pPr>
              <a:defRPr lang="en-GB" b="1" dirty="0"/>
            </a:lvl1pPr>
          </a:lstStyle>
          <a:p>
            <a:pPr lvl="0"/>
            <a:r>
              <a:rPr lang="en-GB" dirty="0"/>
              <a:t>Subtitle. Delete if not required.</a:t>
            </a:r>
          </a:p>
        </p:txBody>
      </p:sp>
      <p:sp>
        <p:nvSpPr>
          <p:cNvPr id="8" name="Footer Placeholder 4">
            <a:extLst>
              <a:ext uri="{FF2B5EF4-FFF2-40B4-BE49-F238E27FC236}">
                <a16:creationId xmlns:a16="http://schemas.microsoft.com/office/drawing/2014/main" id="{6606912E-45D9-5EEE-9496-4E85E1874A13}"/>
              </a:ext>
            </a:extLst>
          </p:cNvPr>
          <p:cNvSpPr>
            <a:spLocks noGrp="1"/>
          </p:cNvSpPr>
          <p:nvPr>
            <p:ph type="ftr" sz="quarter" idx="3"/>
          </p:nvPr>
        </p:nvSpPr>
        <p:spPr>
          <a:xfrm>
            <a:off x="288259" y="5868000"/>
            <a:ext cx="1161051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b="0" i="0" dirty="0">
                <a:effectLst/>
              </a:rPr>
              <a:t>Slide legal disclaimer goes here if required
Slide footer goes here if required. Turn off globally using the Header/Footer function (under the Insert menu).</a:t>
            </a:r>
          </a:p>
        </p:txBody>
      </p:sp>
    </p:spTree>
    <p:extLst>
      <p:ext uri="{BB962C8B-B14F-4D97-AF65-F5344CB8AC3E}">
        <p14:creationId xmlns:p14="http://schemas.microsoft.com/office/powerpoint/2010/main" val="352008052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eam Slide x 6">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A9C02CF3-9045-EF62-4E25-544B1DCA8AEF}"/>
              </a:ext>
            </a:extLst>
          </p:cNvPr>
          <p:cNvSpPr>
            <a:spLocks noGrp="1"/>
          </p:cNvSpPr>
          <p:nvPr>
            <p:ph type="sldNum" sz="quarter" idx="12"/>
          </p:nvPr>
        </p:nvSpPr>
        <p:spPr/>
        <p:txBody>
          <a:bodyPr/>
          <a:lstStyle/>
          <a:p>
            <a:fld id="{AEC8D767-5246-2244-A4A3-B8AFB218393C}" type="slidenum">
              <a:rPr lang="en-GB" smtClean="0"/>
              <a:t>‹#›</a:t>
            </a:fld>
            <a:endParaRPr lang="en-GB"/>
          </a:p>
        </p:txBody>
      </p:sp>
      <p:sp>
        <p:nvSpPr>
          <p:cNvPr id="4" name="Picture Placeholder 3">
            <a:extLst>
              <a:ext uri="{FF2B5EF4-FFF2-40B4-BE49-F238E27FC236}">
                <a16:creationId xmlns:a16="http://schemas.microsoft.com/office/drawing/2014/main" id="{3DD93883-FE82-F5D7-6954-1E4205A257B6}"/>
              </a:ext>
            </a:extLst>
          </p:cNvPr>
          <p:cNvSpPr>
            <a:spLocks noGrp="1"/>
          </p:cNvSpPr>
          <p:nvPr>
            <p:ph type="pic" sz="quarter" idx="13" hasCustomPrompt="1"/>
          </p:nvPr>
        </p:nvSpPr>
        <p:spPr>
          <a:xfrm>
            <a:off x="292100" y="2338388"/>
            <a:ext cx="1811338" cy="1893887"/>
          </a:xfrm>
          <a:solidFill>
            <a:schemeClr val="tx2"/>
          </a:solidFill>
        </p:spPr>
        <p:txBody>
          <a:bodyPr vert="horz" lIns="0" tIns="0" rIns="0" bIns="0" rtlCol="0">
            <a:noAutofit/>
          </a:bodyPr>
          <a:lstStyle>
            <a:lvl1pPr>
              <a:defRPr lang="en-GB" sz="1200"/>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team member headshot.</a:t>
            </a:r>
            <a:r>
              <a:rPr lang="en-GB" dirty="0"/>
              <a:t> Delete if not required. </a:t>
            </a:r>
            <a:r>
              <a:rPr lang="en-US" dirty="0"/>
              <a:t>Double click the image to adjust crop and scale.</a:t>
            </a:r>
          </a:p>
        </p:txBody>
      </p:sp>
      <p:sp>
        <p:nvSpPr>
          <p:cNvPr id="11" name="Text Placeholder 10">
            <a:extLst>
              <a:ext uri="{FF2B5EF4-FFF2-40B4-BE49-F238E27FC236}">
                <a16:creationId xmlns:a16="http://schemas.microsoft.com/office/drawing/2014/main" id="{BAF95DAC-024B-BE13-C7C3-B8E962C0E286}"/>
              </a:ext>
            </a:extLst>
          </p:cNvPr>
          <p:cNvSpPr>
            <a:spLocks noGrp="1"/>
          </p:cNvSpPr>
          <p:nvPr>
            <p:ph type="body" sz="quarter" idx="14" hasCustomPrompt="1"/>
          </p:nvPr>
        </p:nvSpPr>
        <p:spPr>
          <a:xfrm>
            <a:off x="292100" y="4376739"/>
            <a:ext cx="1811338" cy="1389062"/>
          </a:xfrm>
        </p:spPr>
        <p:txBody>
          <a:bodyPr/>
          <a:lstStyle>
            <a:lvl1pPr>
              <a:spcBef>
                <a:spcPts val="0"/>
              </a:spcBef>
              <a:spcAft>
                <a:spcPts val="0"/>
              </a:spcAft>
              <a:defRPr lang="en-GB" sz="1400" b="1" i="0" kern="1200" dirty="0">
                <a:solidFill>
                  <a:schemeClr val="tx1"/>
                </a:solidFill>
                <a:latin typeface="Johnson Text" pitchFamily="2" charset="77"/>
                <a:ea typeface="+mn-ea"/>
                <a:cs typeface="+mn-cs"/>
              </a:defRPr>
            </a:lvl1pPr>
            <a:lvl2pPr marL="0" indent="0">
              <a:spcBef>
                <a:spcPts val="0"/>
              </a:spcBef>
              <a:spcAft>
                <a:spcPts val="0"/>
              </a:spcAft>
              <a:buNone/>
              <a:defRPr sz="1400" b="0" i="0">
                <a:solidFill>
                  <a:schemeClr val="tx1"/>
                </a:solidFill>
                <a:latin typeface="Johnson Text" pitchFamily="2" charset="77"/>
              </a:defRPr>
            </a:lvl2pPr>
            <a:lvl3pPr marL="320675" indent="-320675">
              <a:spcBef>
                <a:spcPts val="0"/>
              </a:spcBef>
              <a:spcAft>
                <a:spcPts val="0"/>
              </a:spcAft>
              <a:tabLst/>
              <a:defRPr/>
            </a:lvl3pPr>
            <a:lvl4pPr>
              <a:spcBef>
                <a:spcPts val="0"/>
              </a:spcBef>
              <a:spcAft>
                <a:spcPts val="0"/>
              </a:spcAft>
              <a:defRPr/>
            </a:lvl4pPr>
            <a:lvl5pPr>
              <a:spcBef>
                <a:spcPts val="0"/>
              </a:spcBef>
              <a:spcAft>
                <a:spcPts val="0"/>
              </a:spcAft>
              <a:defRPr/>
            </a:lvl5pPr>
          </a:lstStyle>
          <a:p>
            <a:pPr lvl="0"/>
            <a:r>
              <a:rPr lang="en-GB" dirty="0" err="1"/>
              <a:t>Firstname</a:t>
            </a:r>
            <a:r>
              <a:rPr lang="en-GB" dirty="0"/>
              <a:t> Surname</a:t>
            </a:r>
          </a:p>
          <a:p>
            <a:pPr lvl="1"/>
            <a:r>
              <a:rPr lang="en-GB" dirty="0"/>
              <a:t>Role, Location</a:t>
            </a:r>
          </a:p>
        </p:txBody>
      </p:sp>
      <p:sp>
        <p:nvSpPr>
          <p:cNvPr id="12" name="Picture Placeholder 3">
            <a:extLst>
              <a:ext uri="{FF2B5EF4-FFF2-40B4-BE49-F238E27FC236}">
                <a16:creationId xmlns:a16="http://schemas.microsoft.com/office/drawing/2014/main" id="{D5C0A3F1-8272-1EE9-CC5E-D2F51E93821E}"/>
              </a:ext>
            </a:extLst>
          </p:cNvPr>
          <p:cNvSpPr>
            <a:spLocks noGrp="1"/>
          </p:cNvSpPr>
          <p:nvPr>
            <p:ph type="pic" sz="quarter" idx="15" hasCustomPrompt="1"/>
          </p:nvPr>
        </p:nvSpPr>
        <p:spPr>
          <a:xfrm>
            <a:off x="2251075" y="2338388"/>
            <a:ext cx="1811338" cy="1893887"/>
          </a:xfrm>
          <a:solidFill>
            <a:schemeClr val="tx2"/>
          </a:solidFill>
        </p:spPr>
        <p:txBody>
          <a:bodyPr vert="horz" lIns="0" tIns="0" rIns="0" bIns="0" rtlCol="0">
            <a:noAutofit/>
          </a:bodyPr>
          <a:lstStyle>
            <a:lvl1pPr>
              <a:defRPr lang="en-GB" sz="1200"/>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team member headshot.</a:t>
            </a:r>
            <a:r>
              <a:rPr lang="en-GB" dirty="0"/>
              <a:t> Delete if not required. </a:t>
            </a:r>
            <a:r>
              <a:rPr lang="en-US" dirty="0"/>
              <a:t>Double click the image to adjust crop and scale.</a:t>
            </a:r>
          </a:p>
        </p:txBody>
      </p:sp>
      <p:sp>
        <p:nvSpPr>
          <p:cNvPr id="13" name="Text Placeholder 10">
            <a:extLst>
              <a:ext uri="{FF2B5EF4-FFF2-40B4-BE49-F238E27FC236}">
                <a16:creationId xmlns:a16="http://schemas.microsoft.com/office/drawing/2014/main" id="{07824833-215E-5CBF-9B67-8C5BFCFF600B}"/>
              </a:ext>
            </a:extLst>
          </p:cNvPr>
          <p:cNvSpPr>
            <a:spLocks noGrp="1"/>
          </p:cNvSpPr>
          <p:nvPr>
            <p:ph type="body" sz="quarter" idx="16" hasCustomPrompt="1"/>
          </p:nvPr>
        </p:nvSpPr>
        <p:spPr>
          <a:xfrm>
            <a:off x="2251075" y="4376739"/>
            <a:ext cx="1811338" cy="1389062"/>
          </a:xfrm>
        </p:spPr>
        <p:txBody>
          <a:bodyPr/>
          <a:lstStyle>
            <a:lvl1pPr>
              <a:spcBef>
                <a:spcPts val="0"/>
              </a:spcBef>
              <a:spcAft>
                <a:spcPts val="0"/>
              </a:spcAft>
              <a:defRPr lang="en-GB" sz="1400" b="1" i="0" kern="1200" dirty="0">
                <a:solidFill>
                  <a:schemeClr val="tx1"/>
                </a:solidFill>
                <a:latin typeface="Johnson Text" pitchFamily="2" charset="77"/>
                <a:ea typeface="+mn-ea"/>
                <a:cs typeface="+mn-cs"/>
              </a:defRPr>
            </a:lvl1pPr>
            <a:lvl2pPr marL="0" indent="0">
              <a:spcBef>
                <a:spcPts val="0"/>
              </a:spcBef>
              <a:spcAft>
                <a:spcPts val="0"/>
              </a:spcAft>
              <a:buNone/>
              <a:defRPr sz="1400" b="0" i="0">
                <a:solidFill>
                  <a:schemeClr val="tx1"/>
                </a:solidFill>
                <a:latin typeface="Johnson Text" pitchFamily="2" charset="77"/>
              </a:defRPr>
            </a:lvl2pPr>
            <a:lvl3pPr marL="320675" indent="-320675">
              <a:spcBef>
                <a:spcPts val="0"/>
              </a:spcBef>
              <a:spcAft>
                <a:spcPts val="0"/>
              </a:spcAft>
              <a:tabLst/>
              <a:defRPr/>
            </a:lvl3pPr>
            <a:lvl4pPr>
              <a:spcBef>
                <a:spcPts val="0"/>
              </a:spcBef>
              <a:spcAft>
                <a:spcPts val="0"/>
              </a:spcAft>
              <a:defRPr/>
            </a:lvl4pPr>
            <a:lvl5pPr>
              <a:spcBef>
                <a:spcPts val="0"/>
              </a:spcBef>
              <a:spcAft>
                <a:spcPts val="0"/>
              </a:spcAft>
              <a:defRPr/>
            </a:lvl5pPr>
          </a:lstStyle>
          <a:p>
            <a:pPr lvl="0"/>
            <a:r>
              <a:rPr lang="en-GB" dirty="0" err="1"/>
              <a:t>Firstname</a:t>
            </a:r>
            <a:r>
              <a:rPr lang="en-GB" dirty="0"/>
              <a:t> Surname</a:t>
            </a:r>
          </a:p>
          <a:p>
            <a:pPr lvl="1"/>
            <a:r>
              <a:rPr lang="en-GB" dirty="0"/>
              <a:t>Role, Location</a:t>
            </a:r>
          </a:p>
        </p:txBody>
      </p:sp>
      <p:sp>
        <p:nvSpPr>
          <p:cNvPr id="17" name="Picture Placeholder 3">
            <a:extLst>
              <a:ext uri="{FF2B5EF4-FFF2-40B4-BE49-F238E27FC236}">
                <a16:creationId xmlns:a16="http://schemas.microsoft.com/office/drawing/2014/main" id="{BC82D359-5E82-6645-4BA5-091395FFBE4D}"/>
              </a:ext>
            </a:extLst>
          </p:cNvPr>
          <p:cNvSpPr>
            <a:spLocks noGrp="1"/>
          </p:cNvSpPr>
          <p:nvPr>
            <p:ph type="pic" sz="quarter" idx="17" hasCustomPrompt="1"/>
          </p:nvPr>
        </p:nvSpPr>
        <p:spPr>
          <a:xfrm>
            <a:off x="4206875" y="2338388"/>
            <a:ext cx="1811338" cy="1893887"/>
          </a:xfrm>
          <a:solidFill>
            <a:schemeClr val="tx2"/>
          </a:solidFill>
        </p:spPr>
        <p:txBody>
          <a:bodyPr vert="horz" lIns="0" tIns="0" rIns="0" bIns="0" rtlCol="0">
            <a:noAutofit/>
          </a:bodyPr>
          <a:lstStyle>
            <a:lvl1pPr>
              <a:defRPr lang="en-GB" sz="1200"/>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team member headshot.</a:t>
            </a:r>
            <a:r>
              <a:rPr lang="en-GB" dirty="0"/>
              <a:t> Delete if not required. </a:t>
            </a:r>
            <a:r>
              <a:rPr lang="en-US" dirty="0"/>
              <a:t>Double click the image to adjust crop and scale.</a:t>
            </a:r>
          </a:p>
        </p:txBody>
      </p:sp>
      <p:sp>
        <p:nvSpPr>
          <p:cNvPr id="18" name="Text Placeholder 10">
            <a:extLst>
              <a:ext uri="{FF2B5EF4-FFF2-40B4-BE49-F238E27FC236}">
                <a16:creationId xmlns:a16="http://schemas.microsoft.com/office/drawing/2014/main" id="{988FBE5D-B4CD-CE1A-E7E9-92C4741B19DA}"/>
              </a:ext>
            </a:extLst>
          </p:cNvPr>
          <p:cNvSpPr>
            <a:spLocks noGrp="1"/>
          </p:cNvSpPr>
          <p:nvPr>
            <p:ph type="body" sz="quarter" idx="18" hasCustomPrompt="1"/>
          </p:nvPr>
        </p:nvSpPr>
        <p:spPr>
          <a:xfrm>
            <a:off x="4206875" y="4376739"/>
            <a:ext cx="1811338" cy="1389062"/>
          </a:xfrm>
        </p:spPr>
        <p:txBody>
          <a:bodyPr/>
          <a:lstStyle>
            <a:lvl1pPr>
              <a:spcBef>
                <a:spcPts val="0"/>
              </a:spcBef>
              <a:spcAft>
                <a:spcPts val="0"/>
              </a:spcAft>
              <a:defRPr lang="en-GB" sz="1400" b="1" i="0" kern="1200" dirty="0">
                <a:solidFill>
                  <a:schemeClr val="tx1"/>
                </a:solidFill>
                <a:latin typeface="Johnson Text" pitchFamily="2" charset="77"/>
                <a:ea typeface="+mn-ea"/>
                <a:cs typeface="+mn-cs"/>
              </a:defRPr>
            </a:lvl1pPr>
            <a:lvl2pPr marL="0" indent="0">
              <a:spcBef>
                <a:spcPts val="0"/>
              </a:spcBef>
              <a:spcAft>
                <a:spcPts val="0"/>
              </a:spcAft>
              <a:buNone/>
              <a:defRPr sz="1400" b="0" i="0">
                <a:solidFill>
                  <a:schemeClr val="tx1"/>
                </a:solidFill>
                <a:latin typeface="Johnson Text" pitchFamily="2" charset="77"/>
              </a:defRPr>
            </a:lvl2pPr>
            <a:lvl3pPr marL="320675" indent="-320675">
              <a:spcBef>
                <a:spcPts val="0"/>
              </a:spcBef>
              <a:spcAft>
                <a:spcPts val="0"/>
              </a:spcAft>
              <a:tabLst/>
              <a:defRPr/>
            </a:lvl3pPr>
            <a:lvl4pPr>
              <a:spcBef>
                <a:spcPts val="0"/>
              </a:spcBef>
              <a:spcAft>
                <a:spcPts val="0"/>
              </a:spcAft>
              <a:defRPr/>
            </a:lvl4pPr>
            <a:lvl5pPr>
              <a:spcBef>
                <a:spcPts val="0"/>
              </a:spcBef>
              <a:spcAft>
                <a:spcPts val="0"/>
              </a:spcAft>
              <a:defRPr/>
            </a:lvl5pPr>
          </a:lstStyle>
          <a:p>
            <a:pPr lvl="0"/>
            <a:r>
              <a:rPr lang="en-GB" dirty="0" err="1"/>
              <a:t>Firstname</a:t>
            </a:r>
            <a:r>
              <a:rPr lang="en-GB" dirty="0"/>
              <a:t> Surname</a:t>
            </a:r>
          </a:p>
          <a:p>
            <a:pPr lvl="1"/>
            <a:r>
              <a:rPr lang="en-GB" dirty="0"/>
              <a:t>Role, Location</a:t>
            </a:r>
          </a:p>
        </p:txBody>
      </p:sp>
      <p:sp>
        <p:nvSpPr>
          <p:cNvPr id="19" name="Picture Placeholder 3">
            <a:extLst>
              <a:ext uri="{FF2B5EF4-FFF2-40B4-BE49-F238E27FC236}">
                <a16:creationId xmlns:a16="http://schemas.microsoft.com/office/drawing/2014/main" id="{AE6CF7F4-E399-5395-4477-3A071CFE8BF6}"/>
              </a:ext>
            </a:extLst>
          </p:cNvPr>
          <p:cNvSpPr>
            <a:spLocks noGrp="1"/>
          </p:cNvSpPr>
          <p:nvPr>
            <p:ph type="pic" sz="quarter" idx="19" hasCustomPrompt="1"/>
          </p:nvPr>
        </p:nvSpPr>
        <p:spPr>
          <a:xfrm>
            <a:off x="6165850" y="2338388"/>
            <a:ext cx="1811338" cy="1893887"/>
          </a:xfrm>
          <a:solidFill>
            <a:schemeClr val="tx2"/>
          </a:solidFill>
        </p:spPr>
        <p:txBody>
          <a:bodyPr vert="horz" lIns="0" tIns="0" rIns="0" bIns="0" rtlCol="0">
            <a:noAutofit/>
          </a:bodyPr>
          <a:lstStyle>
            <a:lvl1pPr>
              <a:defRPr lang="en-GB" sz="1200"/>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team member headshot.</a:t>
            </a:r>
            <a:r>
              <a:rPr lang="en-GB" dirty="0"/>
              <a:t> Delete if not required. </a:t>
            </a:r>
            <a:r>
              <a:rPr lang="en-US" dirty="0"/>
              <a:t>Double click the image to adjust crop and scale.</a:t>
            </a:r>
          </a:p>
        </p:txBody>
      </p:sp>
      <p:sp>
        <p:nvSpPr>
          <p:cNvPr id="20" name="Text Placeholder 10">
            <a:extLst>
              <a:ext uri="{FF2B5EF4-FFF2-40B4-BE49-F238E27FC236}">
                <a16:creationId xmlns:a16="http://schemas.microsoft.com/office/drawing/2014/main" id="{7F69C6C1-FD43-DD7E-F8C1-DD938FA7E864}"/>
              </a:ext>
            </a:extLst>
          </p:cNvPr>
          <p:cNvSpPr>
            <a:spLocks noGrp="1"/>
          </p:cNvSpPr>
          <p:nvPr>
            <p:ph type="body" sz="quarter" idx="20" hasCustomPrompt="1"/>
          </p:nvPr>
        </p:nvSpPr>
        <p:spPr>
          <a:xfrm>
            <a:off x="6165850" y="4376739"/>
            <a:ext cx="1811338" cy="1389062"/>
          </a:xfrm>
        </p:spPr>
        <p:txBody>
          <a:bodyPr/>
          <a:lstStyle>
            <a:lvl1pPr>
              <a:spcBef>
                <a:spcPts val="0"/>
              </a:spcBef>
              <a:spcAft>
                <a:spcPts val="0"/>
              </a:spcAft>
              <a:defRPr lang="en-GB" sz="1400" b="1" i="0" kern="1200" dirty="0">
                <a:solidFill>
                  <a:schemeClr val="tx1"/>
                </a:solidFill>
                <a:latin typeface="Johnson Text" pitchFamily="2" charset="77"/>
                <a:ea typeface="+mn-ea"/>
                <a:cs typeface="+mn-cs"/>
              </a:defRPr>
            </a:lvl1pPr>
            <a:lvl2pPr marL="0" indent="0">
              <a:spcBef>
                <a:spcPts val="0"/>
              </a:spcBef>
              <a:spcAft>
                <a:spcPts val="0"/>
              </a:spcAft>
              <a:buNone/>
              <a:defRPr sz="1400" b="0" i="0">
                <a:solidFill>
                  <a:schemeClr val="tx1"/>
                </a:solidFill>
                <a:latin typeface="Johnson Text" pitchFamily="2" charset="77"/>
              </a:defRPr>
            </a:lvl2pPr>
            <a:lvl3pPr marL="320675" indent="-320675">
              <a:spcBef>
                <a:spcPts val="0"/>
              </a:spcBef>
              <a:spcAft>
                <a:spcPts val="0"/>
              </a:spcAft>
              <a:tabLst/>
              <a:defRPr/>
            </a:lvl3pPr>
            <a:lvl4pPr>
              <a:spcBef>
                <a:spcPts val="0"/>
              </a:spcBef>
              <a:spcAft>
                <a:spcPts val="0"/>
              </a:spcAft>
              <a:defRPr/>
            </a:lvl4pPr>
            <a:lvl5pPr>
              <a:spcBef>
                <a:spcPts val="0"/>
              </a:spcBef>
              <a:spcAft>
                <a:spcPts val="0"/>
              </a:spcAft>
              <a:defRPr/>
            </a:lvl5pPr>
          </a:lstStyle>
          <a:p>
            <a:pPr lvl="0"/>
            <a:r>
              <a:rPr lang="en-GB" dirty="0" err="1"/>
              <a:t>Firstname</a:t>
            </a:r>
            <a:r>
              <a:rPr lang="en-GB" dirty="0"/>
              <a:t> Surname</a:t>
            </a:r>
          </a:p>
          <a:p>
            <a:pPr lvl="1"/>
            <a:r>
              <a:rPr lang="en-GB" dirty="0"/>
              <a:t>Role, Location</a:t>
            </a:r>
          </a:p>
        </p:txBody>
      </p:sp>
      <p:sp>
        <p:nvSpPr>
          <p:cNvPr id="21" name="Picture Placeholder 3">
            <a:extLst>
              <a:ext uri="{FF2B5EF4-FFF2-40B4-BE49-F238E27FC236}">
                <a16:creationId xmlns:a16="http://schemas.microsoft.com/office/drawing/2014/main" id="{C3F6ED5E-6C41-2A6E-8284-782D115E0AC8}"/>
              </a:ext>
            </a:extLst>
          </p:cNvPr>
          <p:cNvSpPr>
            <a:spLocks noGrp="1"/>
          </p:cNvSpPr>
          <p:nvPr>
            <p:ph type="pic" sz="quarter" idx="21" hasCustomPrompt="1"/>
          </p:nvPr>
        </p:nvSpPr>
        <p:spPr>
          <a:xfrm>
            <a:off x="8129587" y="2338388"/>
            <a:ext cx="1811338" cy="1893887"/>
          </a:xfrm>
          <a:solidFill>
            <a:schemeClr val="tx2"/>
          </a:solidFill>
        </p:spPr>
        <p:txBody>
          <a:bodyPr vert="horz" lIns="0" tIns="0" rIns="0" bIns="0" rtlCol="0">
            <a:noAutofit/>
          </a:bodyPr>
          <a:lstStyle>
            <a:lvl1pPr>
              <a:defRPr lang="en-GB" sz="1200"/>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team member headshot.</a:t>
            </a:r>
            <a:r>
              <a:rPr lang="en-GB" dirty="0"/>
              <a:t> Delete if not required. </a:t>
            </a:r>
            <a:r>
              <a:rPr lang="en-US" dirty="0"/>
              <a:t>Double click the image to adjust crop and scale.</a:t>
            </a:r>
          </a:p>
        </p:txBody>
      </p:sp>
      <p:sp>
        <p:nvSpPr>
          <p:cNvPr id="22" name="Text Placeholder 10">
            <a:extLst>
              <a:ext uri="{FF2B5EF4-FFF2-40B4-BE49-F238E27FC236}">
                <a16:creationId xmlns:a16="http://schemas.microsoft.com/office/drawing/2014/main" id="{DE4654D5-A3A7-62DC-42E2-4450D8FF9149}"/>
              </a:ext>
            </a:extLst>
          </p:cNvPr>
          <p:cNvSpPr>
            <a:spLocks noGrp="1"/>
          </p:cNvSpPr>
          <p:nvPr>
            <p:ph type="body" sz="quarter" idx="22" hasCustomPrompt="1"/>
          </p:nvPr>
        </p:nvSpPr>
        <p:spPr>
          <a:xfrm>
            <a:off x="8129587" y="4376739"/>
            <a:ext cx="1811338" cy="1389062"/>
          </a:xfrm>
        </p:spPr>
        <p:txBody>
          <a:bodyPr/>
          <a:lstStyle>
            <a:lvl1pPr>
              <a:spcBef>
                <a:spcPts val="0"/>
              </a:spcBef>
              <a:spcAft>
                <a:spcPts val="0"/>
              </a:spcAft>
              <a:defRPr lang="en-GB" sz="1400" b="1" i="0" kern="1200" dirty="0">
                <a:solidFill>
                  <a:schemeClr val="tx1"/>
                </a:solidFill>
                <a:latin typeface="Johnson Text" pitchFamily="2" charset="77"/>
                <a:ea typeface="+mn-ea"/>
                <a:cs typeface="+mn-cs"/>
              </a:defRPr>
            </a:lvl1pPr>
            <a:lvl2pPr marL="0" indent="0">
              <a:spcBef>
                <a:spcPts val="0"/>
              </a:spcBef>
              <a:spcAft>
                <a:spcPts val="0"/>
              </a:spcAft>
              <a:buNone/>
              <a:defRPr sz="1400" b="0" i="0">
                <a:solidFill>
                  <a:schemeClr val="tx1"/>
                </a:solidFill>
                <a:latin typeface="Johnson Text" pitchFamily="2" charset="77"/>
              </a:defRPr>
            </a:lvl2pPr>
            <a:lvl3pPr marL="320675" indent="-320675">
              <a:spcBef>
                <a:spcPts val="0"/>
              </a:spcBef>
              <a:spcAft>
                <a:spcPts val="0"/>
              </a:spcAft>
              <a:tabLst/>
              <a:defRPr/>
            </a:lvl3pPr>
            <a:lvl4pPr>
              <a:spcBef>
                <a:spcPts val="0"/>
              </a:spcBef>
              <a:spcAft>
                <a:spcPts val="0"/>
              </a:spcAft>
              <a:defRPr/>
            </a:lvl4pPr>
            <a:lvl5pPr>
              <a:spcBef>
                <a:spcPts val="0"/>
              </a:spcBef>
              <a:spcAft>
                <a:spcPts val="0"/>
              </a:spcAft>
              <a:defRPr/>
            </a:lvl5pPr>
          </a:lstStyle>
          <a:p>
            <a:pPr lvl="0"/>
            <a:r>
              <a:rPr lang="en-GB" dirty="0" err="1"/>
              <a:t>Firstname</a:t>
            </a:r>
            <a:r>
              <a:rPr lang="en-GB" dirty="0"/>
              <a:t> Surname</a:t>
            </a:r>
          </a:p>
          <a:p>
            <a:pPr lvl="1"/>
            <a:r>
              <a:rPr lang="en-GB" dirty="0"/>
              <a:t>Role, Location</a:t>
            </a:r>
          </a:p>
        </p:txBody>
      </p:sp>
      <p:sp>
        <p:nvSpPr>
          <p:cNvPr id="23" name="Picture Placeholder 3">
            <a:extLst>
              <a:ext uri="{FF2B5EF4-FFF2-40B4-BE49-F238E27FC236}">
                <a16:creationId xmlns:a16="http://schemas.microsoft.com/office/drawing/2014/main" id="{9858E5CC-B320-8459-7BD7-5CE14C5E3AC9}"/>
              </a:ext>
            </a:extLst>
          </p:cNvPr>
          <p:cNvSpPr>
            <a:spLocks noGrp="1"/>
          </p:cNvSpPr>
          <p:nvPr>
            <p:ph type="pic" sz="quarter" idx="23" hasCustomPrompt="1"/>
          </p:nvPr>
        </p:nvSpPr>
        <p:spPr>
          <a:xfrm>
            <a:off x="10088562" y="2338388"/>
            <a:ext cx="1811338" cy="1893887"/>
          </a:xfrm>
          <a:solidFill>
            <a:schemeClr val="tx2"/>
          </a:solidFill>
        </p:spPr>
        <p:txBody>
          <a:bodyPr vert="horz" lIns="0" tIns="0" rIns="0" bIns="0" rtlCol="0">
            <a:noAutofit/>
          </a:bodyPr>
          <a:lstStyle>
            <a:lvl1pPr>
              <a:defRPr lang="en-GB" sz="1200" dirty="0"/>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team member headshot.</a:t>
            </a:r>
            <a:r>
              <a:rPr lang="en-GB" dirty="0"/>
              <a:t> Delete if not required. </a:t>
            </a:r>
            <a:r>
              <a:rPr lang="en-US" dirty="0"/>
              <a:t>Double click the image to adjust crop and scale.</a:t>
            </a:r>
          </a:p>
        </p:txBody>
      </p:sp>
      <p:sp>
        <p:nvSpPr>
          <p:cNvPr id="24" name="Text Placeholder 10">
            <a:extLst>
              <a:ext uri="{FF2B5EF4-FFF2-40B4-BE49-F238E27FC236}">
                <a16:creationId xmlns:a16="http://schemas.microsoft.com/office/drawing/2014/main" id="{BA241006-FA7F-3ABD-E9C0-8E177A254F71}"/>
              </a:ext>
            </a:extLst>
          </p:cNvPr>
          <p:cNvSpPr>
            <a:spLocks noGrp="1"/>
          </p:cNvSpPr>
          <p:nvPr>
            <p:ph type="body" sz="quarter" idx="24" hasCustomPrompt="1"/>
          </p:nvPr>
        </p:nvSpPr>
        <p:spPr>
          <a:xfrm>
            <a:off x="10088562" y="4376739"/>
            <a:ext cx="1811338" cy="1389062"/>
          </a:xfrm>
        </p:spPr>
        <p:txBody>
          <a:bodyPr/>
          <a:lstStyle>
            <a:lvl1pPr>
              <a:spcBef>
                <a:spcPts val="0"/>
              </a:spcBef>
              <a:spcAft>
                <a:spcPts val="0"/>
              </a:spcAft>
              <a:defRPr lang="en-GB" sz="1400" b="1" i="0" kern="1200" dirty="0">
                <a:solidFill>
                  <a:schemeClr val="tx1"/>
                </a:solidFill>
                <a:latin typeface="Johnson Text" pitchFamily="2" charset="77"/>
                <a:ea typeface="+mn-ea"/>
                <a:cs typeface="+mn-cs"/>
              </a:defRPr>
            </a:lvl1pPr>
            <a:lvl2pPr marL="0" indent="0">
              <a:spcBef>
                <a:spcPts val="0"/>
              </a:spcBef>
              <a:spcAft>
                <a:spcPts val="0"/>
              </a:spcAft>
              <a:buNone/>
              <a:defRPr sz="1400" b="0" i="0">
                <a:solidFill>
                  <a:schemeClr val="tx1"/>
                </a:solidFill>
                <a:latin typeface="Johnson Text" pitchFamily="2" charset="77"/>
              </a:defRPr>
            </a:lvl2pPr>
            <a:lvl3pPr marL="320675" indent="-320675">
              <a:spcBef>
                <a:spcPts val="0"/>
              </a:spcBef>
              <a:spcAft>
                <a:spcPts val="0"/>
              </a:spcAft>
              <a:tabLst/>
              <a:defRPr/>
            </a:lvl3pPr>
            <a:lvl4pPr>
              <a:spcBef>
                <a:spcPts val="0"/>
              </a:spcBef>
              <a:spcAft>
                <a:spcPts val="0"/>
              </a:spcAft>
              <a:defRPr/>
            </a:lvl4pPr>
            <a:lvl5pPr>
              <a:spcBef>
                <a:spcPts val="0"/>
              </a:spcBef>
              <a:spcAft>
                <a:spcPts val="0"/>
              </a:spcAft>
              <a:defRPr/>
            </a:lvl5pPr>
          </a:lstStyle>
          <a:p>
            <a:pPr lvl="0"/>
            <a:r>
              <a:rPr lang="en-GB" dirty="0" err="1"/>
              <a:t>Firstname</a:t>
            </a:r>
            <a:r>
              <a:rPr lang="en-GB" dirty="0"/>
              <a:t> Surname</a:t>
            </a:r>
          </a:p>
          <a:p>
            <a:pPr lvl="1"/>
            <a:r>
              <a:rPr lang="en-GB" dirty="0"/>
              <a:t>Role, Location</a:t>
            </a:r>
          </a:p>
        </p:txBody>
      </p:sp>
      <p:sp>
        <p:nvSpPr>
          <p:cNvPr id="2" name="Text Placeholder 7">
            <a:extLst>
              <a:ext uri="{FF2B5EF4-FFF2-40B4-BE49-F238E27FC236}">
                <a16:creationId xmlns:a16="http://schemas.microsoft.com/office/drawing/2014/main" id="{7BD20165-AAB7-7FF2-32A4-4043B7F5215A}"/>
              </a:ext>
            </a:extLst>
          </p:cNvPr>
          <p:cNvSpPr>
            <a:spLocks noGrp="1"/>
          </p:cNvSpPr>
          <p:nvPr>
            <p:ph type="body" sz="quarter" idx="25" hasCustomPrompt="1"/>
          </p:nvPr>
        </p:nvSpPr>
        <p:spPr>
          <a:xfrm>
            <a:off x="8124205" y="295200"/>
            <a:ext cx="3778870" cy="876375"/>
          </a:xfrm>
        </p:spPr>
        <p:txBody>
          <a:bodyPr/>
          <a:lstStyle>
            <a:lvl1pPr>
              <a:defRPr sz="1400"/>
            </a:lvl1pPr>
            <a:lvl2pPr>
              <a:defRPr sz="1400"/>
            </a:lvl2pPr>
            <a:lvl3pPr>
              <a:defRPr sz="1200"/>
            </a:lvl3pPr>
          </a:lstStyle>
          <a:p>
            <a:pPr lvl="0"/>
            <a:r>
              <a:rPr lang="en-GB" dirty="0"/>
              <a:t>Click to add text. Delete if not required.</a:t>
            </a:r>
          </a:p>
          <a:p>
            <a:pPr lvl="1"/>
            <a:r>
              <a:rPr lang="en-GB" dirty="0"/>
              <a:t>Second level</a:t>
            </a:r>
          </a:p>
          <a:p>
            <a:pPr lvl="2"/>
            <a:r>
              <a:rPr lang="en-GB" dirty="0"/>
              <a:t>Third level</a:t>
            </a:r>
          </a:p>
        </p:txBody>
      </p:sp>
      <p:sp>
        <p:nvSpPr>
          <p:cNvPr id="9" name="Title 7">
            <a:extLst>
              <a:ext uri="{FF2B5EF4-FFF2-40B4-BE49-F238E27FC236}">
                <a16:creationId xmlns:a16="http://schemas.microsoft.com/office/drawing/2014/main" id="{604F17DC-3526-6523-F6A2-A614A5877E66}"/>
              </a:ext>
            </a:extLst>
          </p:cNvPr>
          <p:cNvSpPr>
            <a:spLocks noGrp="1"/>
          </p:cNvSpPr>
          <p:nvPr>
            <p:ph type="title" hasCustomPrompt="1"/>
          </p:nvPr>
        </p:nvSpPr>
        <p:spPr>
          <a:xfrm>
            <a:off x="288303" y="262800"/>
            <a:ext cx="6710984" cy="468590"/>
          </a:xfrm>
        </p:spPr>
        <p:txBody>
          <a:bodyPr/>
          <a:lstStyle>
            <a:lvl1pPr>
              <a:defRPr>
                <a:solidFill>
                  <a:schemeClr val="accent1"/>
                </a:solidFill>
              </a:defRPr>
            </a:lvl1pPr>
          </a:lstStyle>
          <a:p>
            <a:r>
              <a:rPr lang="en-US" dirty="0"/>
              <a:t>Master title style</a:t>
            </a:r>
            <a:endParaRPr lang="en-GB" dirty="0"/>
          </a:p>
        </p:txBody>
      </p:sp>
      <p:sp>
        <p:nvSpPr>
          <p:cNvPr id="5" name="Subtitle 2">
            <a:extLst>
              <a:ext uri="{FF2B5EF4-FFF2-40B4-BE49-F238E27FC236}">
                <a16:creationId xmlns:a16="http://schemas.microsoft.com/office/drawing/2014/main" id="{C2B84ACE-520E-A875-5184-5F9EE6A46C07}"/>
              </a:ext>
            </a:extLst>
          </p:cNvPr>
          <p:cNvSpPr>
            <a:spLocks noGrp="1"/>
          </p:cNvSpPr>
          <p:nvPr>
            <p:ph type="subTitle" idx="26" hasCustomPrompt="1"/>
          </p:nvPr>
        </p:nvSpPr>
        <p:spPr>
          <a:xfrm>
            <a:off x="288302" y="713620"/>
            <a:ext cx="6713538" cy="292965"/>
          </a:xfrm>
        </p:spPr>
        <p:txBody>
          <a:bodyPr vert="horz" wrap="square" lIns="0" tIns="0" rIns="0" bIns="0" rtlCol="0" anchor="t">
            <a:spAutoFit/>
          </a:bodyPr>
          <a:lstStyle>
            <a:lvl1pPr>
              <a:defRPr lang="en-GB" b="1" dirty="0"/>
            </a:lvl1pPr>
          </a:lstStyle>
          <a:p>
            <a:pPr lvl="0"/>
            <a:r>
              <a:rPr lang="en-GB" dirty="0"/>
              <a:t>Subtitle. Delete if not required.</a:t>
            </a:r>
          </a:p>
        </p:txBody>
      </p:sp>
      <p:sp>
        <p:nvSpPr>
          <p:cNvPr id="3" name="Footer Placeholder 4">
            <a:extLst>
              <a:ext uri="{FF2B5EF4-FFF2-40B4-BE49-F238E27FC236}">
                <a16:creationId xmlns:a16="http://schemas.microsoft.com/office/drawing/2014/main" id="{3736E8E3-26E6-DF9F-264A-BFE1AD9B09BE}"/>
              </a:ext>
            </a:extLst>
          </p:cNvPr>
          <p:cNvSpPr>
            <a:spLocks noGrp="1"/>
          </p:cNvSpPr>
          <p:nvPr>
            <p:ph type="ftr" sz="quarter" idx="3"/>
          </p:nvPr>
        </p:nvSpPr>
        <p:spPr>
          <a:xfrm>
            <a:off x="288259" y="5868000"/>
            <a:ext cx="1161051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b="0" i="0" dirty="0">
                <a:effectLst/>
              </a:rPr>
              <a:t>Slide legal disclaimer goes here if required
Slide footer goes here if required. Turn off globally using the Header/Footer function (under the Insert menu).</a:t>
            </a:r>
          </a:p>
        </p:txBody>
      </p:sp>
    </p:spTree>
    <p:extLst>
      <p:ext uri="{BB962C8B-B14F-4D97-AF65-F5344CB8AC3E}">
        <p14:creationId xmlns:p14="http://schemas.microsoft.com/office/powerpoint/2010/main" val="243763196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eam Slide x 12">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A9C02CF3-9045-EF62-4E25-544B1DCA8AEF}"/>
              </a:ext>
            </a:extLst>
          </p:cNvPr>
          <p:cNvSpPr>
            <a:spLocks noGrp="1"/>
          </p:cNvSpPr>
          <p:nvPr>
            <p:ph type="sldNum" sz="quarter" idx="12"/>
          </p:nvPr>
        </p:nvSpPr>
        <p:spPr/>
        <p:txBody>
          <a:bodyPr/>
          <a:lstStyle/>
          <a:p>
            <a:fld id="{AEC8D767-5246-2244-A4A3-B8AFB218393C}" type="slidenum">
              <a:rPr lang="en-GB" smtClean="0"/>
              <a:t>‹#›</a:t>
            </a:fld>
            <a:endParaRPr lang="en-GB"/>
          </a:p>
        </p:txBody>
      </p:sp>
      <p:sp>
        <p:nvSpPr>
          <p:cNvPr id="4" name="Picture Placeholder 3">
            <a:extLst>
              <a:ext uri="{FF2B5EF4-FFF2-40B4-BE49-F238E27FC236}">
                <a16:creationId xmlns:a16="http://schemas.microsoft.com/office/drawing/2014/main" id="{3DD93883-FE82-F5D7-6954-1E4205A257B6}"/>
              </a:ext>
            </a:extLst>
          </p:cNvPr>
          <p:cNvSpPr>
            <a:spLocks noGrp="1"/>
          </p:cNvSpPr>
          <p:nvPr>
            <p:ph type="pic" sz="quarter" idx="13" hasCustomPrompt="1"/>
          </p:nvPr>
        </p:nvSpPr>
        <p:spPr>
          <a:xfrm>
            <a:off x="292100" y="1325991"/>
            <a:ext cx="1810800" cy="1742358"/>
          </a:xfrm>
          <a:solidFill>
            <a:schemeClr val="tx2"/>
          </a:solidFill>
        </p:spPr>
        <p:txBody>
          <a:bodyPr vert="horz" lIns="0" tIns="0" rIns="0" bIns="0" rtlCol="0">
            <a:noAutofit/>
          </a:bodyPr>
          <a:lstStyle>
            <a:lvl1pPr>
              <a:defRPr lang="en-GB" sz="1200"/>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team member headshot.</a:t>
            </a:r>
            <a:r>
              <a:rPr lang="en-GB" dirty="0"/>
              <a:t> Delete if not required. </a:t>
            </a:r>
            <a:r>
              <a:rPr lang="en-US" dirty="0"/>
              <a:t>Double click the image to adjust crop and scale.</a:t>
            </a:r>
          </a:p>
        </p:txBody>
      </p:sp>
      <p:sp>
        <p:nvSpPr>
          <p:cNvPr id="11" name="Text Placeholder 10">
            <a:extLst>
              <a:ext uri="{FF2B5EF4-FFF2-40B4-BE49-F238E27FC236}">
                <a16:creationId xmlns:a16="http://schemas.microsoft.com/office/drawing/2014/main" id="{BAF95DAC-024B-BE13-C7C3-B8E962C0E286}"/>
              </a:ext>
            </a:extLst>
          </p:cNvPr>
          <p:cNvSpPr>
            <a:spLocks noGrp="1"/>
          </p:cNvSpPr>
          <p:nvPr>
            <p:ph type="body" sz="quarter" idx="14" hasCustomPrompt="1"/>
          </p:nvPr>
        </p:nvSpPr>
        <p:spPr>
          <a:xfrm>
            <a:off x="292100" y="3133126"/>
            <a:ext cx="1811338" cy="332014"/>
          </a:xfrm>
        </p:spPr>
        <p:txBody>
          <a:bodyPr wrap="square">
            <a:spAutoFit/>
          </a:bodyPr>
          <a:lstStyle>
            <a:lvl1pPr>
              <a:spcBef>
                <a:spcPts val="0"/>
              </a:spcBef>
              <a:spcAft>
                <a:spcPts val="0"/>
              </a:spcAft>
              <a:defRPr lang="en-GB" sz="1000" b="1" i="0" kern="1200" dirty="0">
                <a:solidFill>
                  <a:schemeClr val="tx1"/>
                </a:solidFill>
                <a:latin typeface="Johnson Text" pitchFamily="2" charset="77"/>
                <a:ea typeface="+mn-ea"/>
                <a:cs typeface="+mn-cs"/>
              </a:defRPr>
            </a:lvl1pPr>
            <a:lvl2pPr marL="0" indent="0">
              <a:spcBef>
                <a:spcPts val="0"/>
              </a:spcBef>
              <a:spcAft>
                <a:spcPts val="0"/>
              </a:spcAft>
              <a:buNone/>
              <a:defRPr sz="1000" b="0" i="0">
                <a:solidFill>
                  <a:schemeClr val="tx1"/>
                </a:solidFill>
                <a:latin typeface="Johnson Text" pitchFamily="2" charset="77"/>
              </a:defRPr>
            </a:lvl2pPr>
            <a:lvl3pPr marL="320675" indent="-320675">
              <a:spcBef>
                <a:spcPts val="0"/>
              </a:spcBef>
              <a:spcAft>
                <a:spcPts val="0"/>
              </a:spcAft>
              <a:tabLst/>
              <a:defRPr/>
            </a:lvl3pPr>
            <a:lvl4pPr>
              <a:spcBef>
                <a:spcPts val="0"/>
              </a:spcBef>
              <a:spcAft>
                <a:spcPts val="0"/>
              </a:spcAft>
              <a:defRPr/>
            </a:lvl4pPr>
            <a:lvl5pPr>
              <a:spcBef>
                <a:spcPts val="0"/>
              </a:spcBef>
              <a:spcAft>
                <a:spcPts val="0"/>
              </a:spcAft>
              <a:defRPr/>
            </a:lvl5pPr>
          </a:lstStyle>
          <a:p>
            <a:pPr lvl="0"/>
            <a:r>
              <a:rPr lang="en-GB" dirty="0" err="1"/>
              <a:t>Firstname</a:t>
            </a:r>
            <a:r>
              <a:rPr lang="en-GB" dirty="0"/>
              <a:t> Surname</a:t>
            </a:r>
          </a:p>
          <a:p>
            <a:pPr lvl="1"/>
            <a:r>
              <a:rPr lang="en-GB" dirty="0"/>
              <a:t>Role, Location</a:t>
            </a:r>
          </a:p>
        </p:txBody>
      </p:sp>
      <p:sp>
        <p:nvSpPr>
          <p:cNvPr id="12" name="Picture Placeholder 3">
            <a:extLst>
              <a:ext uri="{FF2B5EF4-FFF2-40B4-BE49-F238E27FC236}">
                <a16:creationId xmlns:a16="http://schemas.microsoft.com/office/drawing/2014/main" id="{D5C0A3F1-8272-1EE9-CC5E-D2F51E93821E}"/>
              </a:ext>
            </a:extLst>
          </p:cNvPr>
          <p:cNvSpPr>
            <a:spLocks noGrp="1"/>
          </p:cNvSpPr>
          <p:nvPr>
            <p:ph type="pic" sz="quarter" idx="15" hasCustomPrompt="1"/>
          </p:nvPr>
        </p:nvSpPr>
        <p:spPr>
          <a:xfrm>
            <a:off x="2251075" y="1325991"/>
            <a:ext cx="1810800" cy="1742358"/>
          </a:xfrm>
          <a:solidFill>
            <a:schemeClr val="tx2"/>
          </a:solidFill>
        </p:spPr>
        <p:txBody>
          <a:bodyPr vert="horz" lIns="0" tIns="0" rIns="0" bIns="0" rtlCol="0">
            <a:noAutofit/>
          </a:bodyPr>
          <a:lstStyle>
            <a:lvl1pPr>
              <a:defRPr lang="en-GB" sz="1200"/>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team member headshot.</a:t>
            </a:r>
            <a:r>
              <a:rPr lang="en-GB" dirty="0"/>
              <a:t> Delete if not required. </a:t>
            </a:r>
            <a:r>
              <a:rPr lang="en-US" dirty="0"/>
              <a:t>Double click the image to adjust crop and scale.</a:t>
            </a:r>
          </a:p>
        </p:txBody>
      </p:sp>
      <p:sp>
        <p:nvSpPr>
          <p:cNvPr id="13" name="Text Placeholder 10">
            <a:extLst>
              <a:ext uri="{FF2B5EF4-FFF2-40B4-BE49-F238E27FC236}">
                <a16:creationId xmlns:a16="http://schemas.microsoft.com/office/drawing/2014/main" id="{07824833-215E-5CBF-9B67-8C5BFCFF600B}"/>
              </a:ext>
            </a:extLst>
          </p:cNvPr>
          <p:cNvSpPr>
            <a:spLocks noGrp="1"/>
          </p:cNvSpPr>
          <p:nvPr>
            <p:ph type="body" sz="quarter" idx="16" hasCustomPrompt="1"/>
          </p:nvPr>
        </p:nvSpPr>
        <p:spPr>
          <a:xfrm>
            <a:off x="2251075" y="3133126"/>
            <a:ext cx="1811338" cy="332014"/>
          </a:xfrm>
        </p:spPr>
        <p:txBody>
          <a:bodyPr wrap="square">
            <a:spAutoFit/>
          </a:bodyPr>
          <a:lstStyle>
            <a:lvl1pPr>
              <a:spcBef>
                <a:spcPts val="0"/>
              </a:spcBef>
              <a:spcAft>
                <a:spcPts val="0"/>
              </a:spcAft>
              <a:defRPr lang="en-GB" sz="1000" b="1" i="0" kern="1200" dirty="0">
                <a:solidFill>
                  <a:schemeClr val="tx1"/>
                </a:solidFill>
                <a:latin typeface="Johnson Text" pitchFamily="2" charset="77"/>
                <a:ea typeface="+mn-ea"/>
                <a:cs typeface="+mn-cs"/>
              </a:defRPr>
            </a:lvl1pPr>
            <a:lvl2pPr marL="0" indent="0">
              <a:spcBef>
                <a:spcPts val="0"/>
              </a:spcBef>
              <a:spcAft>
                <a:spcPts val="0"/>
              </a:spcAft>
              <a:buNone/>
              <a:defRPr sz="1000" b="0" i="0">
                <a:solidFill>
                  <a:schemeClr val="tx1"/>
                </a:solidFill>
                <a:latin typeface="Johnson Text" pitchFamily="2" charset="77"/>
              </a:defRPr>
            </a:lvl2pPr>
            <a:lvl3pPr marL="320675" indent="-320675">
              <a:spcBef>
                <a:spcPts val="0"/>
              </a:spcBef>
              <a:spcAft>
                <a:spcPts val="0"/>
              </a:spcAft>
              <a:tabLst/>
              <a:defRPr/>
            </a:lvl3pPr>
            <a:lvl4pPr>
              <a:spcBef>
                <a:spcPts val="0"/>
              </a:spcBef>
              <a:spcAft>
                <a:spcPts val="0"/>
              </a:spcAft>
              <a:defRPr/>
            </a:lvl4pPr>
            <a:lvl5pPr>
              <a:spcBef>
                <a:spcPts val="0"/>
              </a:spcBef>
              <a:spcAft>
                <a:spcPts val="0"/>
              </a:spcAft>
              <a:defRPr/>
            </a:lvl5pPr>
          </a:lstStyle>
          <a:p>
            <a:pPr lvl="0"/>
            <a:r>
              <a:rPr lang="en-GB" dirty="0" err="1"/>
              <a:t>Firstname</a:t>
            </a:r>
            <a:r>
              <a:rPr lang="en-GB" dirty="0"/>
              <a:t> Surname</a:t>
            </a:r>
          </a:p>
          <a:p>
            <a:pPr lvl="1"/>
            <a:r>
              <a:rPr lang="en-GB" dirty="0"/>
              <a:t>Role, Location</a:t>
            </a:r>
          </a:p>
        </p:txBody>
      </p:sp>
      <p:sp>
        <p:nvSpPr>
          <p:cNvPr id="17" name="Picture Placeholder 3">
            <a:extLst>
              <a:ext uri="{FF2B5EF4-FFF2-40B4-BE49-F238E27FC236}">
                <a16:creationId xmlns:a16="http://schemas.microsoft.com/office/drawing/2014/main" id="{BC82D359-5E82-6645-4BA5-091395FFBE4D}"/>
              </a:ext>
            </a:extLst>
          </p:cNvPr>
          <p:cNvSpPr>
            <a:spLocks noGrp="1"/>
          </p:cNvSpPr>
          <p:nvPr>
            <p:ph type="pic" sz="quarter" idx="17" hasCustomPrompt="1"/>
          </p:nvPr>
        </p:nvSpPr>
        <p:spPr>
          <a:xfrm>
            <a:off x="4206875" y="1325991"/>
            <a:ext cx="1810800" cy="1742358"/>
          </a:xfrm>
          <a:solidFill>
            <a:schemeClr val="tx2"/>
          </a:solidFill>
        </p:spPr>
        <p:txBody>
          <a:bodyPr vert="horz" lIns="0" tIns="0" rIns="0" bIns="0" rtlCol="0">
            <a:noAutofit/>
          </a:bodyPr>
          <a:lstStyle>
            <a:lvl1pPr>
              <a:defRPr lang="en-GB" sz="1200"/>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team member headshot.</a:t>
            </a:r>
            <a:r>
              <a:rPr lang="en-GB" dirty="0"/>
              <a:t> Delete if not required. </a:t>
            </a:r>
            <a:r>
              <a:rPr lang="en-US" dirty="0"/>
              <a:t>Double click the image to adjust crop and scale.</a:t>
            </a:r>
          </a:p>
        </p:txBody>
      </p:sp>
      <p:sp>
        <p:nvSpPr>
          <p:cNvPr id="18" name="Text Placeholder 10">
            <a:extLst>
              <a:ext uri="{FF2B5EF4-FFF2-40B4-BE49-F238E27FC236}">
                <a16:creationId xmlns:a16="http://schemas.microsoft.com/office/drawing/2014/main" id="{988FBE5D-B4CD-CE1A-E7E9-92C4741B19DA}"/>
              </a:ext>
            </a:extLst>
          </p:cNvPr>
          <p:cNvSpPr>
            <a:spLocks noGrp="1"/>
          </p:cNvSpPr>
          <p:nvPr>
            <p:ph type="body" sz="quarter" idx="18" hasCustomPrompt="1"/>
          </p:nvPr>
        </p:nvSpPr>
        <p:spPr>
          <a:xfrm>
            <a:off x="4206875" y="3133126"/>
            <a:ext cx="1811338" cy="332014"/>
          </a:xfrm>
        </p:spPr>
        <p:txBody>
          <a:bodyPr wrap="square">
            <a:spAutoFit/>
          </a:bodyPr>
          <a:lstStyle>
            <a:lvl1pPr>
              <a:spcBef>
                <a:spcPts val="0"/>
              </a:spcBef>
              <a:spcAft>
                <a:spcPts val="0"/>
              </a:spcAft>
              <a:defRPr lang="en-GB" sz="1000" b="1" i="0" kern="1200" dirty="0">
                <a:solidFill>
                  <a:schemeClr val="tx1"/>
                </a:solidFill>
                <a:latin typeface="Johnson Text" pitchFamily="2" charset="77"/>
                <a:ea typeface="+mn-ea"/>
                <a:cs typeface="+mn-cs"/>
              </a:defRPr>
            </a:lvl1pPr>
            <a:lvl2pPr marL="0" indent="0">
              <a:spcBef>
                <a:spcPts val="0"/>
              </a:spcBef>
              <a:spcAft>
                <a:spcPts val="0"/>
              </a:spcAft>
              <a:buNone/>
              <a:defRPr sz="1000" b="0" i="0">
                <a:solidFill>
                  <a:schemeClr val="tx1"/>
                </a:solidFill>
                <a:latin typeface="Johnson Text" pitchFamily="2" charset="77"/>
              </a:defRPr>
            </a:lvl2pPr>
            <a:lvl3pPr marL="320675" indent="-320675">
              <a:spcBef>
                <a:spcPts val="0"/>
              </a:spcBef>
              <a:spcAft>
                <a:spcPts val="0"/>
              </a:spcAft>
              <a:tabLst/>
              <a:defRPr/>
            </a:lvl3pPr>
            <a:lvl4pPr>
              <a:spcBef>
                <a:spcPts val="0"/>
              </a:spcBef>
              <a:spcAft>
                <a:spcPts val="0"/>
              </a:spcAft>
              <a:defRPr/>
            </a:lvl4pPr>
            <a:lvl5pPr>
              <a:spcBef>
                <a:spcPts val="0"/>
              </a:spcBef>
              <a:spcAft>
                <a:spcPts val="0"/>
              </a:spcAft>
              <a:defRPr/>
            </a:lvl5pPr>
          </a:lstStyle>
          <a:p>
            <a:pPr lvl="0"/>
            <a:r>
              <a:rPr lang="en-GB" dirty="0" err="1"/>
              <a:t>Firstname</a:t>
            </a:r>
            <a:r>
              <a:rPr lang="en-GB" dirty="0"/>
              <a:t> Surname</a:t>
            </a:r>
          </a:p>
          <a:p>
            <a:pPr lvl="1"/>
            <a:r>
              <a:rPr lang="en-GB" dirty="0"/>
              <a:t>Role, Location</a:t>
            </a:r>
          </a:p>
        </p:txBody>
      </p:sp>
      <p:sp>
        <p:nvSpPr>
          <p:cNvPr id="19" name="Picture Placeholder 3">
            <a:extLst>
              <a:ext uri="{FF2B5EF4-FFF2-40B4-BE49-F238E27FC236}">
                <a16:creationId xmlns:a16="http://schemas.microsoft.com/office/drawing/2014/main" id="{AE6CF7F4-E399-5395-4477-3A071CFE8BF6}"/>
              </a:ext>
            </a:extLst>
          </p:cNvPr>
          <p:cNvSpPr>
            <a:spLocks noGrp="1"/>
          </p:cNvSpPr>
          <p:nvPr>
            <p:ph type="pic" sz="quarter" idx="19" hasCustomPrompt="1"/>
          </p:nvPr>
        </p:nvSpPr>
        <p:spPr>
          <a:xfrm>
            <a:off x="6165850" y="1325991"/>
            <a:ext cx="1810800" cy="1742358"/>
          </a:xfrm>
          <a:solidFill>
            <a:schemeClr val="tx2"/>
          </a:solidFill>
        </p:spPr>
        <p:txBody>
          <a:bodyPr vert="horz" lIns="0" tIns="0" rIns="0" bIns="0" rtlCol="0">
            <a:noAutofit/>
          </a:bodyPr>
          <a:lstStyle>
            <a:lvl1pPr>
              <a:defRPr lang="en-GB" sz="1200"/>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team member headshot.</a:t>
            </a:r>
            <a:r>
              <a:rPr lang="en-GB" dirty="0"/>
              <a:t> Delete if not required. </a:t>
            </a:r>
            <a:r>
              <a:rPr lang="en-US" dirty="0"/>
              <a:t>Double click the image to adjust crop and scale.</a:t>
            </a:r>
          </a:p>
        </p:txBody>
      </p:sp>
      <p:sp>
        <p:nvSpPr>
          <p:cNvPr id="20" name="Text Placeholder 10">
            <a:extLst>
              <a:ext uri="{FF2B5EF4-FFF2-40B4-BE49-F238E27FC236}">
                <a16:creationId xmlns:a16="http://schemas.microsoft.com/office/drawing/2014/main" id="{7F69C6C1-FD43-DD7E-F8C1-DD938FA7E864}"/>
              </a:ext>
            </a:extLst>
          </p:cNvPr>
          <p:cNvSpPr>
            <a:spLocks noGrp="1"/>
          </p:cNvSpPr>
          <p:nvPr>
            <p:ph type="body" sz="quarter" idx="20" hasCustomPrompt="1"/>
          </p:nvPr>
        </p:nvSpPr>
        <p:spPr>
          <a:xfrm>
            <a:off x="6165850" y="3133126"/>
            <a:ext cx="1811338" cy="332014"/>
          </a:xfrm>
        </p:spPr>
        <p:txBody>
          <a:bodyPr wrap="square">
            <a:spAutoFit/>
          </a:bodyPr>
          <a:lstStyle>
            <a:lvl1pPr>
              <a:spcBef>
                <a:spcPts val="0"/>
              </a:spcBef>
              <a:spcAft>
                <a:spcPts val="0"/>
              </a:spcAft>
              <a:defRPr lang="en-GB" sz="1000" b="1" i="0" kern="1200" dirty="0">
                <a:solidFill>
                  <a:schemeClr val="tx1"/>
                </a:solidFill>
                <a:latin typeface="Johnson Text" pitchFamily="2" charset="77"/>
                <a:ea typeface="+mn-ea"/>
                <a:cs typeface="+mn-cs"/>
              </a:defRPr>
            </a:lvl1pPr>
            <a:lvl2pPr marL="0" indent="0">
              <a:spcBef>
                <a:spcPts val="0"/>
              </a:spcBef>
              <a:spcAft>
                <a:spcPts val="0"/>
              </a:spcAft>
              <a:buNone/>
              <a:defRPr sz="1000" b="0" i="0">
                <a:solidFill>
                  <a:schemeClr val="tx1"/>
                </a:solidFill>
                <a:latin typeface="Johnson Text" pitchFamily="2" charset="77"/>
              </a:defRPr>
            </a:lvl2pPr>
            <a:lvl3pPr marL="320675" indent="-320675">
              <a:spcBef>
                <a:spcPts val="0"/>
              </a:spcBef>
              <a:spcAft>
                <a:spcPts val="0"/>
              </a:spcAft>
              <a:tabLst/>
              <a:defRPr/>
            </a:lvl3pPr>
            <a:lvl4pPr>
              <a:spcBef>
                <a:spcPts val="0"/>
              </a:spcBef>
              <a:spcAft>
                <a:spcPts val="0"/>
              </a:spcAft>
              <a:defRPr/>
            </a:lvl4pPr>
            <a:lvl5pPr>
              <a:spcBef>
                <a:spcPts val="0"/>
              </a:spcBef>
              <a:spcAft>
                <a:spcPts val="0"/>
              </a:spcAft>
              <a:defRPr/>
            </a:lvl5pPr>
          </a:lstStyle>
          <a:p>
            <a:pPr lvl="0"/>
            <a:r>
              <a:rPr lang="en-GB" dirty="0" err="1"/>
              <a:t>Firstname</a:t>
            </a:r>
            <a:r>
              <a:rPr lang="en-GB" dirty="0"/>
              <a:t> Surname</a:t>
            </a:r>
          </a:p>
          <a:p>
            <a:pPr lvl="1"/>
            <a:r>
              <a:rPr lang="en-GB" dirty="0"/>
              <a:t>Role, Location</a:t>
            </a:r>
          </a:p>
        </p:txBody>
      </p:sp>
      <p:sp>
        <p:nvSpPr>
          <p:cNvPr id="21" name="Picture Placeholder 3">
            <a:extLst>
              <a:ext uri="{FF2B5EF4-FFF2-40B4-BE49-F238E27FC236}">
                <a16:creationId xmlns:a16="http://schemas.microsoft.com/office/drawing/2014/main" id="{C3F6ED5E-6C41-2A6E-8284-782D115E0AC8}"/>
              </a:ext>
            </a:extLst>
          </p:cNvPr>
          <p:cNvSpPr>
            <a:spLocks noGrp="1"/>
          </p:cNvSpPr>
          <p:nvPr>
            <p:ph type="pic" sz="quarter" idx="21" hasCustomPrompt="1"/>
          </p:nvPr>
        </p:nvSpPr>
        <p:spPr>
          <a:xfrm>
            <a:off x="8129587" y="1325991"/>
            <a:ext cx="1810800" cy="1742358"/>
          </a:xfrm>
          <a:solidFill>
            <a:schemeClr val="tx2"/>
          </a:solidFill>
        </p:spPr>
        <p:txBody>
          <a:bodyPr vert="horz" lIns="0" tIns="0" rIns="0" bIns="0" rtlCol="0">
            <a:noAutofit/>
          </a:bodyPr>
          <a:lstStyle>
            <a:lvl1pPr>
              <a:defRPr lang="en-GB" sz="1200"/>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team member headshot.</a:t>
            </a:r>
            <a:r>
              <a:rPr lang="en-GB" dirty="0"/>
              <a:t> Delete if not required. </a:t>
            </a:r>
            <a:r>
              <a:rPr lang="en-US" dirty="0"/>
              <a:t>Double click the image to adjust crop and scale.</a:t>
            </a:r>
          </a:p>
        </p:txBody>
      </p:sp>
      <p:sp>
        <p:nvSpPr>
          <p:cNvPr id="22" name="Text Placeholder 10">
            <a:extLst>
              <a:ext uri="{FF2B5EF4-FFF2-40B4-BE49-F238E27FC236}">
                <a16:creationId xmlns:a16="http://schemas.microsoft.com/office/drawing/2014/main" id="{DE4654D5-A3A7-62DC-42E2-4450D8FF9149}"/>
              </a:ext>
            </a:extLst>
          </p:cNvPr>
          <p:cNvSpPr>
            <a:spLocks noGrp="1"/>
          </p:cNvSpPr>
          <p:nvPr>
            <p:ph type="body" sz="quarter" idx="22" hasCustomPrompt="1"/>
          </p:nvPr>
        </p:nvSpPr>
        <p:spPr>
          <a:xfrm>
            <a:off x="8129587" y="3133126"/>
            <a:ext cx="1811338" cy="332014"/>
          </a:xfrm>
        </p:spPr>
        <p:txBody>
          <a:bodyPr wrap="square">
            <a:spAutoFit/>
          </a:bodyPr>
          <a:lstStyle>
            <a:lvl1pPr>
              <a:spcBef>
                <a:spcPts val="0"/>
              </a:spcBef>
              <a:spcAft>
                <a:spcPts val="0"/>
              </a:spcAft>
              <a:defRPr lang="en-GB" sz="1000" b="1" i="0" kern="1200" dirty="0">
                <a:solidFill>
                  <a:schemeClr val="tx1"/>
                </a:solidFill>
                <a:latin typeface="Johnson Text" pitchFamily="2" charset="77"/>
                <a:ea typeface="+mn-ea"/>
                <a:cs typeface="+mn-cs"/>
              </a:defRPr>
            </a:lvl1pPr>
            <a:lvl2pPr marL="0" indent="0">
              <a:spcBef>
                <a:spcPts val="0"/>
              </a:spcBef>
              <a:spcAft>
                <a:spcPts val="0"/>
              </a:spcAft>
              <a:buNone/>
              <a:defRPr sz="1000" b="0" i="0">
                <a:solidFill>
                  <a:schemeClr val="tx1"/>
                </a:solidFill>
                <a:latin typeface="Johnson Text" pitchFamily="2" charset="77"/>
              </a:defRPr>
            </a:lvl2pPr>
            <a:lvl3pPr marL="320675" indent="-320675">
              <a:spcBef>
                <a:spcPts val="0"/>
              </a:spcBef>
              <a:spcAft>
                <a:spcPts val="0"/>
              </a:spcAft>
              <a:tabLst/>
              <a:defRPr/>
            </a:lvl3pPr>
            <a:lvl4pPr>
              <a:spcBef>
                <a:spcPts val="0"/>
              </a:spcBef>
              <a:spcAft>
                <a:spcPts val="0"/>
              </a:spcAft>
              <a:defRPr/>
            </a:lvl4pPr>
            <a:lvl5pPr>
              <a:spcBef>
                <a:spcPts val="0"/>
              </a:spcBef>
              <a:spcAft>
                <a:spcPts val="0"/>
              </a:spcAft>
              <a:defRPr/>
            </a:lvl5pPr>
          </a:lstStyle>
          <a:p>
            <a:pPr lvl="0"/>
            <a:r>
              <a:rPr lang="en-GB" dirty="0" err="1"/>
              <a:t>Firstname</a:t>
            </a:r>
            <a:r>
              <a:rPr lang="en-GB" dirty="0"/>
              <a:t> Surname</a:t>
            </a:r>
          </a:p>
          <a:p>
            <a:pPr lvl="1"/>
            <a:r>
              <a:rPr lang="en-GB" dirty="0"/>
              <a:t>Role, Location</a:t>
            </a:r>
          </a:p>
        </p:txBody>
      </p:sp>
      <p:sp>
        <p:nvSpPr>
          <p:cNvPr id="23" name="Picture Placeholder 3">
            <a:extLst>
              <a:ext uri="{FF2B5EF4-FFF2-40B4-BE49-F238E27FC236}">
                <a16:creationId xmlns:a16="http://schemas.microsoft.com/office/drawing/2014/main" id="{9858E5CC-B320-8459-7BD7-5CE14C5E3AC9}"/>
              </a:ext>
            </a:extLst>
          </p:cNvPr>
          <p:cNvSpPr>
            <a:spLocks noGrp="1"/>
          </p:cNvSpPr>
          <p:nvPr>
            <p:ph type="pic" sz="quarter" idx="23" hasCustomPrompt="1"/>
          </p:nvPr>
        </p:nvSpPr>
        <p:spPr>
          <a:xfrm>
            <a:off x="10088562" y="1325991"/>
            <a:ext cx="1810800" cy="1742358"/>
          </a:xfrm>
          <a:solidFill>
            <a:schemeClr val="tx2"/>
          </a:solidFill>
        </p:spPr>
        <p:txBody>
          <a:bodyPr vert="horz" lIns="0" tIns="0" rIns="0" bIns="0" rtlCol="0">
            <a:noAutofit/>
          </a:bodyPr>
          <a:lstStyle>
            <a:lvl1pPr>
              <a:defRPr lang="en-GB" sz="1200" dirty="0"/>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team member headshot.</a:t>
            </a:r>
            <a:r>
              <a:rPr lang="en-GB" dirty="0"/>
              <a:t> Delete if not required. </a:t>
            </a:r>
            <a:r>
              <a:rPr lang="en-US" dirty="0"/>
              <a:t>Double click the image to adjust crop and scale.</a:t>
            </a:r>
          </a:p>
        </p:txBody>
      </p:sp>
      <p:sp>
        <p:nvSpPr>
          <p:cNvPr id="24" name="Text Placeholder 10">
            <a:extLst>
              <a:ext uri="{FF2B5EF4-FFF2-40B4-BE49-F238E27FC236}">
                <a16:creationId xmlns:a16="http://schemas.microsoft.com/office/drawing/2014/main" id="{BA241006-FA7F-3ABD-E9C0-8E177A254F71}"/>
              </a:ext>
            </a:extLst>
          </p:cNvPr>
          <p:cNvSpPr>
            <a:spLocks noGrp="1"/>
          </p:cNvSpPr>
          <p:nvPr>
            <p:ph type="body" sz="quarter" idx="24" hasCustomPrompt="1"/>
          </p:nvPr>
        </p:nvSpPr>
        <p:spPr>
          <a:xfrm>
            <a:off x="10088562" y="3133126"/>
            <a:ext cx="1811338" cy="332014"/>
          </a:xfrm>
        </p:spPr>
        <p:txBody>
          <a:bodyPr wrap="square">
            <a:spAutoFit/>
          </a:bodyPr>
          <a:lstStyle>
            <a:lvl1pPr>
              <a:spcBef>
                <a:spcPts val="0"/>
              </a:spcBef>
              <a:spcAft>
                <a:spcPts val="0"/>
              </a:spcAft>
              <a:defRPr lang="en-GB" sz="1000" b="1" i="0" kern="1200" dirty="0">
                <a:solidFill>
                  <a:schemeClr val="tx1"/>
                </a:solidFill>
                <a:latin typeface="Johnson Text" pitchFamily="2" charset="77"/>
                <a:ea typeface="+mn-ea"/>
                <a:cs typeface="+mn-cs"/>
              </a:defRPr>
            </a:lvl1pPr>
            <a:lvl2pPr marL="0" indent="0">
              <a:spcBef>
                <a:spcPts val="0"/>
              </a:spcBef>
              <a:spcAft>
                <a:spcPts val="0"/>
              </a:spcAft>
              <a:buNone/>
              <a:defRPr sz="1000" b="0" i="0">
                <a:solidFill>
                  <a:schemeClr val="tx1"/>
                </a:solidFill>
                <a:latin typeface="Johnson Text" pitchFamily="2" charset="77"/>
              </a:defRPr>
            </a:lvl2pPr>
            <a:lvl3pPr marL="320675" indent="-320675">
              <a:spcBef>
                <a:spcPts val="0"/>
              </a:spcBef>
              <a:spcAft>
                <a:spcPts val="0"/>
              </a:spcAft>
              <a:tabLst/>
              <a:defRPr/>
            </a:lvl3pPr>
            <a:lvl4pPr>
              <a:spcBef>
                <a:spcPts val="0"/>
              </a:spcBef>
              <a:spcAft>
                <a:spcPts val="0"/>
              </a:spcAft>
              <a:defRPr/>
            </a:lvl4pPr>
            <a:lvl5pPr>
              <a:spcBef>
                <a:spcPts val="0"/>
              </a:spcBef>
              <a:spcAft>
                <a:spcPts val="0"/>
              </a:spcAft>
              <a:defRPr/>
            </a:lvl5pPr>
          </a:lstStyle>
          <a:p>
            <a:pPr lvl="0"/>
            <a:r>
              <a:rPr lang="en-GB" dirty="0" err="1"/>
              <a:t>Firstname</a:t>
            </a:r>
            <a:r>
              <a:rPr lang="en-GB" dirty="0"/>
              <a:t> Surname</a:t>
            </a:r>
          </a:p>
          <a:p>
            <a:pPr lvl="1"/>
            <a:r>
              <a:rPr lang="en-GB" dirty="0"/>
              <a:t>Role, Location</a:t>
            </a:r>
          </a:p>
        </p:txBody>
      </p:sp>
      <p:sp>
        <p:nvSpPr>
          <p:cNvPr id="2" name="Text Placeholder 7">
            <a:extLst>
              <a:ext uri="{FF2B5EF4-FFF2-40B4-BE49-F238E27FC236}">
                <a16:creationId xmlns:a16="http://schemas.microsoft.com/office/drawing/2014/main" id="{7BD20165-AAB7-7FF2-32A4-4043B7F5215A}"/>
              </a:ext>
            </a:extLst>
          </p:cNvPr>
          <p:cNvSpPr>
            <a:spLocks noGrp="1"/>
          </p:cNvSpPr>
          <p:nvPr>
            <p:ph type="body" sz="quarter" idx="25" hasCustomPrompt="1"/>
          </p:nvPr>
        </p:nvSpPr>
        <p:spPr>
          <a:xfrm>
            <a:off x="8124205" y="295200"/>
            <a:ext cx="3778870" cy="876375"/>
          </a:xfrm>
        </p:spPr>
        <p:txBody>
          <a:bodyPr/>
          <a:lstStyle>
            <a:lvl1pPr>
              <a:defRPr sz="1400"/>
            </a:lvl1pPr>
            <a:lvl2pPr>
              <a:defRPr sz="1400"/>
            </a:lvl2pPr>
            <a:lvl3pPr>
              <a:defRPr sz="1200"/>
            </a:lvl3pPr>
          </a:lstStyle>
          <a:p>
            <a:pPr lvl="0"/>
            <a:r>
              <a:rPr lang="en-GB" dirty="0"/>
              <a:t>Click to add text. Delete if not required.</a:t>
            </a:r>
          </a:p>
          <a:p>
            <a:pPr lvl="1"/>
            <a:r>
              <a:rPr lang="en-GB" dirty="0"/>
              <a:t>Second level</a:t>
            </a:r>
          </a:p>
          <a:p>
            <a:pPr lvl="2"/>
            <a:r>
              <a:rPr lang="en-GB" dirty="0"/>
              <a:t>Third level</a:t>
            </a:r>
          </a:p>
        </p:txBody>
      </p:sp>
      <p:sp>
        <p:nvSpPr>
          <p:cNvPr id="30" name="Picture Placeholder 3">
            <a:extLst>
              <a:ext uri="{FF2B5EF4-FFF2-40B4-BE49-F238E27FC236}">
                <a16:creationId xmlns:a16="http://schemas.microsoft.com/office/drawing/2014/main" id="{1E351EF8-8286-87AC-38C6-7E9DC74AA5D5}"/>
              </a:ext>
            </a:extLst>
          </p:cNvPr>
          <p:cNvSpPr>
            <a:spLocks noGrp="1"/>
          </p:cNvSpPr>
          <p:nvPr>
            <p:ph type="pic" sz="quarter" idx="26" hasCustomPrompt="1"/>
          </p:nvPr>
        </p:nvSpPr>
        <p:spPr>
          <a:xfrm>
            <a:off x="292100" y="3627257"/>
            <a:ext cx="1810800" cy="1742358"/>
          </a:xfrm>
          <a:solidFill>
            <a:schemeClr val="tx2"/>
          </a:solidFill>
        </p:spPr>
        <p:txBody>
          <a:bodyPr vert="horz" lIns="0" tIns="0" rIns="0" bIns="0" rtlCol="0">
            <a:noAutofit/>
          </a:bodyPr>
          <a:lstStyle>
            <a:lvl1pPr>
              <a:defRPr lang="en-GB" sz="1200"/>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team member headshot.</a:t>
            </a:r>
            <a:r>
              <a:rPr lang="en-GB" dirty="0"/>
              <a:t> Delete if not required. </a:t>
            </a:r>
            <a:r>
              <a:rPr lang="en-US" dirty="0"/>
              <a:t>Double click the image to adjust crop and scale.</a:t>
            </a:r>
          </a:p>
        </p:txBody>
      </p:sp>
      <p:sp>
        <p:nvSpPr>
          <p:cNvPr id="31" name="Text Placeholder 10">
            <a:extLst>
              <a:ext uri="{FF2B5EF4-FFF2-40B4-BE49-F238E27FC236}">
                <a16:creationId xmlns:a16="http://schemas.microsoft.com/office/drawing/2014/main" id="{7D881FA5-55EC-F926-2B2E-C6A382AF84D6}"/>
              </a:ext>
            </a:extLst>
          </p:cNvPr>
          <p:cNvSpPr>
            <a:spLocks noGrp="1"/>
          </p:cNvSpPr>
          <p:nvPr>
            <p:ph type="body" sz="quarter" idx="27" hasCustomPrompt="1"/>
          </p:nvPr>
        </p:nvSpPr>
        <p:spPr>
          <a:xfrm>
            <a:off x="292100" y="5434392"/>
            <a:ext cx="1811338" cy="332014"/>
          </a:xfrm>
        </p:spPr>
        <p:txBody>
          <a:bodyPr wrap="square">
            <a:spAutoFit/>
          </a:bodyPr>
          <a:lstStyle>
            <a:lvl1pPr>
              <a:spcBef>
                <a:spcPts val="0"/>
              </a:spcBef>
              <a:spcAft>
                <a:spcPts val="0"/>
              </a:spcAft>
              <a:defRPr lang="en-GB" sz="1000" b="1" i="0" kern="1200" dirty="0">
                <a:solidFill>
                  <a:schemeClr val="tx1"/>
                </a:solidFill>
                <a:latin typeface="Johnson Text" pitchFamily="2" charset="77"/>
                <a:ea typeface="+mn-ea"/>
                <a:cs typeface="+mn-cs"/>
              </a:defRPr>
            </a:lvl1pPr>
            <a:lvl2pPr marL="0" indent="0">
              <a:spcBef>
                <a:spcPts val="0"/>
              </a:spcBef>
              <a:spcAft>
                <a:spcPts val="0"/>
              </a:spcAft>
              <a:buNone/>
              <a:defRPr sz="1000" b="0" i="0">
                <a:solidFill>
                  <a:schemeClr val="tx1"/>
                </a:solidFill>
                <a:latin typeface="Johnson Text" pitchFamily="2" charset="77"/>
              </a:defRPr>
            </a:lvl2pPr>
            <a:lvl3pPr marL="320675" indent="-320675">
              <a:spcBef>
                <a:spcPts val="0"/>
              </a:spcBef>
              <a:spcAft>
                <a:spcPts val="0"/>
              </a:spcAft>
              <a:tabLst/>
              <a:defRPr/>
            </a:lvl3pPr>
            <a:lvl4pPr>
              <a:spcBef>
                <a:spcPts val="0"/>
              </a:spcBef>
              <a:spcAft>
                <a:spcPts val="0"/>
              </a:spcAft>
              <a:defRPr/>
            </a:lvl4pPr>
            <a:lvl5pPr>
              <a:spcBef>
                <a:spcPts val="0"/>
              </a:spcBef>
              <a:spcAft>
                <a:spcPts val="0"/>
              </a:spcAft>
              <a:defRPr/>
            </a:lvl5pPr>
          </a:lstStyle>
          <a:p>
            <a:pPr lvl="0"/>
            <a:r>
              <a:rPr lang="en-GB" dirty="0" err="1"/>
              <a:t>Firstname</a:t>
            </a:r>
            <a:r>
              <a:rPr lang="en-GB" dirty="0"/>
              <a:t> Surname</a:t>
            </a:r>
          </a:p>
          <a:p>
            <a:pPr lvl="1"/>
            <a:r>
              <a:rPr lang="en-GB" dirty="0"/>
              <a:t>Role, Location</a:t>
            </a:r>
          </a:p>
        </p:txBody>
      </p:sp>
      <p:sp>
        <p:nvSpPr>
          <p:cNvPr id="32" name="Picture Placeholder 3">
            <a:extLst>
              <a:ext uri="{FF2B5EF4-FFF2-40B4-BE49-F238E27FC236}">
                <a16:creationId xmlns:a16="http://schemas.microsoft.com/office/drawing/2014/main" id="{BBC82E01-F7FE-2EAB-B8E7-5960A7A58603}"/>
              </a:ext>
            </a:extLst>
          </p:cNvPr>
          <p:cNvSpPr>
            <a:spLocks noGrp="1"/>
          </p:cNvSpPr>
          <p:nvPr>
            <p:ph type="pic" sz="quarter" idx="28" hasCustomPrompt="1"/>
          </p:nvPr>
        </p:nvSpPr>
        <p:spPr>
          <a:xfrm>
            <a:off x="2251075" y="3627257"/>
            <a:ext cx="1810800" cy="1742358"/>
          </a:xfrm>
          <a:solidFill>
            <a:schemeClr val="tx2"/>
          </a:solidFill>
        </p:spPr>
        <p:txBody>
          <a:bodyPr vert="horz" lIns="0" tIns="0" rIns="0" bIns="0" rtlCol="0">
            <a:noAutofit/>
          </a:bodyPr>
          <a:lstStyle>
            <a:lvl1pPr>
              <a:defRPr lang="en-GB" sz="1200"/>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team member headshot.</a:t>
            </a:r>
            <a:r>
              <a:rPr lang="en-GB" dirty="0"/>
              <a:t> Delete if not required. </a:t>
            </a:r>
            <a:r>
              <a:rPr lang="en-US" dirty="0"/>
              <a:t>Double click the image to adjust crop and scale.</a:t>
            </a:r>
          </a:p>
        </p:txBody>
      </p:sp>
      <p:sp>
        <p:nvSpPr>
          <p:cNvPr id="33" name="Text Placeholder 10">
            <a:extLst>
              <a:ext uri="{FF2B5EF4-FFF2-40B4-BE49-F238E27FC236}">
                <a16:creationId xmlns:a16="http://schemas.microsoft.com/office/drawing/2014/main" id="{AF3DAD82-5491-5A1C-AF05-DBECB12413C0}"/>
              </a:ext>
            </a:extLst>
          </p:cNvPr>
          <p:cNvSpPr>
            <a:spLocks noGrp="1"/>
          </p:cNvSpPr>
          <p:nvPr>
            <p:ph type="body" sz="quarter" idx="29" hasCustomPrompt="1"/>
          </p:nvPr>
        </p:nvSpPr>
        <p:spPr>
          <a:xfrm>
            <a:off x="2251075" y="5434392"/>
            <a:ext cx="1811338" cy="332014"/>
          </a:xfrm>
        </p:spPr>
        <p:txBody>
          <a:bodyPr wrap="square">
            <a:spAutoFit/>
          </a:bodyPr>
          <a:lstStyle>
            <a:lvl1pPr>
              <a:spcBef>
                <a:spcPts val="0"/>
              </a:spcBef>
              <a:spcAft>
                <a:spcPts val="0"/>
              </a:spcAft>
              <a:defRPr lang="en-GB" sz="1000" b="1" i="0" kern="1200" dirty="0">
                <a:solidFill>
                  <a:schemeClr val="tx1"/>
                </a:solidFill>
                <a:latin typeface="Johnson Text" pitchFamily="2" charset="77"/>
                <a:ea typeface="+mn-ea"/>
                <a:cs typeface="+mn-cs"/>
              </a:defRPr>
            </a:lvl1pPr>
            <a:lvl2pPr marL="0" indent="0">
              <a:spcBef>
                <a:spcPts val="0"/>
              </a:spcBef>
              <a:spcAft>
                <a:spcPts val="0"/>
              </a:spcAft>
              <a:buNone/>
              <a:defRPr sz="1000" b="0" i="0">
                <a:solidFill>
                  <a:schemeClr val="tx1"/>
                </a:solidFill>
                <a:latin typeface="Johnson Text" pitchFamily="2" charset="77"/>
              </a:defRPr>
            </a:lvl2pPr>
            <a:lvl3pPr marL="320675" indent="-320675">
              <a:spcBef>
                <a:spcPts val="0"/>
              </a:spcBef>
              <a:spcAft>
                <a:spcPts val="0"/>
              </a:spcAft>
              <a:tabLst/>
              <a:defRPr/>
            </a:lvl3pPr>
            <a:lvl4pPr>
              <a:spcBef>
                <a:spcPts val="0"/>
              </a:spcBef>
              <a:spcAft>
                <a:spcPts val="0"/>
              </a:spcAft>
              <a:defRPr/>
            </a:lvl4pPr>
            <a:lvl5pPr>
              <a:spcBef>
                <a:spcPts val="0"/>
              </a:spcBef>
              <a:spcAft>
                <a:spcPts val="0"/>
              </a:spcAft>
              <a:defRPr/>
            </a:lvl5pPr>
          </a:lstStyle>
          <a:p>
            <a:pPr lvl="0"/>
            <a:r>
              <a:rPr lang="en-GB" dirty="0" err="1"/>
              <a:t>Firstname</a:t>
            </a:r>
            <a:r>
              <a:rPr lang="en-GB" dirty="0"/>
              <a:t> Surname</a:t>
            </a:r>
          </a:p>
          <a:p>
            <a:pPr lvl="1"/>
            <a:r>
              <a:rPr lang="en-GB" dirty="0"/>
              <a:t>Role, Location</a:t>
            </a:r>
          </a:p>
        </p:txBody>
      </p:sp>
      <p:sp>
        <p:nvSpPr>
          <p:cNvPr id="34" name="Picture Placeholder 3">
            <a:extLst>
              <a:ext uri="{FF2B5EF4-FFF2-40B4-BE49-F238E27FC236}">
                <a16:creationId xmlns:a16="http://schemas.microsoft.com/office/drawing/2014/main" id="{D56B49B1-E5CE-83C1-0D25-0898269814D0}"/>
              </a:ext>
            </a:extLst>
          </p:cNvPr>
          <p:cNvSpPr>
            <a:spLocks noGrp="1"/>
          </p:cNvSpPr>
          <p:nvPr>
            <p:ph type="pic" sz="quarter" idx="30" hasCustomPrompt="1"/>
          </p:nvPr>
        </p:nvSpPr>
        <p:spPr>
          <a:xfrm>
            <a:off x="4206875" y="3627257"/>
            <a:ext cx="1810800" cy="1742358"/>
          </a:xfrm>
          <a:solidFill>
            <a:schemeClr val="tx2"/>
          </a:solidFill>
        </p:spPr>
        <p:txBody>
          <a:bodyPr vert="horz" lIns="0" tIns="0" rIns="0" bIns="0" rtlCol="0">
            <a:noAutofit/>
          </a:bodyPr>
          <a:lstStyle>
            <a:lvl1pPr>
              <a:defRPr lang="en-GB" sz="1200"/>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team member headshot.</a:t>
            </a:r>
            <a:r>
              <a:rPr lang="en-GB" dirty="0"/>
              <a:t> Delete if not required. </a:t>
            </a:r>
            <a:r>
              <a:rPr lang="en-US" dirty="0"/>
              <a:t>Double click the image to adjust crop and scale.</a:t>
            </a:r>
          </a:p>
        </p:txBody>
      </p:sp>
      <p:sp>
        <p:nvSpPr>
          <p:cNvPr id="35" name="Text Placeholder 10">
            <a:extLst>
              <a:ext uri="{FF2B5EF4-FFF2-40B4-BE49-F238E27FC236}">
                <a16:creationId xmlns:a16="http://schemas.microsoft.com/office/drawing/2014/main" id="{0D879563-9332-8DE6-BC2B-72B716864FC8}"/>
              </a:ext>
            </a:extLst>
          </p:cNvPr>
          <p:cNvSpPr>
            <a:spLocks noGrp="1"/>
          </p:cNvSpPr>
          <p:nvPr>
            <p:ph type="body" sz="quarter" idx="31" hasCustomPrompt="1"/>
          </p:nvPr>
        </p:nvSpPr>
        <p:spPr>
          <a:xfrm>
            <a:off x="4206875" y="5434392"/>
            <a:ext cx="1811338" cy="332014"/>
          </a:xfrm>
        </p:spPr>
        <p:txBody>
          <a:bodyPr wrap="square">
            <a:spAutoFit/>
          </a:bodyPr>
          <a:lstStyle>
            <a:lvl1pPr>
              <a:spcBef>
                <a:spcPts val="0"/>
              </a:spcBef>
              <a:spcAft>
                <a:spcPts val="0"/>
              </a:spcAft>
              <a:defRPr lang="en-GB" sz="1000" b="1" i="0" kern="1200" dirty="0">
                <a:solidFill>
                  <a:schemeClr val="tx1"/>
                </a:solidFill>
                <a:latin typeface="Johnson Text" pitchFamily="2" charset="77"/>
                <a:ea typeface="+mn-ea"/>
                <a:cs typeface="+mn-cs"/>
              </a:defRPr>
            </a:lvl1pPr>
            <a:lvl2pPr marL="0" indent="0">
              <a:spcBef>
                <a:spcPts val="0"/>
              </a:spcBef>
              <a:spcAft>
                <a:spcPts val="0"/>
              </a:spcAft>
              <a:buNone/>
              <a:defRPr sz="1000" b="0" i="0">
                <a:solidFill>
                  <a:schemeClr val="tx1"/>
                </a:solidFill>
                <a:latin typeface="Johnson Text" pitchFamily="2" charset="77"/>
              </a:defRPr>
            </a:lvl2pPr>
            <a:lvl3pPr marL="320675" indent="-320675">
              <a:spcBef>
                <a:spcPts val="0"/>
              </a:spcBef>
              <a:spcAft>
                <a:spcPts val="0"/>
              </a:spcAft>
              <a:tabLst/>
              <a:defRPr/>
            </a:lvl3pPr>
            <a:lvl4pPr>
              <a:spcBef>
                <a:spcPts val="0"/>
              </a:spcBef>
              <a:spcAft>
                <a:spcPts val="0"/>
              </a:spcAft>
              <a:defRPr/>
            </a:lvl4pPr>
            <a:lvl5pPr>
              <a:spcBef>
                <a:spcPts val="0"/>
              </a:spcBef>
              <a:spcAft>
                <a:spcPts val="0"/>
              </a:spcAft>
              <a:defRPr/>
            </a:lvl5pPr>
          </a:lstStyle>
          <a:p>
            <a:pPr lvl="0"/>
            <a:r>
              <a:rPr lang="en-GB" dirty="0" err="1"/>
              <a:t>Firstname</a:t>
            </a:r>
            <a:r>
              <a:rPr lang="en-GB" dirty="0"/>
              <a:t> Surname</a:t>
            </a:r>
          </a:p>
          <a:p>
            <a:pPr lvl="1"/>
            <a:r>
              <a:rPr lang="en-GB" dirty="0"/>
              <a:t>Role, Location</a:t>
            </a:r>
          </a:p>
        </p:txBody>
      </p:sp>
      <p:sp>
        <p:nvSpPr>
          <p:cNvPr id="36" name="Picture Placeholder 3">
            <a:extLst>
              <a:ext uri="{FF2B5EF4-FFF2-40B4-BE49-F238E27FC236}">
                <a16:creationId xmlns:a16="http://schemas.microsoft.com/office/drawing/2014/main" id="{34E06054-2590-E998-043B-8F545070935C}"/>
              </a:ext>
            </a:extLst>
          </p:cNvPr>
          <p:cNvSpPr>
            <a:spLocks noGrp="1"/>
          </p:cNvSpPr>
          <p:nvPr>
            <p:ph type="pic" sz="quarter" idx="32" hasCustomPrompt="1"/>
          </p:nvPr>
        </p:nvSpPr>
        <p:spPr>
          <a:xfrm>
            <a:off x="6165850" y="3627257"/>
            <a:ext cx="1810800" cy="1742358"/>
          </a:xfrm>
          <a:solidFill>
            <a:schemeClr val="tx2"/>
          </a:solidFill>
        </p:spPr>
        <p:txBody>
          <a:bodyPr vert="horz" lIns="0" tIns="0" rIns="0" bIns="0" rtlCol="0">
            <a:noAutofit/>
          </a:bodyPr>
          <a:lstStyle>
            <a:lvl1pPr>
              <a:defRPr lang="en-GB" sz="1200"/>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team member headshot.</a:t>
            </a:r>
            <a:r>
              <a:rPr lang="en-GB" dirty="0"/>
              <a:t> Delete if not required. </a:t>
            </a:r>
            <a:r>
              <a:rPr lang="en-US" dirty="0"/>
              <a:t>Double click the image to adjust crop and scale.</a:t>
            </a:r>
          </a:p>
        </p:txBody>
      </p:sp>
      <p:sp>
        <p:nvSpPr>
          <p:cNvPr id="37" name="Text Placeholder 10">
            <a:extLst>
              <a:ext uri="{FF2B5EF4-FFF2-40B4-BE49-F238E27FC236}">
                <a16:creationId xmlns:a16="http://schemas.microsoft.com/office/drawing/2014/main" id="{B2E849EB-3C88-7D18-ED79-F55E7AB9250D}"/>
              </a:ext>
            </a:extLst>
          </p:cNvPr>
          <p:cNvSpPr>
            <a:spLocks noGrp="1"/>
          </p:cNvSpPr>
          <p:nvPr>
            <p:ph type="body" sz="quarter" idx="33" hasCustomPrompt="1"/>
          </p:nvPr>
        </p:nvSpPr>
        <p:spPr>
          <a:xfrm>
            <a:off x="6165850" y="5434392"/>
            <a:ext cx="1811338" cy="332014"/>
          </a:xfrm>
        </p:spPr>
        <p:txBody>
          <a:bodyPr wrap="square">
            <a:spAutoFit/>
          </a:bodyPr>
          <a:lstStyle>
            <a:lvl1pPr>
              <a:spcBef>
                <a:spcPts val="0"/>
              </a:spcBef>
              <a:spcAft>
                <a:spcPts val="0"/>
              </a:spcAft>
              <a:defRPr lang="en-GB" sz="1000" b="1" i="0" kern="1200" dirty="0">
                <a:solidFill>
                  <a:schemeClr val="tx1"/>
                </a:solidFill>
                <a:latin typeface="Johnson Text" pitchFamily="2" charset="77"/>
                <a:ea typeface="+mn-ea"/>
                <a:cs typeface="+mn-cs"/>
              </a:defRPr>
            </a:lvl1pPr>
            <a:lvl2pPr marL="0" indent="0">
              <a:spcBef>
                <a:spcPts val="0"/>
              </a:spcBef>
              <a:spcAft>
                <a:spcPts val="0"/>
              </a:spcAft>
              <a:buNone/>
              <a:defRPr sz="1000" b="0" i="0">
                <a:solidFill>
                  <a:schemeClr val="tx1"/>
                </a:solidFill>
                <a:latin typeface="Johnson Text" pitchFamily="2" charset="77"/>
              </a:defRPr>
            </a:lvl2pPr>
            <a:lvl3pPr marL="320675" indent="-320675">
              <a:spcBef>
                <a:spcPts val="0"/>
              </a:spcBef>
              <a:spcAft>
                <a:spcPts val="0"/>
              </a:spcAft>
              <a:tabLst/>
              <a:defRPr/>
            </a:lvl3pPr>
            <a:lvl4pPr>
              <a:spcBef>
                <a:spcPts val="0"/>
              </a:spcBef>
              <a:spcAft>
                <a:spcPts val="0"/>
              </a:spcAft>
              <a:defRPr/>
            </a:lvl4pPr>
            <a:lvl5pPr>
              <a:spcBef>
                <a:spcPts val="0"/>
              </a:spcBef>
              <a:spcAft>
                <a:spcPts val="0"/>
              </a:spcAft>
              <a:defRPr/>
            </a:lvl5pPr>
          </a:lstStyle>
          <a:p>
            <a:pPr lvl="0"/>
            <a:r>
              <a:rPr lang="en-GB" dirty="0" err="1"/>
              <a:t>Firstname</a:t>
            </a:r>
            <a:r>
              <a:rPr lang="en-GB" dirty="0"/>
              <a:t> Surname</a:t>
            </a:r>
          </a:p>
          <a:p>
            <a:pPr lvl="1"/>
            <a:r>
              <a:rPr lang="en-GB" dirty="0"/>
              <a:t>Role, Location</a:t>
            </a:r>
          </a:p>
        </p:txBody>
      </p:sp>
      <p:sp>
        <p:nvSpPr>
          <p:cNvPr id="38" name="Picture Placeholder 3">
            <a:extLst>
              <a:ext uri="{FF2B5EF4-FFF2-40B4-BE49-F238E27FC236}">
                <a16:creationId xmlns:a16="http://schemas.microsoft.com/office/drawing/2014/main" id="{3A8CC4AE-06AB-5A91-10DC-6C53FFB4A23A}"/>
              </a:ext>
            </a:extLst>
          </p:cNvPr>
          <p:cNvSpPr>
            <a:spLocks noGrp="1"/>
          </p:cNvSpPr>
          <p:nvPr>
            <p:ph type="pic" sz="quarter" idx="34" hasCustomPrompt="1"/>
          </p:nvPr>
        </p:nvSpPr>
        <p:spPr>
          <a:xfrm>
            <a:off x="8129587" y="3627257"/>
            <a:ext cx="1810800" cy="1742358"/>
          </a:xfrm>
          <a:solidFill>
            <a:schemeClr val="tx2"/>
          </a:solidFill>
        </p:spPr>
        <p:txBody>
          <a:bodyPr vert="horz" lIns="0" tIns="0" rIns="0" bIns="0" rtlCol="0">
            <a:noAutofit/>
          </a:bodyPr>
          <a:lstStyle>
            <a:lvl1pPr>
              <a:defRPr lang="en-GB" sz="1200"/>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team member headshot.</a:t>
            </a:r>
            <a:r>
              <a:rPr lang="en-GB" dirty="0"/>
              <a:t> Delete if not required. </a:t>
            </a:r>
            <a:r>
              <a:rPr lang="en-US" dirty="0"/>
              <a:t>Double click the image to adjust crop and scale.</a:t>
            </a:r>
          </a:p>
        </p:txBody>
      </p:sp>
      <p:sp>
        <p:nvSpPr>
          <p:cNvPr id="39" name="Text Placeholder 10">
            <a:extLst>
              <a:ext uri="{FF2B5EF4-FFF2-40B4-BE49-F238E27FC236}">
                <a16:creationId xmlns:a16="http://schemas.microsoft.com/office/drawing/2014/main" id="{5B2ACD70-936B-5D18-96B7-1BF64FC6E214}"/>
              </a:ext>
            </a:extLst>
          </p:cNvPr>
          <p:cNvSpPr>
            <a:spLocks noGrp="1"/>
          </p:cNvSpPr>
          <p:nvPr>
            <p:ph type="body" sz="quarter" idx="35" hasCustomPrompt="1"/>
          </p:nvPr>
        </p:nvSpPr>
        <p:spPr>
          <a:xfrm>
            <a:off x="8129587" y="5434392"/>
            <a:ext cx="1811338" cy="332014"/>
          </a:xfrm>
        </p:spPr>
        <p:txBody>
          <a:bodyPr wrap="square">
            <a:spAutoFit/>
          </a:bodyPr>
          <a:lstStyle>
            <a:lvl1pPr>
              <a:spcBef>
                <a:spcPts val="0"/>
              </a:spcBef>
              <a:spcAft>
                <a:spcPts val="0"/>
              </a:spcAft>
              <a:defRPr lang="en-GB" sz="1000" b="1" i="0" kern="1200" dirty="0">
                <a:solidFill>
                  <a:schemeClr val="tx1"/>
                </a:solidFill>
                <a:latin typeface="Johnson Text" pitchFamily="2" charset="77"/>
                <a:ea typeface="+mn-ea"/>
                <a:cs typeface="+mn-cs"/>
              </a:defRPr>
            </a:lvl1pPr>
            <a:lvl2pPr marL="0" indent="0">
              <a:spcBef>
                <a:spcPts val="0"/>
              </a:spcBef>
              <a:spcAft>
                <a:spcPts val="0"/>
              </a:spcAft>
              <a:buNone/>
              <a:defRPr sz="1000" b="0" i="0">
                <a:solidFill>
                  <a:schemeClr val="tx1"/>
                </a:solidFill>
                <a:latin typeface="Johnson Text" pitchFamily="2" charset="77"/>
              </a:defRPr>
            </a:lvl2pPr>
            <a:lvl3pPr marL="320675" indent="-320675">
              <a:spcBef>
                <a:spcPts val="0"/>
              </a:spcBef>
              <a:spcAft>
                <a:spcPts val="0"/>
              </a:spcAft>
              <a:tabLst/>
              <a:defRPr/>
            </a:lvl3pPr>
            <a:lvl4pPr>
              <a:spcBef>
                <a:spcPts val="0"/>
              </a:spcBef>
              <a:spcAft>
                <a:spcPts val="0"/>
              </a:spcAft>
              <a:defRPr/>
            </a:lvl4pPr>
            <a:lvl5pPr>
              <a:spcBef>
                <a:spcPts val="0"/>
              </a:spcBef>
              <a:spcAft>
                <a:spcPts val="0"/>
              </a:spcAft>
              <a:defRPr/>
            </a:lvl5pPr>
          </a:lstStyle>
          <a:p>
            <a:pPr lvl="0"/>
            <a:r>
              <a:rPr lang="en-GB" dirty="0" err="1"/>
              <a:t>Firstname</a:t>
            </a:r>
            <a:r>
              <a:rPr lang="en-GB" dirty="0"/>
              <a:t> Surname</a:t>
            </a:r>
          </a:p>
          <a:p>
            <a:pPr lvl="1"/>
            <a:r>
              <a:rPr lang="en-GB" dirty="0"/>
              <a:t>Role, Location</a:t>
            </a:r>
          </a:p>
        </p:txBody>
      </p:sp>
      <p:sp>
        <p:nvSpPr>
          <p:cNvPr id="40" name="Picture Placeholder 3">
            <a:extLst>
              <a:ext uri="{FF2B5EF4-FFF2-40B4-BE49-F238E27FC236}">
                <a16:creationId xmlns:a16="http://schemas.microsoft.com/office/drawing/2014/main" id="{96B65B4A-309C-6AFF-3233-21C6FE13D295}"/>
              </a:ext>
            </a:extLst>
          </p:cNvPr>
          <p:cNvSpPr>
            <a:spLocks noGrp="1"/>
          </p:cNvSpPr>
          <p:nvPr>
            <p:ph type="pic" sz="quarter" idx="36" hasCustomPrompt="1"/>
          </p:nvPr>
        </p:nvSpPr>
        <p:spPr>
          <a:xfrm>
            <a:off x="10088562" y="3627257"/>
            <a:ext cx="1810800" cy="1742358"/>
          </a:xfrm>
          <a:solidFill>
            <a:schemeClr val="tx2"/>
          </a:solidFill>
        </p:spPr>
        <p:txBody>
          <a:bodyPr vert="horz" lIns="0" tIns="0" rIns="0" bIns="0" rtlCol="0">
            <a:noAutofit/>
          </a:bodyPr>
          <a:lstStyle>
            <a:lvl1pPr>
              <a:defRPr lang="en-GB" sz="1200" dirty="0"/>
            </a:lvl1pPr>
          </a:lstStyle>
          <a:p>
            <a:pPr marL="0" marR="0" lvl="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defRPr/>
            </a:pPr>
            <a:r>
              <a:rPr lang="en-US" dirty="0"/>
              <a:t>Click the icon to add a team member headshot.</a:t>
            </a:r>
            <a:r>
              <a:rPr lang="en-GB" dirty="0"/>
              <a:t> Delete if not required. </a:t>
            </a:r>
            <a:r>
              <a:rPr lang="en-US" dirty="0"/>
              <a:t>Double click the image to adjust crop and scale.</a:t>
            </a:r>
          </a:p>
        </p:txBody>
      </p:sp>
      <p:sp>
        <p:nvSpPr>
          <p:cNvPr id="41" name="Text Placeholder 10">
            <a:extLst>
              <a:ext uri="{FF2B5EF4-FFF2-40B4-BE49-F238E27FC236}">
                <a16:creationId xmlns:a16="http://schemas.microsoft.com/office/drawing/2014/main" id="{56786C68-DCD8-DE01-5F52-6FF88150DD6E}"/>
              </a:ext>
            </a:extLst>
          </p:cNvPr>
          <p:cNvSpPr>
            <a:spLocks noGrp="1"/>
          </p:cNvSpPr>
          <p:nvPr>
            <p:ph type="body" sz="quarter" idx="37" hasCustomPrompt="1"/>
          </p:nvPr>
        </p:nvSpPr>
        <p:spPr>
          <a:xfrm>
            <a:off x="10088562" y="5434392"/>
            <a:ext cx="1811338" cy="332014"/>
          </a:xfrm>
        </p:spPr>
        <p:txBody>
          <a:bodyPr wrap="square">
            <a:spAutoFit/>
          </a:bodyPr>
          <a:lstStyle>
            <a:lvl1pPr>
              <a:spcBef>
                <a:spcPts val="0"/>
              </a:spcBef>
              <a:spcAft>
                <a:spcPts val="0"/>
              </a:spcAft>
              <a:defRPr lang="en-GB" sz="1000" b="1" i="0" kern="1200" dirty="0">
                <a:solidFill>
                  <a:schemeClr val="tx1"/>
                </a:solidFill>
                <a:latin typeface="Johnson Text" pitchFamily="2" charset="77"/>
                <a:ea typeface="+mn-ea"/>
                <a:cs typeface="+mn-cs"/>
              </a:defRPr>
            </a:lvl1pPr>
            <a:lvl2pPr marL="0" indent="0">
              <a:spcBef>
                <a:spcPts val="0"/>
              </a:spcBef>
              <a:spcAft>
                <a:spcPts val="0"/>
              </a:spcAft>
              <a:buNone/>
              <a:defRPr sz="1000" b="0" i="0">
                <a:solidFill>
                  <a:schemeClr val="tx1"/>
                </a:solidFill>
                <a:latin typeface="Johnson Text" pitchFamily="2" charset="77"/>
              </a:defRPr>
            </a:lvl2pPr>
            <a:lvl3pPr marL="320675" indent="-320675">
              <a:spcBef>
                <a:spcPts val="0"/>
              </a:spcBef>
              <a:spcAft>
                <a:spcPts val="0"/>
              </a:spcAft>
              <a:tabLst/>
              <a:defRPr/>
            </a:lvl3pPr>
            <a:lvl4pPr>
              <a:spcBef>
                <a:spcPts val="0"/>
              </a:spcBef>
              <a:spcAft>
                <a:spcPts val="0"/>
              </a:spcAft>
              <a:defRPr/>
            </a:lvl4pPr>
            <a:lvl5pPr>
              <a:spcBef>
                <a:spcPts val="0"/>
              </a:spcBef>
              <a:spcAft>
                <a:spcPts val="0"/>
              </a:spcAft>
              <a:defRPr/>
            </a:lvl5pPr>
          </a:lstStyle>
          <a:p>
            <a:pPr lvl="0"/>
            <a:r>
              <a:rPr lang="en-GB" dirty="0" err="1"/>
              <a:t>Firstname</a:t>
            </a:r>
            <a:r>
              <a:rPr lang="en-GB" dirty="0"/>
              <a:t> Surname</a:t>
            </a:r>
          </a:p>
          <a:p>
            <a:pPr lvl="1"/>
            <a:r>
              <a:rPr lang="en-GB" dirty="0"/>
              <a:t>Role, Location</a:t>
            </a:r>
          </a:p>
        </p:txBody>
      </p:sp>
      <p:sp>
        <p:nvSpPr>
          <p:cNvPr id="5" name="Title 7">
            <a:extLst>
              <a:ext uri="{FF2B5EF4-FFF2-40B4-BE49-F238E27FC236}">
                <a16:creationId xmlns:a16="http://schemas.microsoft.com/office/drawing/2014/main" id="{520EE9D3-6988-A53A-4B71-0F5506C1DB6D}"/>
              </a:ext>
            </a:extLst>
          </p:cNvPr>
          <p:cNvSpPr>
            <a:spLocks noGrp="1"/>
          </p:cNvSpPr>
          <p:nvPr>
            <p:ph type="title" hasCustomPrompt="1"/>
          </p:nvPr>
        </p:nvSpPr>
        <p:spPr>
          <a:xfrm>
            <a:off x="288303" y="262800"/>
            <a:ext cx="6710984" cy="468590"/>
          </a:xfrm>
        </p:spPr>
        <p:txBody>
          <a:bodyPr/>
          <a:lstStyle>
            <a:lvl1pPr>
              <a:defRPr>
                <a:solidFill>
                  <a:schemeClr val="accent1"/>
                </a:solidFill>
              </a:defRPr>
            </a:lvl1pPr>
          </a:lstStyle>
          <a:p>
            <a:r>
              <a:rPr lang="en-US" dirty="0"/>
              <a:t>Master title style</a:t>
            </a:r>
            <a:endParaRPr lang="en-GB" dirty="0"/>
          </a:p>
        </p:txBody>
      </p:sp>
      <p:sp>
        <p:nvSpPr>
          <p:cNvPr id="8" name="Subtitle 2">
            <a:extLst>
              <a:ext uri="{FF2B5EF4-FFF2-40B4-BE49-F238E27FC236}">
                <a16:creationId xmlns:a16="http://schemas.microsoft.com/office/drawing/2014/main" id="{A29A91CD-56E3-1B05-9890-3FE2231364A5}"/>
              </a:ext>
            </a:extLst>
          </p:cNvPr>
          <p:cNvSpPr>
            <a:spLocks noGrp="1"/>
          </p:cNvSpPr>
          <p:nvPr>
            <p:ph type="subTitle" idx="38" hasCustomPrompt="1"/>
          </p:nvPr>
        </p:nvSpPr>
        <p:spPr>
          <a:xfrm>
            <a:off x="288302" y="713620"/>
            <a:ext cx="6713538" cy="292965"/>
          </a:xfrm>
        </p:spPr>
        <p:txBody>
          <a:bodyPr vert="horz" wrap="square" lIns="0" tIns="0" rIns="0" bIns="0" rtlCol="0" anchor="t">
            <a:spAutoFit/>
          </a:bodyPr>
          <a:lstStyle>
            <a:lvl1pPr>
              <a:defRPr lang="en-GB" b="1" dirty="0"/>
            </a:lvl1pPr>
          </a:lstStyle>
          <a:p>
            <a:pPr lvl="0"/>
            <a:r>
              <a:rPr lang="en-GB" dirty="0"/>
              <a:t>Subtitle. Delete if not required.</a:t>
            </a:r>
          </a:p>
        </p:txBody>
      </p:sp>
      <p:sp>
        <p:nvSpPr>
          <p:cNvPr id="3" name="Footer Placeholder 4">
            <a:extLst>
              <a:ext uri="{FF2B5EF4-FFF2-40B4-BE49-F238E27FC236}">
                <a16:creationId xmlns:a16="http://schemas.microsoft.com/office/drawing/2014/main" id="{2FD0E279-D09C-E44C-0FD5-7AAE367C5D97}"/>
              </a:ext>
            </a:extLst>
          </p:cNvPr>
          <p:cNvSpPr>
            <a:spLocks noGrp="1"/>
          </p:cNvSpPr>
          <p:nvPr>
            <p:ph type="ftr" sz="quarter" idx="3"/>
          </p:nvPr>
        </p:nvSpPr>
        <p:spPr>
          <a:xfrm>
            <a:off x="288259" y="5868000"/>
            <a:ext cx="1161051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b="0" i="0">
                <a:effectLst/>
              </a:rPr>
              <a:t>Slide legal disclaimer goes here if required
Slide footer goes here if required. Turn off globally using the Header/Footer function (under the Insert menu).</a:t>
            </a:r>
            <a:endParaRPr lang="en-US" b="0" i="0" dirty="0">
              <a:effectLst/>
            </a:endParaRPr>
          </a:p>
        </p:txBody>
      </p:sp>
    </p:spTree>
    <p:extLst>
      <p:ext uri="{BB962C8B-B14F-4D97-AF65-F5344CB8AC3E}">
        <p14:creationId xmlns:p14="http://schemas.microsoft.com/office/powerpoint/2010/main" val="301229323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imeline">
    <p:bg>
      <p:bgPr>
        <a:solidFill>
          <a:schemeClr val="tx2"/>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6AAB40DC-44BE-A1E0-6E1F-CF02BAF6369A}"/>
              </a:ext>
            </a:extLst>
          </p:cNvPr>
          <p:cNvSpPr/>
          <p:nvPr userDrawn="1"/>
        </p:nvSpPr>
        <p:spPr>
          <a:xfrm>
            <a:off x="288259" y="1821888"/>
            <a:ext cx="11610516" cy="39439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n-lt"/>
            </a:endParaRPr>
          </a:p>
        </p:txBody>
      </p:sp>
      <p:sp>
        <p:nvSpPr>
          <p:cNvPr id="2" name="Title 1">
            <a:extLst>
              <a:ext uri="{FF2B5EF4-FFF2-40B4-BE49-F238E27FC236}">
                <a16:creationId xmlns:a16="http://schemas.microsoft.com/office/drawing/2014/main" id="{E31C6A2D-F931-C4C5-30C6-2E186C6A2AF4}"/>
              </a:ext>
            </a:extLst>
          </p:cNvPr>
          <p:cNvSpPr>
            <a:spLocks noGrp="1"/>
          </p:cNvSpPr>
          <p:nvPr>
            <p:ph type="title"/>
          </p:nvPr>
        </p:nvSpPr>
        <p:spPr>
          <a:xfrm>
            <a:off x="288303" y="262267"/>
            <a:ext cx="6526835" cy="468590"/>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BAD07494-4670-F788-0B7B-CDECB5C34399}"/>
              </a:ext>
            </a:extLst>
          </p:cNvPr>
          <p:cNvSpPr>
            <a:spLocks noGrp="1"/>
          </p:cNvSpPr>
          <p:nvPr>
            <p:ph type="ftr" sz="quarter" idx="10"/>
          </p:nvPr>
        </p:nvSpPr>
        <p:spPr/>
        <p:txBody>
          <a:bodyPr/>
          <a:lstStyle/>
          <a:p>
            <a:pPr>
              <a:spcBef>
                <a:spcPts val="0"/>
              </a:spcBef>
              <a:spcAft>
                <a:spcPts val="300"/>
              </a:spcAft>
            </a:pPr>
            <a:r>
              <a:rPr lang="en-US" b="0" i="0">
                <a:effectLst/>
              </a:rPr>
              <a:t>Slide legal disclaimer goes here if required
Slide footer goes here if required. Turn off globally using the Header/Footer function (under the Insert menu).</a:t>
            </a:r>
            <a:endParaRPr lang="en-US" b="0" i="0" dirty="0">
              <a:effectLst/>
            </a:endParaRPr>
          </a:p>
        </p:txBody>
      </p:sp>
      <p:sp>
        <p:nvSpPr>
          <p:cNvPr id="4" name="Slide Number Placeholder 3">
            <a:extLst>
              <a:ext uri="{FF2B5EF4-FFF2-40B4-BE49-F238E27FC236}">
                <a16:creationId xmlns:a16="http://schemas.microsoft.com/office/drawing/2014/main" id="{768F351E-E868-5A2C-F848-1DC22079E0D3}"/>
              </a:ext>
            </a:extLst>
          </p:cNvPr>
          <p:cNvSpPr>
            <a:spLocks noGrp="1"/>
          </p:cNvSpPr>
          <p:nvPr>
            <p:ph type="sldNum" sz="quarter" idx="11"/>
          </p:nvPr>
        </p:nvSpPr>
        <p:spPr/>
        <p:txBody>
          <a:bodyPr/>
          <a:lstStyle/>
          <a:p>
            <a:fld id="{AEC8D767-5246-2244-A4A3-B8AFB218393C}" type="slidenum">
              <a:rPr lang="en-GB" smtClean="0"/>
              <a:pPr/>
              <a:t>‹#›</a:t>
            </a:fld>
            <a:endParaRPr lang="en-GB" dirty="0"/>
          </a:p>
        </p:txBody>
      </p:sp>
      <p:sp>
        <p:nvSpPr>
          <p:cNvPr id="7" name="Text Placeholder 7">
            <a:extLst>
              <a:ext uri="{FF2B5EF4-FFF2-40B4-BE49-F238E27FC236}">
                <a16:creationId xmlns:a16="http://schemas.microsoft.com/office/drawing/2014/main" id="{FEA2C9E9-BF34-BFF2-3A81-A88FDB54A8C3}"/>
              </a:ext>
            </a:extLst>
          </p:cNvPr>
          <p:cNvSpPr>
            <a:spLocks noGrp="1"/>
          </p:cNvSpPr>
          <p:nvPr>
            <p:ph type="body" sz="quarter" idx="31" hasCustomPrompt="1"/>
          </p:nvPr>
        </p:nvSpPr>
        <p:spPr>
          <a:xfrm>
            <a:off x="8125200" y="293525"/>
            <a:ext cx="3778870" cy="878050"/>
          </a:xfrm>
        </p:spPr>
        <p:txBody>
          <a:bodyPr/>
          <a:lstStyle>
            <a:lvl1pPr>
              <a:defRPr sz="1400"/>
            </a:lvl1pPr>
            <a:lvl2pPr>
              <a:defRPr sz="1400"/>
            </a:lvl2pPr>
            <a:lvl3pPr>
              <a:defRPr sz="1200"/>
            </a:lvl3pPr>
          </a:lstStyle>
          <a:p>
            <a:pPr lvl="0"/>
            <a:r>
              <a:rPr lang="en-GB" dirty="0"/>
              <a:t>Click to add text. Delete if not required.</a:t>
            </a:r>
          </a:p>
          <a:p>
            <a:pPr lvl="1"/>
            <a:r>
              <a:rPr lang="en-GB" dirty="0"/>
              <a:t>Second level</a:t>
            </a:r>
          </a:p>
          <a:p>
            <a:pPr lvl="2"/>
            <a:r>
              <a:rPr lang="en-GB" dirty="0"/>
              <a:t>Third level</a:t>
            </a:r>
          </a:p>
        </p:txBody>
      </p:sp>
      <p:sp>
        <p:nvSpPr>
          <p:cNvPr id="9" name="Text Placeholder 8">
            <a:extLst>
              <a:ext uri="{FF2B5EF4-FFF2-40B4-BE49-F238E27FC236}">
                <a16:creationId xmlns:a16="http://schemas.microsoft.com/office/drawing/2014/main" id="{C8918C55-57D9-4EE4-9CD8-C0D261DA35C8}"/>
              </a:ext>
            </a:extLst>
          </p:cNvPr>
          <p:cNvSpPr>
            <a:spLocks noGrp="1"/>
          </p:cNvSpPr>
          <p:nvPr>
            <p:ph type="body" sz="quarter" idx="32"/>
          </p:nvPr>
        </p:nvSpPr>
        <p:spPr>
          <a:xfrm>
            <a:off x="383488" y="2286003"/>
            <a:ext cx="2736000" cy="1214437"/>
          </a:xfrm>
          <a:noFill/>
        </p:spPr>
        <p:txBody>
          <a:bodyPr/>
          <a:lstStyle>
            <a:lvl1pPr>
              <a:defRPr sz="1400"/>
            </a:lvl1pPr>
            <a:lvl2pPr>
              <a:defRPr sz="1400"/>
            </a:lvl2pPr>
            <a:lvl3pPr>
              <a:defRPr sz="1200"/>
            </a:lvl3pPr>
            <a:lvl4pPr>
              <a:defRPr sz="1200"/>
            </a:lvl4pPr>
            <a:lvl5pPr>
              <a:defRPr sz="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8">
            <a:extLst>
              <a:ext uri="{FF2B5EF4-FFF2-40B4-BE49-F238E27FC236}">
                <a16:creationId xmlns:a16="http://schemas.microsoft.com/office/drawing/2014/main" id="{2AA09275-5FA2-8270-DAFD-D4026DB25EB0}"/>
              </a:ext>
            </a:extLst>
          </p:cNvPr>
          <p:cNvSpPr>
            <a:spLocks noGrp="1"/>
          </p:cNvSpPr>
          <p:nvPr>
            <p:ph type="body" sz="quarter" idx="33" hasCustomPrompt="1"/>
          </p:nvPr>
        </p:nvSpPr>
        <p:spPr>
          <a:xfrm>
            <a:off x="383488" y="1971675"/>
            <a:ext cx="2736000" cy="313766"/>
          </a:xfrm>
          <a:noFill/>
        </p:spPr>
        <p:txBody>
          <a:bodyPr/>
          <a:lstStyle>
            <a:lvl1pPr>
              <a:defRPr kumimoji="0" lang="en-US" sz="1400" b="1" i="0" u="none" strike="noStrike" kern="1200" cap="none" spc="0" normalizeH="0" baseline="0" dirty="0">
                <a:ln>
                  <a:noFill/>
                </a:ln>
                <a:solidFill>
                  <a:srgbClr val="000000"/>
                </a:solidFill>
                <a:effectLst/>
                <a:uLnTx/>
                <a:uFillTx/>
                <a:latin typeface="Johnson Text"/>
                <a:ea typeface="+mn-ea"/>
                <a:cs typeface="Arial"/>
              </a:defRPr>
            </a:lvl1pPr>
            <a:lvl2pPr>
              <a:defRPr sz="1400"/>
            </a:lvl2pPr>
            <a:lvl3pPr>
              <a:defRPr sz="1200"/>
            </a:lvl3pPr>
            <a:lvl4pPr>
              <a:defRPr sz="1200"/>
            </a:lvl4pPr>
            <a:lvl5pPr>
              <a:defRPr sz="600"/>
            </a:lvl5pPr>
          </a:lstStyle>
          <a:p>
            <a:pPr lvl="0"/>
            <a:r>
              <a:rPr lang="en-GB" dirty="0"/>
              <a:t>Phase 00</a:t>
            </a:r>
            <a:endParaRPr lang="en-US" dirty="0"/>
          </a:p>
        </p:txBody>
      </p:sp>
      <p:sp>
        <p:nvSpPr>
          <p:cNvPr id="12" name="SmartArt Placeholder 11">
            <a:extLst>
              <a:ext uri="{FF2B5EF4-FFF2-40B4-BE49-F238E27FC236}">
                <a16:creationId xmlns:a16="http://schemas.microsoft.com/office/drawing/2014/main" id="{55873F6C-B0A8-6E35-15C1-25D0E34CEC4E}"/>
              </a:ext>
            </a:extLst>
          </p:cNvPr>
          <p:cNvSpPr>
            <a:spLocks noGrp="1"/>
          </p:cNvSpPr>
          <p:nvPr>
            <p:ph type="dgm" sz="quarter" idx="34" hasCustomPrompt="1"/>
          </p:nvPr>
        </p:nvSpPr>
        <p:spPr>
          <a:xfrm>
            <a:off x="288259" y="3571875"/>
            <a:ext cx="2902669" cy="302400"/>
          </a:xfrm>
          <a:solidFill>
            <a:schemeClr val="accent1"/>
          </a:solidFill>
        </p:spPr>
        <p:txBody>
          <a:bodyPr/>
          <a:lstStyle/>
          <a:p>
            <a:r>
              <a:rPr lang="en-US" dirty="0"/>
              <a:t>  </a:t>
            </a:r>
          </a:p>
        </p:txBody>
      </p:sp>
      <p:sp>
        <p:nvSpPr>
          <p:cNvPr id="14" name="Text Placeholder 8">
            <a:extLst>
              <a:ext uri="{FF2B5EF4-FFF2-40B4-BE49-F238E27FC236}">
                <a16:creationId xmlns:a16="http://schemas.microsoft.com/office/drawing/2014/main" id="{0F773288-1063-C5B2-C27E-37E03FC0BA38}"/>
              </a:ext>
            </a:extLst>
          </p:cNvPr>
          <p:cNvSpPr>
            <a:spLocks noGrp="1"/>
          </p:cNvSpPr>
          <p:nvPr>
            <p:ph type="body" sz="quarter" idx="35"/>
          </p:nvPr>
        </p:nvSpPr>
        <p:spPr>
          <a:xfrm>
            <a:off x="383488" y="4425283"/>
            <a:ext cx="2736000" cy="1040481"/>
          </a:xfrm>
          <a:noFill/>
        </p:spPr>
        <p:txBody>
          <a:bodyPr/>
          <a:lstStyle>
            <a:lvl1pPr>
              <a:defRPr sz="1400"/>
            </a:lvl1pPr>
            <a:lvl2pPr>
              <a:defRPr sz="1400"/>
            </a:lvl2pPr>
            <a:lvl3pPr>
              <a:defRPr sz="1200"/>
            </a:lvl3pPr>
            <a:lvl4pPr>
              <a:defRPr sz="1200"/>
            </a:lvl4pPr>
            <a:lvl5pPr>
              <a:defRPr sz="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8">
            <a:extLst>
              <a:ext uri="{FF2B5EF4-FFF2-40B4-BE49-F238E27FC236}">
                <a16:creationId xmlns:a16="http://schemas.microsoft.com/office/drawing/2014/main" id="{3E76A6D6-2D0B-2A2F-1255-78F151318379}"/>
              </a:ext>
            </a:extLst>
          </p:cNvPr>
          <p:cNvSpPr>
            <a:spLocks noGrp="1"/>
          </p:cNvSpPr>
          <p:nvPr>
            <p:ph type="body" sz="quarter" idx="36" hasCustomPrompt="1"/>
          </p:nvPr>
        </p:nvSpPr>
        <p:spPr>
          <a:xfrm>
            <a:off x="383488" y="4157907"/>
            <a:ext cx="2736000" cy="217128"/>
          </a:xfrm>
          <a:noFill/>
        </p:spPr>
        <p:txBody>
          <a:bodyPr/>
          <a:lstStyle>
            <a:lvl1pPr>
              <a:defRPr kumimoji="0" lang="en-US" sz="1400" b="1" i="0" u="none" strike="noStrike" kern="1200" cap="none" spc="0" normalizeH="0" baseline="0" dirty="0">
                <a:ln>
                  <a:noFill/>
                </a:ln>
                <a:solidFill>
                  <a:srgbClr val="000000"/>
                </a:solidFill>
                <a:effectLst/>
                <a:uLnTx/>
                <a:uFillTx/>
                <a:latin typeface="Johnson Text"/>
                <a:ea typeface="+mn-ea"/>
                <a:cs typeface="Arial"/>
              </a:defRPr>
            </a:lvl1pPr>
            <a:lvl2pPr>
              <a:defRPr sz="1400"/>
            </a:lvl2pPr>
            <a:lvl3pPr>
              <a:defRPr sz="1200"/>
            </a:lvl3pPr>
            <a:lvl4pPr>
              <a:defRPr sz="1200"/>
            </a:lvl4pPr>
            <a:lvl5pPr>
              <a:defRPr sz="600"/>
            </a:lvl5pPr>
          </a:lstStyle>
          <a:p>
            <a:pPr lvl="0"/>
            <a:r>
              <a:rPr lang="en-GB" dirty="0"/>
              <a:t>Deliverables</a:t>
            </a:r>
            <a:endParaRPr lang="en-US" dirty="0"/>
          </a:p>
        </p:txBody>
      </p:sp>
      <p:sp>
        <p:nvSpPr>
          <p:cNvPr id="21" name="Text Placeholder 8">
            <a:extLst>
              <a:ext uri="{FF2B5EF4-FFF2-40B4-BE49-F238E27FC236}">
                <a16:creationId xmlns:a16="http://schemas.microsoft.com/office/drawing/2014/main" id="{29C3E72A-FE10-0AB5-5752-6B2A751E6747}"/>
              </a:ext>
            </a:extLst>
          </p:cNvPr>
          <p:cNvSpPr>
            <a:spLocks noGrp="1"/>
          </p:cNvSpPr>
          <p:nvPr>
            <p:ph type="body" sz="quarter" idx="37"/>
          </p:nvPr>
        </p:nvSpPr>
        <p:spPr>
          <a:xfrm>
            <a:off x="3219655" y="2286003"/>
            <a:ext cx="2736000" cy="1214437"/>
          </a:xfrm>
          <a:noFill/>
        </p:spPr>
        <p:txBody>
          <a:bodyPr/>
          <a:lstStyle>
            <a:lvl1pPr>
              <a:defRPr sz="1400"/>
            </a:lvl1pPr>
            <a:lvl2pPr>
              <a:defRPr sz="1400"/>
            </a:lvl2pPr>
            <a:lvl3pPr>
              <a:defRPr sz="1200"/>
            </a:lvl3pPr>
            <a:lvl4pPr>
              <a:defRPr sz="1200"/>
            </a:lvl4pPr>
            <a:lvl5pPr>
              <a:defRPr sz="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8">
            <a:extLst>
              <a:ext uri="{FF2B5EF4-FFF2-40B4-BE49-F238E27FC236}">
                <a16:creationId xmlns:a16="http://schemas.microsoft.com/office/drawing/2014/main" id="{BB75E8C6-EB09-D73E-A707-2366E1F4C74A}"/>
              </a:ext>
            </a:extLst>
          </p:cNvPr>
          <p:cNvSpPr>
            <a:spLocks noGrp="1"/>
          </p:cNvSpPr>
          <p:nvPr>
            <p:ph type="body" sz="quarter" idx="38" hasCustomPrompt="1"/>
          </p:nvPr>
        </p:nvSpPr>
        <p:spPr>
          <a:xfrm>
            <a:off x="3219655" y="1971675"/>
            <a:ext cx="2736000" cy="313766"/>
          </a:xfrm>
          <a:noFill/>
        </p:spPr>
        <p:txBody>
          <a:bodyPr/>
          <a:lstStyle>
            <a:lvl1pPr>
              <a:defRPr kumimoji="0" lang="en-US" sz="1400" b="1" i="0" u="none" strike="noStrike" kern="1200" cap="none" spc="0" normalizeH="0" baseline="0" dirty="0">
                <a:ln>
                  <a:noFill/>
                </a:ln>
                <a:solidFill>
                  <a:srgbClr val="000000"/>
                </a:solidFill>
                <a:effectLst/>
                <a:uLnTx/>
                <a:uFillTx/>
                <a:latin typeface="Johnson Text"/>
                <a:ea typeface="+mn-ea"/>
                <a:cs typeface="Arial"/>
              </a:defRPr>
            </a:lvl1pPr>
            <a:lvl2pPr>
              <a:defRPr sz="1400"/>
            </a:lvl2pPr>
            <a:lvl3pPr>
              <a:defRPr sz="1200"/>
            </a:lvl3pPr>
            <a:lvl4pPr>
              <a:defRPr sz="1200"/>
            </a:lvl4pPr>
            <a:lvl5pPr>
              <a:defRPr sz="600"/>
            </a:lvl5pPr>
          </a:lstStyle>
          <a:p>
            <a:pPr lvl="0"/>
            <a:r>
              <a:rPr lang="en-GB" dirty="0"/>
              <a:t>Phase 00</a:t>
            </a:r>
            <a:endParaRPr lang="en-US" dirty="0"/>
          </a:p>
        </p:txBody>
      </p:sp>
      <p:sp>
        <p:nvSpPr>
          <p:cNvPr id="23" name="SmartArt Placeholder 11">
            <a:extLst>
              <a:ext uri="{FF2B5EF4-FFF2-40B4-BE49-F238E27FC236}">
                <a16:creationId xmlns:a16="http://schemas.microsoft.com/office/drawing/2014/main" id="{B1E237C6-B05A-E1DF-0A22-7D05D57E5975}"/>
              </a:ext>
            </a:extLst>
          </p:cNvPr>
          <p:cNvSpPr>
            <a:spLocks noGrp="1"/>
          </p:cNvSpPr>
          <p:nvPr>
            <p:ph type="dgm" sz="quarter" idx="39" hasCustomPrompt="1"/>
          </p:nvPr>
        </p:nvSpPr>
        <p:spPr>
          <a:xfrm>
            <a:off x="3190875" y="3571875"/>
            <a:ext cx="2902669" cy="302400"/>
          </a:xfrm>
          <a:solidFill>
            <a:schemeClr val="accent2"/>
          </a:solidFill>
        </p:spPr>
        <p:txBody>
          <a:bodyPr/>
          <a:lstStyle/>
          <a:p>
            <a:r>
              <a:rPr lang="en-US" dirty="0"/>
              <a:t>  </a:t>
            </a:r>
          </a:p>
        </p:txBody>
      </p:sp>
      <p:sp>
        <p:nvSpPr>
          <p:cNvPr id="24" name="Text Placeholder 8">
            <a:extLst>
              <a:ext uri="{FF2B5EF4-FFF2-40B4-BE49-F238E27FC236}">
                <a16:creationId xmlns:a16="http://schemas.microsoft.com/office/drawing/2014/main" id="{B21FFA25-0545-CDE3-456F-4268B34561B2}"/>
              </a:ext>
            </a:extLst>
          </p:cNvPr>
          <p:cNvSpPr>
            <a:spLocks noGrp="1"/>
          </p:cNvSpPr>
          <p:nvPr>
            <p:ph type="body" sz="quarter" idx="40"/>
          </p:nvPr>
        </p:nvSpPr>
        <p:spPr>
          <a:xfrm>
            <a:off x="3190875" y="4425283"/>
            <a:ext cx="2736000" cy="1040481"/>
          </a:xfrm>
          <a:noFill/>
        </p:spPr>
        <p:txBody>
          <a:bodyPr/>
          <a:lstStyle>
            <a:lvl1pPr>
              <a:defRPr sz="1400"/>
            </a:lvl1pPr>
            <a:lvl2pPr>
              <a:defRPr sz="1400"/>
            </a:lvl2pPr>
            <a:lvl3pPr>
              <a:defRPr sz="1200"/>
            </a:lvl3pPr>
            <a:lvl4pPr>
              <a:defRPr sz="1200"/>
            </a:lvl4pPr>
            <a:lvl5pPr>
              <a:defRPr sz="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8">
            <a:extLst>
              <a:ext uri="{FF2B5EF4-FFF2-40B4-BE49-F238E27FC236}">
                <a16:creationId xmlns:a16="http://schemas.microsoft.com/office/drawing/2014/main" id="{F0884733-C572-CBCD-9690-04342EF46F15}"/>
              </a:ext>
            </a:extLst>
          </p:cNvPr>
          <p:cNvSpPr>
            <a:spLocks noGrp="1"/>
          </p:cNvSpPr>
          <p:nvPr>
            <p:ph type="body" sz="quarter" idx="41" hasCustomPrompt="1"/>
          </p:nvPr>
        </p:nvSpPr>
        <p:spPr>
          <a:xfrm>
            <a:off x="3190875" y="4157907"/>
            <a:ext cx="2736000" cy="217128"/>
          </a:xfrm>
          <a:noFill/>
        </p:spPr>
        <p:txBody>
          <a:bodyPr/>
          <a:lstStyle>
            <a:lvl1pPr>
              <a:defRPr kumimoji="0" lang="en-US" sz="1400" b="1" i="0" u="none" strike="noStrike" kern="1200" cap="none" spc="0" normalizeH="0" baseline="0" dirty="0">
                <a:ln>
                  <a:noFill/>
                </a:ln>
                <a:solidFill>
                  <a:srgbClr val="000000"/>
                </a:solidFill>
                <a:effectLst/>
                <a:uLnTx/>
                <a:uFillTx/>
                <a:latin typeface="Johnson Text"/>
                <a:ea typeface="+mn-ea"/>
                <a:cs typeface="Arial"/>
              </a:defRPr>
            </a:lvl1pPr>
            <a:lvl2pPr>
              <a:defRPr sz="1400"/>
            </a:lvl2pPr>
            <a:lvl3pPr>
              <a:defRPr sz="1200"/>
            </a:lvl3pPr>
            <a:lvl4pPr>
              <a:defRPr sz="1200"/>
            </a:lvl4pPr>
            <a:lvl5pPr>
              <a:defRPr sz="600"/>
            </a:lvl5pPr>
          </a:lstStyle>
          <a:p>
            <a:pPr lvl="0"/>
            <a:r>
              <a:rPr lang="en-GB" dirty="0"/>
              <a:t>Deliverables</a:t>
            </a:r>
            <a:endParaRPr lang="en-US" dirty="0"/>
          </a:p>
        </p:txBody>
      </p:sp>
      <p:sp>
        <p:nvSpPr>
          <p:cNvPr id="26" name="Text Placeholder 8">
            <a:extLst>
              <a:ext uri="{FF2B5EF4-FFF2-40B4-BE49-F238E27FC236}">
                <a16:creationId xmlns:a16="http://schemas.microsoft.com/office/drawing/2014/main" id="{800DB16B-CADC-0894-C333-9E6A385E98AE}"/>
              </a:ext>
            </a:extLst>
          </p:cNvPr>
          <p:cNvSpPr>
            <a:spLocks noGrp="1"/>
          </p:cNvSpPr>
          <p:nvPr>
            <p:ph type="body" sz="quarter" idx="42"/>
          </p:nvPr>
        </p:nvSpPr>
        <p:spPr>
          <a:xfrm>
            <a:off x="6093491" y="2286003"/>
            <a:ext cx="2736000" cy="1214437"/>
          </a:xfrm>
          <a:noFill/>
        </p:spPr>
        <p:txBody>
          <a:bodyPr/>
          <a:lstStyle>
            <a:lvl1pPr>
              <a:defRPr sz="1400"/>
            </a:lvl1pPr>
            <a:lvl2pPr>
              <a:defRPr sz="1400"/>
            </a:lvl2pPr>
            <a:lvl3pPr>
              <a:defRPr sz="1200"/>
            </a:lvl3pPr>
            <a:lvl4pPr>
              <a:defRPr sz="1200"/>
            </a:lvl4pPr>
            <a:lvl5pPr>
              <a:defRPr sz="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8">
            <a:extLst>
              <a:ext uri="{FF2B5EF4-FFF2-40B4-BE49-F238E27FC236}">
                <a16:creationId xmlns:a16="http://schemas.microsoft.com/office/drawing/2014/main" id="{68CCF615-0269-2C1D-9F20-E6EF09EB30B0}"/>
              </a:ext>
            </a:extLst>
          </p:cNvPr>
          <p:cNvSpPr>
            <a:spLocks noGrp="1"/>
          </p:cNvSpPr>
          <p:nvPr>
            <p:ph type="body" sz="quarter" idx="43" hasCustomPrompt="1"/>
          </p:nvPr>
        </p:nvSpPr>
        <p:spPr>
          <a:xfrm>
            <a:off x="6093491" y="1971675"/>
            <a:ext cx="2736000" cy="313766"/>
          </a:xfrm>
          <a:noFill/>
        </p:spPr>
        <p:txBody>
          <a:bodyPr/>
          <a:lstStyle>
            <a:lvl1pPr>
              <a:defRPr kumimoji="0" lang="en-US" sz="1400" b="1" i="0" u="none" strike="noStrike" kern="1200" cap="none" spc="0" normalizeH="0" baseline="0" dirty="0">
                <a:ln>
                  <a:noFill/>
                </a:ln>
                <a:solidFill>
                  <a:srgbClr val="000000"/>
                </a:solidFill>
                <a:effectLst/>
                <a:uLnTx/>
                <a:uFillTx/>
                <a:latin typeface="Johnson Text"/>
                <a:ea typeface="+mn-ea"/>
                <a:cs typeface="Arial"/>
              </a:defRPr>
            </a:lvl1pPr>
            <a:lvl2pPr>
              <a:defRPr sz="1400"/>
            </a:lvl2pPr>
            <a:lvl3pPr>
              <a:defRPr sz="1200"/>
            </a:lvl3pPr>
            <a:lvl4pPr>
              <a:defRPr sz="1200"/>
            </a:lvl4pPr>
            <a:lvl5pPr>
              <a:defRPr sz="600"/>
            </a:lvl5pPr>
          </a:lstStyle>
          <a:p>
            <a:pPr lvl="0"/>
            <a:r>
              <a:rPr lang="en-GB" dirty="0"/>
              <a:t>Phase 00</a:t>
            </a:r>
            <a:endParaRPr lang="en-US" dirty="0"/>
          </a:p>
        </p:txBody>
      </p:sp>
      <p:sp>
        <p:nvSpPr>
          <p:cNvPr id="28" name="SmartArt Placeholder 11">
            <a:extLst>
              <a:ext uri="{FF2B5EF4-FFF2-40B4-BE49-F238E27FC236}">
                <a16:creationId xmlns:a16="http://schemas.microsoft.com/office/drawing/2014/main" id="{AF39ACC0-96AB-02B7-6670-B6F2B7BB4028}"/>
              </a:ext>
            </a:extLst>
          </p:cNvPr>
          <p:cNvSpPr>
            <a:spLocks noGrp="1"/>
          </p:cNvSpPr>
          <p:nvPr>
            <p:ph type="dgm" sz="quarter" idx="44" hasCustomPrompt="1"/>
          </p:nvPr>
        </p:nvSpPr>
        <p:spPr>
          <a:xfrm>
            <a:off x="6093491" y="3571875"/>
            <a:ext cx="2902669" cy="302400"/>
          </a:xfrm>
          <a:solidFill>
            <a:schemeClr val="tx1"/>
          </a:solidFill>
        </p:spPr>
        <p:txBody>
          <a:bodyPr/>
          <a:lstStyle/>
          <a:p>
            <a:r>
              <a:rPr lang="en-US" dirty="0"/>
              <a:t>  </a:t>
            </a:r>
          </a:p>
        </p:txBody>
      </p:sp>
      <p:sp>
        <p:nvSpPr>
          <p:cNvPr id="29" name="Text Placeholder 8">
            <a:extLst>
              <a:ext uri="{FF2B5EF4-FFF2-40B4-BE49-F238E27FC236}">
                <a16:creationId xmlns:a16="http://schemas.microsoft.com/office/drawing/2014/main" id="{B573707A-D85A-428E-3184-E60BCE49A3D7}"/>
              </a:ext>
            </a:extLst>
          </p:cNvPr>
          <p:cNvSpPr>
            <a:spLocks noGrp="1"/>
          </p:cNvSpPr>
          <p:nvPr>
            <p:ph type="body" sz="quarter" idx="45"/>
          </p:nvPr>
        </p:nvSpPr>
        <p:spPr>
          <a:xfrm>
            <a:off x="6093491" y="4425283"/>
            <a:ext cx="2736000" cy="1040481"/>
          </a:xfrm>
          <a:noFill/>
        </p:spPr>
        <p:txBody>
          <a:bodyPr/>
          <a:lstStyle>
            <a:lvl1pPr>
              <a:defRPr sz="1400"/>
            </a:lvl1pPr>
            <a:lvl2pPr>
              <a:defRPr sz="1400"/>
            </a:lvl2pPr>
            <a:lvl3pPr>
              <a:defRPr sz="1200"/>
            </a:lvl3pPr>
            <a:lvl4pPr>
              <a:defRPr sz="1200"/>
            </a:lvl4pPr>
            <a:lvl5pPr>
              <a:defRPr sz="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0" name="Text Placeholder 8">
            <a:extLst>
              <a:ext uri="{FF2B5EF4-FFF2-40B4-BE49-F238E27FC236}">
                <a16:creationId xmlns:a16="http://schemas.microsoft.com/office/drawing/2014/main" id="{43010A02-56BE-F403-59A7-F5151E2A4BF8}"/>
              </a:ext>
            </a:extLst>
          </p:cNvPr>
          <p:cNvSpPr>
            <a:spLocks noGrp="1"/>
          </p:cNvSpPr>
          <p:nvPr>
            <p:ph type="body" sz="quarter" idx="46" hasCustomPrompt="1"/>
          </p:nvPr>
        </p:nvSpPr>
        <p:spPr>
          <a:xfrm>
            <a:off x="6093491" y="4157907"/>
            <a:ext cx="2736000" cy="217128"/>
          </a:xfrm>
          <a:noFill/>
        </p:spPr>
        <p:txBody>
          <a:bodyPr/>
          <a:lstStyle>
            <a:lvl1pPr>
              <a:defRPr kumimoji="0" lang="en-US" sz="1400" b="1" i="0" u="none" strike="noStrike" kern="1200" cap="none" spc="0" normalizeH="0" baseline="0" dirty="0">
                <a:ln>
                  <a:noFill/>
                </a:ln>
                <a:solidFill>
                  <a:srgbClr val="000000"/>
                </a:solidFill>
                <a:effectLst/>
                <a:uLnTx/>
                <a:uFillTx/>
                <a:latin typeface="Johnson Text"/>
                <a:ea typeface="+mn-ea"/>
                <a:cs typeface="Arial"/>
              </a:defRPr>
            </a:lvl1pPr>
            <a:lvl2pPr>
              <a:defRPr sz="1400"/>
            </a:lvl2pPr>
            <a:lvl3pPr>
              <a:defRPr sz="1200"/>
            </a:lvl3pPr>
            <a:lvl4pPr>
              <a:defRPr sz="1200"/>
            </a:lvl4pPr>
            <a:lvl5pPr>
              <a:defRPr sz="600"/>
            </a:lvl5pPr>
          </a:lstStyle>
          <a:p>
            <a:pPr lvl="0"/>
            <a:r>
              <a:rPr lang="en-GB" dirty="0"/>
              <a:t>Deliverables</a:t>
            </a:r>
            <a:endParaRPr lang="en-US" dirty="0"/>
          </a:p>
        </p:txBody>
      </p:sp>
      <p:sp>
        <p:nvSpPr>
          <p:cNvPr id="31" name="Text Placeholder 8">
            <a:extLst>
              <a:ext uri="{FF2B5EF4-FFF2-40B4-BE49-F238E27FC236}">
                <a16:creationId xmlns:a16="http://schemas.microsoft.com/office/drawing/2014/main" id="{500C5E8D-3929-303A-F8EB-EAA6B4BCDA07}"/>
              </a:ext>
            </a:extLst>
          </p:cNvPr>
          <p:cNvSpPr>
            <a:spLocks noGrp="1"/>
          </p:cNvSpPr>
          <p:nvPr>
            <p:ph type="body" sz="quarter" idx="47"/>
          </p:nvPr>
        </p:nvSpPr>
        <p:spPr>
          <a:xfrm>
            <a:off x="8967327" y="2286003"/>
            <a:ext cx="2736000" cy="1214437"/>
          </a:xfrm>
          <a:noFill/>
        </p:spPr>
        <p:txBody>
          <a:bodyPr/>
          <a:lstStyle>
            <a:lvl1pPr>
              <a:defRPr sz="1400"/>
            </a:lvl1pPr>
            <a:lvl2pPr>
              <a:defRPr sz="1400"/>
            </a:lvl2pPr>
            <a:lvl3pPr>
              <a:defRPr sz="1200"/>
            </a:lvl3pPr>
            <a:lvl4pPr>
              <a:defRPr sz="1200"/>
            </a:lvl4pPr>
            <a:lvl5pPr>
              <a:defRPr sz="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8">
            <a:extLst>
              <a:ext uri="{FF2B5EF4-FFF2-40B4-BE49-F238E27FC236}">
                <a16:creationId xmlns:a16="http://schemas.microsoft.com/office/drawing/2014/main" id="{C115BDF6-4422-7C92-242E-E17AE7A5DC26}"/>
              </a:ext>
            </a:extLst>
          </p:cNvPr>
          <p:cNvSpPr>
            <a:spLocks noGrp="1"/>
          </p:cNvSpPr>
          <p:nvPr>
            <p:ph type="body" sz="quarter" idx="48" hasCustomPrompt="1"/>
          </p:nvPr>
        </p:nvSpPr>
        <p:spPr>
          <a:xfrm>
            <a:off x="8967327" y="1971675"/>
            <a:ext cx="2736000" cy="313766"/>
          </a:xfrm>
          <a:noFill/>
        </p:spPr>
        <p:txBody>
          <a:bodyPr/>
          <a:lstStyle>
            <a:lvl1pPr>
              <a:defRPr kumimoji="0" lang="en-US" sz="1400" b="1" i="0" u="none" strike="noStrike" kern="1200" cap="none" spc="0" normalizeH="0" baseline="0" dirty="0">
                <a:ln>
                  <a:noFill/>
                </a:ln>
                <a:solidFill>
                  <a:srgbClr val="000000"/>
                </a:solidFill>
                <a:effectLst/>
                <a:uLnTx/>
                <a:uFillTx/>
                <a:latin typeface="Johnson Text"/>
                <a:ea typeface="+mn-ea"/>
                <a:cs typeface="Arial"/>
              </a:defRPr>
            </a:lvl1pPr>
            <a:lvl2pPr>
              <a:defRPr sz="1400"/>
            </a:lvl2pPr>
            <a:lvl3pPr>
              <a:defRPr sz="1200"/>
            </a:lvl3pPr>
            <a:lvl4pPr>
              <a:defRPr sz="1200"/>
            </a:lvl4pPr>
            <a:lvl5pPr>
              <a:defRPr sz="600"/>
            </a:lvl5pPr>
          </a:lstStyle>
          <a:p>
            <a:pPr lvl="0"/>
            <a:r>
              <a:rPr lang="en-GB" dirty="0"/>
              <a:t>Phase 00</a:t>
            </a:r>
            <a:endParaRPr lang="en-US" dirty="0"/>
          </a:p>
        </p:txBody>
      </p:sp>
      <p:sp>
        <p:nvSpPr>
          <p:cNvPr id="33" name="SmartArt Placeholder 11">
            <a:extLst>
              <a:ext uri="{FF2B5EF4-FFF2-40B4-BE49-F238E27FC236}">
                <a16:creationId xmlns:a16="http://schemas.microsoft.com/office/drawing/2014/main" id="{3BFAFF7B-D35C-05C8-816F-E3A5B8692852}"/>
              </a:ext>
            </a:extLst>
          </p:cNvPr>
          <p:cNvSpPr>
            <a:spLocks noGrp="1"/>
          </p:cNvSpPr>
          <p:nvPr>
            <p:ph type="dgm" sz="quarter" idx="49" hasCustomPrompt="1"/>
          </p:nvPr>
        </p:nvSpPr>
        <p:spPr>
          <a:xfrm>
            <a:off x="8996106" y="3571875"/>
            <a:ext cx="2902669" cy="302400"/>
          </a:xfrm>
          <a:solidFill>
            <a:schemeClr val="accent4"/>
          </a:solidFill>
        </p:spPr>
        <p:txBody>
          <a:bodyPr/>
          <a:lstStyle/>
          <a:p>
            <a:r>
              <a:rPr lang="en-US" dirty="0"/>
              <a:t>  </a:t>
            </a:r>
          </a:p>
        </p:txBody>
      </p:sp>
      <p:sp>
        <p:nvSpPr>
          <p:cNvPr id="34" name="Text Placeholder 8">
            <a:extLst>
              <a:ext uri="{FF2B5EF4-FFF2-40B4-BE49-F238E27FC236}">
                <a16:creationId xmlns:a16="http://schemas.microsoft.com/office/drawing/2014/main" id="{BB7BA504-3F5C-EC94-5E3B-5B567B921D19}"/>
              </a:ext>
            </a:extLst>
          </p:cNvPr>
          <p:cNvSpPr>
            <a:spLocks noGrp="1"/>
          </p:cNvSpPr>
          <p:nvPr>
            <p:ph type="body" sz="quarter" idx="50"/>
          </p:nvPr>
        </p:nvSpPr>
        <p:spPr>
          <a:xfrm>
            <a:off x="8996106" y="4425283"/>
            <a:ext cx="2736000" cy="1040481"/>
          </a:xfrm>
          <a:noFill/>
        </p:spPr>
        <p:txBody>
          <a:bodyPr/>
          <a:lstStyle>
            <a:lvl1pPr>
              <a:defRPr sz="1400"/>
            </a:lvl1pPr>
            <a:lvl2pPr>
              <a:defRPr sz="1400"/>
            </a:lvl2pPr>
            <a:lvl3pPr>
              <a:defRPr sz="1200"/>
            </a:lvl3pPr>
            <a:lvl4pPr>
              <a:defRPr sz="1200"/>
            </a:lvl4pPr>
            <a:lvl5pPr>
              <a:defRPr sz="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8">
            <a:extLst>
              <a:ext uri="{FF2B5EF4-FFF2-40B4-BE49-F238E27FC236}">
                <a16:creationId xmlns:a16="http://schemas.microsoft.com/office/drawing/2014/main" id="{3A7B4235-A52C-B233-0DD5-212A185AD449}"/>
              </a:ext>
            </a:extLst>
          </p:cNvPr>
          <p:cNvSpPr>
            <a:spLocks noGrp="1"/>
          </p:cNvSpPr>
          <p:nvPr>
            <p:ph type="body" sz="quarter" idx="51" hasCustomPrompt="1"/>
          </p:nvPr>
        </p:nvSpPr>
        <p:spPr>
          <a:xfrm>
            <a:off x="8996106" y="4157907"/>
            <a:ext cx="2736000" cy="217128"/>
          </a:xfrm>
          <a:noFill/>
        </p:spPr>
        <p:txBody>
          <a:bodyPr/>
          <a:lstStyle>
            <a:lvl1pPr>
              <a:defRPr kumimoji="0" lang="en-US" sz="1400" b="1" i="0" u="none" strike="noStrike" kern="1200" cap="none" spc="0" normalizeH="0" baseline="0" dirty="0">
                <a:ln>
                  <a:noFill/>
                </a:ln>
                <a:solidFill>
                  <a:srgbClr val="000000"/>
                </a:solidFill>
                <a:effectLst/>
                <a:uLnTx/>
                <a:uFillTx/>
                <a:latin typeface="Johnson Text"/>
                <a:ea typeface="+mn-ea"/>
                <a:cs typeface="Arial"/>
              </a:defRPr>
            </a:lvl1pPr>
            <a:lvl2pPr>
              <a:defRPr sz="1400"/>
            </a:lvl2pPr>
            <a:lvl3pPr>
              <a:defRPr sz="1200"/>
            </a:lvl3pPr>
            <a:lvl4pPr>
              <a:defRPr sz="1200"/>
            </a:lvl4pPr>
            <a:lvl5pPr>
              <a:defRPr sz="600"/>
            </a:lvl5pPr>
          </a:lstStyle>
          <a:p>
            <a:pPr lvl="0"/>
            <a:r>
              <a:rPr lang="en-GB" dirty="0"/>
              <a:t>Deliverables</a:t>
            </a:r>
            <a:endParaRPr lang="en-US" dirty="0"/>
          </a:p>
        </p:txBody>
      </p:sp>
    </p:spTree>
    <p:extLst>
      <p:ext uri="{BB962C8B-B14F-4D97-AF65-F5344CB8AC3E}">
        <p14:creationId xmlns:p14="http://schemas.microsoft.com/office/powerpoint/2010/main" val="2260748039"/>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End Slid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1F71E3-AC39-2207-0CC4-1E2486610795}"/>
              </a:ext>
            </a:extLst>
          </p:cNvPr>
          <p:cNvSpPr>
            <a:spLocks noGrp="1"/>
          </p:cNvSpPr>
          <p:nvPr>
            <p:ph type="ctrTitle"/>
          </p:nvPr>
        </p:nvSpPr>
        <p:spPr>
          <a:xfrm>
            <a:off x="291593" y="280800"/>
            <a:ext cx="5734050" cy="2620397"/>
          </a:xfrm>
        </p:spPr>
        <p:txBody>
          <a:bodyPr wrap="square" anchor="t">
            <a:spAutoFit/>
          </a:bodyPr>
          <a:lstStyle>
            <a:lvl1pPr algn="l">
              <a:lnSpc>
                <a:spcPct val="80000"/>
              </a:lnSpc>
              <a:defRPr lang="en-GB" sz="7000" b="0" i="0" kern="1200" spc="0" baseline="0" smtClean="0">
                <a:solidFill>
                  <a:schemeClr val="bg1"/>
                </a:solidFill>
                <a:latin typeface="+mj-lt"/>
                <a:ea typeface="+mj-ea"/>
                <a:cs typeface="+mj-cs"/>
              </a:defRPr>
            </a:lvl1pPr>
          </a:lstStyle>
          <a:p>
            <a:r>
              <a:rPr lang="en-US"/>
              <a:t>Click to edit Master title style</a:t>
            </a:r>
            <a:endParaRPr lang="en-GB" dirty="0"/>
          </a:p>
        </p:txBody>
      </p:sp>
      <p:sp>
        <p:nvSpPr>
          <p:cNvPr id="7" name="Text Placeholder 31">
            <a:extLst>
              <a:ext uri="{FF2B5EF4-FFF2-40B4-BE49-F238E27FC236}">
                <a16:creationId xmlns:a16="http://schemas.microsoft.com/office/drawing/2014/main" id="{B7E02200-51E6-11EB-F9C2-B25EC78CCA31}"/>
              </a:ext>
            </a:extLst>
          </p:cNvPr>
          <p:cNvSpPr>
            <a:spLocks noGrp="1"/>
          </p:cNvSpPr>
          <p:nvPr>
            <p:ph type="body" sz="quarter" idx="10" hasCustomPrompt="1"/>
          </p:nvPr>
        </p:nvSpPr>
        <p:spPr>
          <a:xfrm>
            <a:off x="287338" y="5035735"/>
            <a:ext cx="2795587" cy="717180"/>
          </a:xfrm>
        </p:spPr>
        <p:txBody>
          <a:bodyPr anchor="b"/>
          <a:lstStyle>
            <a:lvl1pPr>
              <a:lnSpc>
                <a:spcPct val="100000"/>
              </a:lnSpc>
              <a:spcBef>
                <a:spcPts val="0"/>
              </a:spcBef>
              <a:spcAft>
                <a:spcPts val="0"/>
              </a:spcAft>
              <a:defRPr sz="1000">
                <a:solidFill>
                  <a:schemeClr val="bg1"/>
                </a:solidFill>
              </a:defRPr>
            </a:lvl1pPr>
          </a:lstStyle>
          <a:p>
            <a:r>
              <a:rPr lang="en-GB"/>
              <a:t>Supporting details – delete if not required</a:t>
            </a:r>
          </a:p>
        </p:txBody>
      </p:sp>
      <p:sp>
        <p:nvSpPr>
          <p:cNvPr id="4" name="Graphic 2">
            <a:extLst>
              <a:ext uri="{FF2B5EF4-FFF2-40B4-BE49-F238E27FC236}">
                <a16:creationId xmlns:a16="http://schemas.microsoft.com/office/drawing/2014/main" id="{596B4D9D-1962-9920-7F5F-A7A616FD4C77}"/>
              </a:ext>
            </a:extLst>
          </p:cNvPr>
          <p:cNvSpPr>
            <a:spLocks noChangeAspect="1"/>
          </p:cNvSpPr>
          <p:nvPr userDrawn="1"/>
        </p:nvSpPr>
        <p:spPr>
          <a:xfrm>
            <a:off x="290513" y="6377853"/>
            <a:ext cx="2034000" cy="187309"/>
          </a:xfrm>
          <a:custGeom>
            <a:avLst/>
            <a:gdLst>
              <a:gd name="connsiteX0" fmla="*/ 542692 w 5487431"/>
              <a:gd name="connsiteY0" fmla="*/ 463149 h 505330"/>
              <a:gd name="connsiteX1" fmla="*/ 458967 w 5487431"/>
              <a:gd name="connsiteY1" fmla="*/ 321634 h 505330"/>
              <a:gd name="connsiteX2" fmla="*/ 542692 w 5487431"/>
              <a:gd name="connsiteY2" fmla="*/ 180119 h 505330"/>
              <a:gd name="connsiteX3" fmla="*/ 626417 w 5487431"/>
              <a:gd name="connsiteY3" fmla="*/ 321634 h 505330"/>
              <a:gd name="connsiteX4" fmla="*/ 542692 w 5487431"/>
              <a:gd name="connsiteY4" fmla="*/ 463149 h 505330"/>
              <a:gd name="connsiteX5" fmla="*/ 542692 w 5487431"/>
              <a:gd name="connsiteY5" fmla="*/ 142174 h 505330"/>
              <a:gd name="connsiteX6" fmla="*/ 372482 w 5487431"/>
              <a:gd name="connsiteY6" fmla="*/ 321634 h 505330"/>
              <a:gd name="connsiteX7" fmla="*/ 542692 w 5487431"/>
              <a:gd name="connsiteY7" fmla="*/ 501094 h 505330"/>
              <a:gd name="connsiteX8" fmla="*/ 712902 w 5487431"/>
              <a:gd name="connsiteY8" fmla="*/ 321634 h 505330"/>
              <a:gd name="connsiteX9" fmla="*/ 542692 w 5487431"/>
              <a:gd name="connsiteY9" fmla="*/ 142174 h 505330"/>
              <a:gd name="connsiteX10" fmla="*/ 1303641 w 5487431"/>
              <a:gd name="connsiteY10" fmla="*/ 142174 h 505330"/>
              <a:gd name="connsiteX11" fmla="*/ 1207357 w 5487431"/>
              <a:gd name="connsiteY11" fmla="*/ 192547 h 505330"/>
              <a:gd name="connsiteX12" fmla="*/ 1203170 w 5487431"/>
              <a:gd name="connsiteY12" fmla="*/ 192547 h 505330"/>
              <a:gd name="connsiteX13" fmla="*/ 1203170 w 5487431"/>
              <a:gd name="connsiteY13" fmla="*/ 149048 h 505330"/>
              <a:gd name="connsiteX14" fmla="*/ 1120872 w 5487431"/>
              <a:gd name="connsiteY14" fmla="*/ 149048 h 505330"/>
              <a:gd name="connsiteX15" fmla="*/ 1120872 w 5487431"/>
              <a:gd name="connsiteY15" fmla="*/ 494221 h 505330"/>
              <a:gd name="connsiteX16" fmla="*/ 1203170 w 5487431"/>
              <a:gd name="connsiteY16" fmla="*/ 494221 h 505330"/>
              <a:gd name="connsiteX17" fmla="*/ 1203170 w 5487431"/>
              <a:gd name="connsiteY17" fmla="*/ 271261 h 505330"/>
              <a:gd name="connsiteX18" fmla="*/ 1272244 w 5487431"/>
              <a:gd name="connsiteY18" fmla="*/ 190476 h 505330"/>
              <a:gd name="connsiteX19" fmla="*/ 1331518 w 5487431"/>
              <a:gd name="connsiteY19" fmla="*/ 258173 h 505330"/>
              <a:gd name="connsiteX20" fmla="*/ 1331518 w 5487431"/>
              <a:gd name="connsiteY20" fmla="*/ 494221 h 505330"/>
              <a:gd name="connsiteX21" fmla="*/ 1413816 w 5487431"/>
              <a:gd name="connsiteY21" fmla="*/ 494221 h 505330"/>
              <a:gd name="connsiteX22" fmla="*/ 1413816 w 5487431"/>
              <a:gd name="connsiteY22" fmla="*/ 257420 h 505330"/>
              <a:gd name="connsiteX23" fmla="*/ 1303641 w 5487431"/>
              <a:gd name="connsiteY23" fmla="*/ 142174 h 505330"/>
              <a:gd name="connsiteX24" fmla="*/ 1600771 w 5487431"/>
              <a:gd name="connsiteY24" fmla="*/ 142174 h 505330"/>
              <a:gd name="connsiteX25" fmla="*/ 1467571 w 5487431"/>
              <a:gd name="connsiteY25" fmla="*/ 241602 h 505330"/>
              <a:gd name="connsiteX26" fmla="*/ 1551962 w 5487431"/>
              <a:gd name="connsiteY26" fmla="*/ 341030 h 505330"/>
              <a:gd name="connsiteX27" fmla="*/ 1621702 w 5487431"/>
              <a:gd name="connsiteY27" fmla="*/ 358260 h 505330"/>
              <a:gd name="connsiteX28" fmla="*/ 1675457 w 5487431"/>
              <a:gd name="connsiteY28" fmla="*/ 409387 h 505330"/>
              <a:gd name="connsiteX29" fmla="*/ 1606384 w 5487431"/>
              <a:gd name="connsiteY29" fmla="*/ 464656 h 505330"/>
              <a:gd name="connsiteX30" fmla="*/ 1526845 w 5487431"/>
              <a:gd name="connsiteY30" fmla="*/ 384624 h 505330"/>
              <a:gd name="connsiteX31" fmla="*/ 1452919 w 5487431"/>
              <a:gd name="connsiteY31" fmla="*/ 405338 h 505330"/>
              <a:gd name="connsiteX32" fmla="*/ 1597345 w 5487431"/>
              <a:gd name="connsiteY32" fmla="*/ 501282 h 505330"/>
              <a:gd name="connsiteX33" fmla="*/ 1742438 w 5487431"/>
              <a:gd name="connsiteY33" fmla="*/ 388767 h 505330"/>
              <a:gd name="connsiteX34" fmla="*/ 1649674 w 5487431"/>
              <a:gd name="connsiteY34" fmla="*/ 285196 h 505330"/>
              <a:gd name="connsiteX35" fmla="*/ 1582693 w 5487431"/>
              <a:gd name="connsiteY35" fmla="*/ 268625 h 505330"/>
              <a:gd name="connsiteX36" fmla="*/ 1534551 w 5487431"/>
              <a:gd name="connsiteY36" fmla="*/ 223054 h 505330"/>
              <a:gd name="connsiteX37" fmla="*/ 1593825 w 5487431"/>
              <a:gd name="connsiteY37" fmla="*/ 178895 h 505330"/>
              <a:gd name="connsiteX38" fmla="*/ 1664992 w 5487431"/>
              <a:gd name="connsiteY38" fmla="*/ 245180 h 505330"/>
              <a:gd name="connsiteX39" fmla="*/ 1734731 w 5487431"/>
              <a:gd name="connsiteY39" fmla="*/ 224466 h 505330"/>
              <a:gd name="connsiteX40" fmla="*/ 1600771 w 5487431"/>
              <a:gd name="connsiteY40" fmla="*/ 142174 h 505330"/>
              <a:gd name="connsiteX41" fmla="*/ 1946803 w 5487431"/>
              <a:gd name="connsiteY41" fmla="*/ 463149 h 505330"/>
              <a:gd name="connsiteX42" fmla="*/ 1863078 w 5487431"/>
              <a:gd name="connsiteY42" fmla="*/ 321634 h 505330"/>
              <a:gd name="connsiteX43" fmla="*/ 1946803 w 5487431"/>
              <a:gd name="connsiteY43" fmla="*/ 180119 h 505330"/>
              <a:gd name="connsiteX44" fmla="*/ 2030529 w 5487431"/>
              <a:gd name="connsiteY44" fmla="*/ 321634 h 505330"/>
              <a:gd name="connsiteX45" fmla="*/ 1946803 w 5487431"/>
              <a:gd name="connsiteY45" fmla="*/ 463149 h 505330"/>
              <a:gd name="connsiteX46" fmla="*/ 1946803 w 5487431"/>
              <a:gd name="connsiteY46" fmla="*/ 142174 h 505330"/>
              <a:gd name="connsiteX47" fmla="*/ 1776594 w 5487431"/>
              <a:gd name="connsiteY47" fmla="*/ 321634 h 505330"/>
              <a:gd name="connsiteX48" fmla="*/ 1946803 w 5487431"/>
              <a:gd name="connsiteY48" fmla="*/ 501094 h 505330"/>
              <a:gd name="connsiteX49" fmla="*/ 2117013 w 5487431"/>
              <a:gd name="connsiteY49" fmla="*/ 321634 h 505330"/>
              <a:gd name="connsiteX50" fmla="*/ 1946803 w 5487431"/>
              <a:gd name="connsiteY50" fmla="*/ 142174 h 505330"/>
              <a:gd name="connsiteX51" fmla="*/ 2348590 w 5487431"/>
              <a:gd name="connsiteY51" fmla="*/ 142174 h 505330"/>
              <a:gd name="connsiteX52" fmla="*/ 2252306 w 5487431"/>
              <a:gd name="connsiteY52" fmla="*/ 192547 h 505330"/>
              <a:gd name="connsiteX53" fmla="*/ 2248119 w 5487431"/>
              <a:gd name="connsiteY53" fmla="*/ 192547 h 505330"/>
              <a:gd name="connsiteX54" fmla="*/ 2248119 w 5487431"/>
              <a:gd name="connsiteY54" fmla="*/ 149048 h 505330"/>
              <a:gd name="connsiteX55" fmla="*/ 2165821 w 5487431"/>
              <a:gd name="connsiteY55" fmla="*/ 149048 h 505330"/>
              <a:gd name="connsiteX56" fmla="*/ 2165821 w 5487431"/>
              <a:gd name="connsiteY56" fmla="*/ 494221 h 505330"/>
              <a:gd name="connsiteX57" fmla="*/ 2248119 w 5487431"/>
              <a:gd name="connsiteY57" fmla="*/ 494221 h 505330"/>
              <a:gd name="connsiteX58" fmla="*/ 2248119 w 5487431"/>
              <a:gd name="connsiteY58" fmla="*/ 271261 h 505330"/>
              <a:gd name="connsiteX59" fmla="*/ 2317193 w 5487431"/>
              <a:gd name="connsiteY59" fmla="*/ 190476 h 505330"/>
              <a:gd name="connsiteX60" fmla="*/ 2376466 w 5487431"/>
              <a:gd name="connsiteY60" fmla="*/ 258173 h 505330"/>
              <a:gd name="connsiteX61" fmla="*/ 2376466 w 5487431"/>
              <a:gd name="connsiteY61" fmla="*/ 494221 h 505330"/>
              <a:gd name="connsiteX62" fmla="*/ 2458764 w 5487431"/>
              <a:gd name="connsiteY62" fmla="*/ 494221 h 505330"/>
              <a:gd name="connsiteX63" fmla="*/ 2458764 w 5487431"/>
              <a:gd name="connsiteY63" fmla="*/ 257420 h 505330"/>
              <a:gd name="connsiteX64" fmla="*/ 2348590 w 5487431"/>
              <a:gd name="connsiteY64" fmla="*/ 142174 h 505330"/>
              <a:gd name="connsiteX65" fmla="*/ 3571359 w 5487431"/>
              <a:gd name="connsiteY65" fmla="*/ 463149 h 505330"/>
              <a:gd name="connsiteX66" fmla="*/ 3487634 w 5487431"/>
              <a:gd name="connsiteY66" fmla="*/ 321634 h 505330"/>
              <a:gd name="connsiteX67" fmla="*/ 3571359 w 5487431"/>
              <a:gd name="connsiteY67" fmla="*/ 180119 h 505330"/>
              <a:gd name="connsiteX68" fmla="*/ 3655085 w 5487431"/>
              <a:gd name="connsiteY68" fmla="*/ 321634 h 505330"/>
              <a:gd name="connsiteX69" fmla="*/ 3571359 w 5487431"/>
              <a:gd name="connsiteY69" fmla="*/ 463149 h 505330"/>
              <a:gd name="connsiteX70" fmla="*/ 3571359 w 5487431"/>
              <a:gd name="connsiteY70" fmla="*/ 142174 h 505330"/>
              <a:gd name="connsiteX71" fmla="*/ 3401150 w 5487431"/>
              <a:gd name="connsiteY71" fmla="*/ 321634 h 505330"/>
              <a:gd name="connsiteX72" fmla="*/ 3571359 w 5487431"/>
              <a:gd name="connsiteY72" fmla="*/ 501094 h 505330"/>
              <a:gd name="connsiteX73" fmla="*/ 3741569 w 5487431"/>
              <a:gd name="connsiteY73" fmla="*/ 321634 h 505330"/>
              <a:gd name="connsiteX74" fmla="*/ 3571359 w 5487431"/>
              <a:gd name="connsiteY74" fmla="*/ 142174 h 505330"/>
              <a:gd name="connsiteX75" fmla="*/ 4332308 w 5487431"/>
              <a:gd name="connsiteY75" fmla="*/ 142174 h 505330"/>
              <a:gd name="connsiteX76" fmla="*/ 4236024 w 5487431"/>
              <a:gd name="connsiteY76" fmla="*/ 192547 h 505330"/>
              <a:gd name="connsiteX77" fmla="*/ 4231838 w 5487431"/>
              <a:gd name="connsiteY77" fmla="*/ 192547 h 505330"/>
              <a:gd name="connsiteX78" fmla="*/ 4231838 w 5487431"/>
              <a:gd name="connsiteY78" fmla="*/ 149048 h 505330"/>
              <a:gd name="connsiteX79" fmla="*/ 4149539 w 5487431"/>
              <a:gd name="connsiteY79" fmla="*/ 149048 h 505330"/>
              <a:gd name="connsiteX80" fmla="*/ 4149539 w 5487431"/>
              <a:gd name="connsiteY80" fmla="*/ 494221 h 505330"/>
              <a:gd name="connsiteX81" fmla="*/ 4231838 w 5487431"/>
              <a:gd name="connsiteY81" fmla="*/ 494221 h 505330"/>
              <a:gd name="connsiteX82" fmla="*/ 4231838 w 5487431"/>
              <a:gd name="connsiteY82" fmla="*/ 271261 h 505330"/>
              <a:gd name="connsiteX83" fmla="*/ 4300911 w 5487431"/>
              <a:gd name="connsiteY83" fmla="*/ 190476 h 505330"/>
              <a:gd name="connsiteX84" fmla="*/ 4360185 w 5487431"/>
              <a:gd name="connsiteY84" fmla="*/ 258173 h 505330"/>
              <a:gd name="connsiteX85" fmla="*/ 4360185 w 5487431"/>
              <a:gd name="connsiteY85" fmla="*/ 494221 h 505330"/>
              <a:gd name="connsiteX86" fmla="*/ 4442483 w 5487431"/>
              <a:gd name="connsiteY86" fmla="*/ 494221 h 505330"/>
              <a:gd name="connsiteX87" fmla="*/ 4442483 w 5487431"/>
              <a:gd name="connsiteY87" fmla="*/ 257420 h 505330"/>
              <a:gd name="connsiteX88" fmla="*/ 4332308 w 5487431"/>
              <a:gd name="connsiteY88" fmla="*/ 142174 h 505330"/>
              <a:gd name="connsiteX89" fmla="*/ 4629533 w 5487431"/>
              <a:gd name="connsiteY89" fmla="*/ 142174 h 505330"/>
              <a:gd name="connsiteX90" fmla="*/ 4496334 w 5487431"/>
              <a:gd name="connsiteY90" fmla="*/ 241602 h 505330"/>
              <a:gd name="connsiteX91" fmla="*/ 4580725 w 5487431"/>
              <a:gd name="connsiteY91" fmla="*/ 341030 h 505330"/>
              <a:gd name="connsiteX92" fmla="*/ 4650464 w 5487431"/>
              <a:gd name="connsiteY92" fmla="*/ 358260 h 505330"/>
              <a:gd name="connsiteX93" fmla="*/ 4704220 w 5487431"/>
              <a:gd name="connsiteY93" fmla="*/ 409387 h 505330"/>
              <a:gd name="connsiteX94" fmla="*/ 4635146 w 5487431"/>
              <a:gd name="connsiteY94" fmla="*/ 464656 h 505330"/>
              <a:gd name="connsiteX95" fmla="*/ 4555607 w 5487431"/>
              <a:gd name="connsiteY95" fmla="*/ 384624 h 505330"/>
              <a:gd name="connsiteX96" fmla="*/ 4481682 w 5487431"/>
              <a:gd name="connsiteY96" fmla="*/ 405338 h 505330"/>
              <a:gd name="connsiteX97" fmla="*/ 4626108 w 5487431"/>
              <a:gd name="connsiteY97" fmla="*/ 501282 h 505330"/>
              <a:gd name="connsiteX98" fmla="*/ 4771200 w 5487431"/>
              <a:gd name="connsiteY98" fmla="*/ 388767 h 505330"/>
              <a:gd name="connsiteX99" fmla="*/ 4678436 w 5487431"/>
              <a:gd name="connsiteY99" fmla="*/ 285196 h 505330"/>
              <a:gd name="connsiteX100" fmla="*/ 4611456 w 5487431"/>
              <a:gd name="connsiteY100" fmla="*/ 268625 h 505330"/>
              <a:gd name="connsiteX101" fmla="*/ 4563314 w 5487431"/>
              <a:gd name="connsiteY101" fmla="*/ 223054 h 505330"/>
              <a:gd name="connsiteX102" fmla="*/ 4622588 w 5487431"/>
              <a:gd name="connsiteY102" fmla="*/ 178895 h 505330"/>
              <a:gd name="connsiteX103" fmla="*/ 4693754 w 5487431"/>
              <a:gd name="connsiteY103" fmla="*/ 245180 h 505330"/>
              <a:gd name="connsiteX104" fmla="*/ 4763493 w 5487431"/>
              <a:gd name="connsiteY104" fmla="*/ 224466 h 505330"/>
              <a:gd name="connsiteX105" fmla="*/ 4629533 w 5487431"/>
              <a:gd name="connsiteY105" fmla="*/ 142174 h 505330"/>
              <a:gd name="connsiteX106" fmla="*/ 4975471 w 5487431"/>
              <a:gd name="connsiteY106" fmla="*/ 463149 h 505330"/>
              <a:gd name="connsiteX107" fmla="*/ 4891745 w 5487431"/>
              <a:gd name="connsiteY107" fmla="*/ 321634 h 505330"/>
              <a:gd name="connsiteX108" fmla="*/ 4975471 w 5487431"/>
              <a:gd name="connsiteY108" fmla="*/ 180119 h 505330"/>
              <a:gd name="connsiteX109" fmla="*/ 5059196 w 5487431"/>
              <a:gd name="connsiteY109" fmla="*/ 321634 h 505330"/>
              <a:gd name="connsiteX110" fmla="*/ 4975471 w 5487431"/>
              <a:gd name="connsiteY110" fmla="*/ 463149 h 505330"/>
              <a:gd name="connsiteX111" fmla="*/ 4975471 w 5487431"/>
              <a:gd name="connsiteY111" fmla="*/ 142174 h 505330"/>
              <a:gd name="connsiteX112" fmla="*/ 4805261 w 5487431"/>
              <a:gd name="connsiteY112" fmla="*/ 321634 h 505330"/>
              <a:gd name="connsiteX113" fmla="*/ 4975471 w 5487431"/>
              <a:gd name="connsiteY113" fmla="*/ 501094 h 505330"/>
              <a:gd name="connsiteX114" fmla="*/ 5145680 w 5487431"/>
              <a:gd name="connsiteY114" fmla="*/ 321634 h 505330"/>
              <a:gd name="connsiteX115" fmla="*/ 4975471 w 5487431"/>
              <a:gd name="connsiteY115" fmla="*/ 142174 h 505330"/>
              <a:gd name="connsiteX116" fmla="*/ 5377257 w 5487431"/>
              <a:gd name="connsiteY116" fmla="*/ 142174 h 505330"/>
              <a:gd name="connsiteX117" fmla="*/ 5280973 w 5487431"/>
              <a:gd name="connsiteY117" fmla="*/ 192547 h 505330"/>
              <a:gd name="connsiteX118" fmla="*/ 5276787 w 5487431"/>
              <a:gd name="connsiteY118" fmla="*/ 192547 h 505330"/>
              <a:gd name="connsiteX119" fmla="*/ 5276787 w 5487431"/>
              <a:gd name="connsiteY119" fmla="*/ 149048 h 505330"/>
              <a:gd name="connsiteX120" fmla="*/ 5194488 w 5487431"/>
              <a:gd name="connsiteY120" fmla="*/ 149048 h 505330"/>
              <a:gd name="connsiteX121" fmla="*/ 5194488 w 5487431"/>
              <a:gd name="connsiteY121" fmla="*/ 494221 h 505330"/>
              <a:gd name="connsiteX122" fmla="*/ 5276787 w 5487431"/>
              <a:gd name="connsiteY122" fmla="*/ 494221 h 505330"/>
              <a:gd name="connsiteX123" fmla="*/ 5276787 w 5487431"/>
              <a:gd name="connsiteY123" fmla="*/ 271261 h 505330"/>
              <a:gd name="connsiteX124" fmla="*/ 5345860 w 5487431"/>
              <a:gd name="connsiteY124" fmla="*/ 190476 h 505330"/>
              <a:gd name="connsiteX125" fmla="*/ 5405134 w 5487431"/>
              <a:gd name="connsiteY125" fmla="*/ 258173 h 505330"/>
              <a:gd name="connsiteX126" fmla="*/ 5405134 w 5487431"/>
              <a:gd name="connsiteY126" fmla="*/ 494221 h 505330"/>
              <a:gd name="connsiteX127" fmla="*/ 5487432 w 5487431"/>
              <a:gd name="connsiteY127" fmla="*/ 494221 h 505330"/>
              <a:gd name="connsiteX128" fmla="*/ 5487432 w 5487431"/>
              <a:gd name="connsiteY128" fmla="*/ 257420 h 505330"/>
              <a:gd name="connsiteX129" fmla="*/ 5377257 w 5487431"/>
              <a:gd name="connsiteY129" fmla="*/ 142174 h 505330"/>
              <a:gd name="connsiteX130" fmla="*/ 323674 w 5487431"/>
              <a:gd name="connsiteY130" fmla="*/ 11016 h 505330"/>
              <a:gd name="connsiteX131" fmla="*/ 237190 w 5487431"/>
              <a:gd name="connsiteY131" fmla="*/ 11016 h 505330"/>
              <a:gd name="connsiteX132" fmla="*/ 237190 w 5487431"/>
              <a:gd name="connsiteY132" fmla="*/ 367864 h 505330"/>
              <a:gd name="connsiteX133" fmla="*/ 161837 w 5487431"/>
              <a:gd name="connsiteY133" fmla="*/ 460325 h 505330"/>
              <a:gd name="connsiteX134" fmla="*/ 86484 w 5487431"/>
              <a:gd name="connsiteY134" fmla="*/ 360897 h 505330"/>
              <a:gd name="connsiteX135" fmla="*/ 86484 w 5487431"/>
              <a:gd name="connsiteY135" fmla="*/ 294612 h 505330"/>
              <a:gd name="connsiteX136" fmla="*/ 0 w 5487431"/>
              <a:gd name="connsiteY136" fmla="*/ 315985 h 505330"/>
              <a:gd name="connsiteX137" fmla="*/ 0 w 5487431"/>
              <a:gd name="connsiteY137" fmla="*/ 345644 h 505330"/>
              <a:gd name="connsiteX138" fmla="*/ 161837 w 5487431"/>
              <a:gd name="connsiteY138" fmla="*/ 505143 h 505330"/>
              <a:gd name="connsiteX139" fmla="*/ 323674 w 5487431"/>
              <a:gd name="connsiteY139" fmla="*/ 345644 h 505330"/>
              <a:gd name="connsiteX140" fmla="*/ 323674 w 5487431"/>
              <a:gd name="connsiteY140" fmla="*/ 11016 h 505330"/>
              <a:gd name="connsiteX141" fmla="*/ 844008 w 5487431"/>
              <a:gd name="connsiteY141" fmla="*/ 11016 h 505330"/>
              <a:gd name="connsiteX142" fmla="*/ 761710 w 5487431"/>
              <a:gd name="connsiteY142" fmla="*/ 11016 h 505330"/>
              <a:gd name="connsiteX143" fmla="*/ 761710 w 5487431"/>
              <a:gd name="connsiteY143" fmla="*/ 494221 h 505330"/>
              <a:gd name="connsiteX144" fmla="*/ 844008 w 5487431"/>
              <a:gd name="connsiteY144" fmla="*/ 494221 h 505330"/>
              <a:gd name="connsiteX145" fmla="*/ 844008 w 5487431"/>
              <a:gd name="connsiteY145" fmla="*/ 271261 h 505330"/>
              <a:gd name="connsiteX146" fmla="*/ 913081 w 5487431"/>
              <a:gd name="connsiteY146" fmla="*/ 190476 h 505330"/>
              <a:gd name="connsiteX147" fmla="*/ 972355 w 5487431"/>
              <a:gd name="connsiteY147" fmla="*/ 258173 h 505330"/>
              <a:gd name="connsiteX148" fmla="*/ 972355 w 5487431"/>
              <a:gd name="connsiteY148" fmla="*/ 494221 h 505330"/>
              <a:gd name="connsiteX149" fmla="*/ 1054653 w 5487431"/>
              <a:gd name="connsiteY149" fmla="*/ 494221 h 505330"/>
              <a:gd name="connsiteX150" fmla="*/ 1054653 w 5487431"/>
              <a:gd name="connsiteY150" fmla="*/ 257420 h 505330"/>
              <a:gd name="connsiteX151" fmla="*/ 944478 w 5487431"/>
              <a:gd name="connsiteY151" fmla="*/ 142174 h 505330"/>
              <a:gd name="connsiteX152" fmla="*/ 848194 w 5487431"/>
              <a:gd name="connsiteY152" fmla="*/ 192547 h 505330"/>
              <a:gd name="connsiteX153" fmla="*/ 844008 w 5487431"/>
              <a:gd name="connsiteY153" fmla="*/ 192547 h 505330"/>
              <a:gd name="connsiteX154" fmla="*/ 844008 w 5487431"/>
              <a:gd name="connsiteY154" fmla="*/ 11016 h 505330"/>
              <a:gd name="connsiteX155" fmla="*/ 3352342 w 5487431"/>
              <a:gd name="connsiteY155" fmla="*/ 11016 h 505330"/>
              <a:gd name="connsiteX156" fmla="*/ 3265857 w 5487431"/>
              <a:gd name="connsiteY156" fmla="*/ 11016 h 505330"/>
              <a:gd name="connsiteX157" fmla="*/ 3265857 w 5487431"/>
              <a:gd name="connsiteY157" fmla="*/ 367864 h 505330"/>
              <a:gd name="connsiteX158" fmla="*/ 3190504 w 5487431"/>
              <a:gd name="connsiteY158" fmla="*/ 460325 h 505330"/>
              <a:gd name="connsiteX159" fmla="*/ 3115152 w 5487431"/>
              <a:gd name="connsiteY159" fmla="*/ 360897 h 505330"/>
              <a:gd name="connsiteX160" fmla="*/ 3115152 w 5487431"/>
              <a:gd name="connsiteY160" fmla="*/ 294612 h 505330"/>
              <a:gd name="connsiteX161" fmla="*/ 3028667 w 5487431"/>
              <a:gd name="connsiteY161" fmla="*/ 315985 h 505330"/>
              <a:gd name="connsiteX162" fmla="*/ 3028667 w 5487431"/>
              <a:gd name="connsiteY162" fmla="*/ 345644 h 505330"/>
              <a:gd name="connsiteX163" fmla="*/ 3190504 w 5487431"/>
              <a:gd name="connsiteY163" fmla="*/ 505143 h 505330"/>
              <a:gd name="connsiteX164" fmla="*/ 3352342 w 5487431"/>
              <a:gd name="connsiteY164" fmla="*/ 345644 h 505330"/>
              <a:gd name="connsiteX165" fmla="*/ 3352342 w 5487431"/>
              <a:gd name="connsiteY165" fmla="*/ 11016 h 505330"/>
              <a:gd name="connsiteX166" fmla="*/ 3872675 w 5487431"/>
              <a:gd name="connsiteY166" fmla="*/ 11016 h 505330"/>
              <a:gd name="connsiteX167" fmla="*/ 3790377 w 5487431"/>
              <a:gd name="connsiteY167" fmla="*/ 11016 h 505330"/>
              <a:gd name="connsiteX168" fmla="*/ 3790377 w 5487431"/>
              <a:gd name="connsiteY168" fmla="*/ 494221 h 505330"/>
              <a:gd name="connsiteX169" fmla="*/ 3872675 w 5487431"/>
              <a:gd name="connsiteY169" fmla="*/ 494221 h 505330"/>
              <a:gd name="connsiteX170" fmla="*/ 3872675 w 5487431"/>
              <a:gd name="connsiteY170" fmla="*/ 271261 h 505330"/>
              <a:gd name="connsiteX171" fmla="*/ 3941749 w 5487431"/>
              <a:gd name="connsiteY171" fmla="*/ 190476 h 505330"/>
              <a:gd name="connsiteX172" fmla="*/ 4001022 w 5487431"/>
              <a:gd name="connsiteY172" fmla="*/ 258173 h 505330"/>
              <a:gd name="connsiteX173" fmla="*/ 4001022 w 5487431"/>
              <a:gd name="connsiteY173" fmla="*/ 494221 h 505330"/>
              <a:gd name="connsiteX174" fmla="*/ 4083320 w 5487431"/>
              <a:gd name="connsiteY174" fmla="*/ 494221 h 505330"/>
              <a:gd name="connsiteX175" fmla="*/ 4083320 w 5487431"/>
              <a:gd name="connsiteY175" fmla="*/ 257420 h 505330"/>
              <a:gd name="connsiteX176" fmla="*/ 3973146 w 5487431"/>
              <a:gd name="connsiteY176" fmla="*/ 142174 h 505330"/>
              <a:gd name="connsiteX177" fmla="*/ 3876861 w 5487431"/>
              <a:gd name="connsiteY177" fmla="*/ 192547 h 505330"/>
              <a:gd name="connsiteX178" fmla="*/ 3872675 w 5487431"/>
              <a:gd name="connsiteY178" fmla="*/ 192547 h 505330"/>
              <a:gd name="connsiteX179" fmla="*/ 3872675 w 5487431"/>
              <a:gd name="connsiteY179" fmla="*/ 11016 h 505330"/>
              <a:gd name="connsiteX180" fmla="*/ 2730110 w 5487431"/>
              <a:gd name="connsiteY180" fmla="*/ 454864 h 505330"/>
              <a:gd name="connsiteX181" fmla="*/ 2622029 w 5487431"/>
              <a:gd name="connsiteY181" fmla="*/ 343761 h 505330"/>
              <a:gd name="connsiteX182" fmla="*/ 2664557 w 5487431"/>
              <a:gd name="connsiteY182" fmla="*/ 256102 h 505330"/>
              <a:gd name="connsiteX183" fmla="*/ 2822208 w 5487431"/>
              <a:gd name="connsiteY183" fmla="*/ 426617 h 505330"/>
              <a:gd name="connsiteX184" fmla="*/ 2730110 w 5487431"/>
              <a:gd name="connsiteY184" fmla="*/ 454864 h 505330"/>
              <a:gd name="connsiteX185" fmla="*/ 2883575 w 5487431"/>
              <a:gd name="connsiteY185" fmla="*/ 369936 h 505330"/>
              <a:gd name="connsiteX186" fmla="*/ 2746856 w 5487431"/>
              <a:gd name="connsiteY186" fmla="*/ 220794 h 505330"/>
              <a:gd name="connsiteX187" fmla="*/ 2814502 w 5487431"/>
              <a:gd name="connsiteY187" fmla="*/ 207706 h 505330"/>
              <a:gd name="connsiteX188" fmla="*/ 2905838 w 5487431"/>
              <a:gd name="connsiteY188" fmla="*/ 296118 h 505330"/>
              <a:gd name="connsiteX189" fmla="*/ 2883575 w 5487431"/>
              <a:gd name="connsiteY189" fmla="*/ 369936 h 505330"/>
              <a:gd name="connsiteX190" fmla="*/ 2728017 w 5487431"/>
              <a:gd name="connsiteY190" fmla="*/ 200833 h 505330"/>
              <a:gd name="connsiteX191" fmla="*/ 2698047 w 5487431"/>
              <a:gd name="connsiteY191" fmla="*/ 167690 h 505330"/>
              <a:gd name="connsiteX192" fmla="*/ 2663891 w 5487431"/>
              <a:gd name="connsiteY192" fmla="*/ 99334 h 505330"/>
              <a:gd name="connsiteX193" fmla="*/ 2730110 w 5487431"/>
              <a:gd name="connsiteY193" fmla="*/ 36532 h 505330"/>
              <a:gd name="connsiteX194" fmla="*/ 2795664 w 5487431"/>
              <a:gd name="connsiteY194" fmla="*/ 102817 h 505330"/>
              <a:gd name="connsiteX195" fmla="*/ 2728017 w 5487431"/>
              <a:gd name="connsiteY195" fmla="*/ 200833 h 505330"/>
              <a:gd name="connsiteX196" fmla="*/ 2732204 w 5487431"/>
              <a:gd name="connsiteY196" fmla="*/ 0 h 505330"/>
              <a:gd name="connsiteX197" fmla="*/ 2588539 w 5487431"/>
              <a:gd name="connsiteY197" fmla="*/ 119389 h 505330"/>
              <a:gd name="connsiteX198" fmla="*/ 2644387 w 5487431"/>
              <a:gd name="connsiteY198" fmla="*/ 234635 h 505330"/>
              <a:gd name="connsiteX199" fmla="*/ 2645053 w 5487431"/>
              <a:gd name="connsiteY199" fmla="*/ 236047 h 505330"/>
              <a:gd name="connsiteX200" fmla="*/ 2545344 w 5487431"/>
              <a:gd name="connsiteY200" fmla="*/ 374832 h 505330"/>
              <a:gd name="connsiteX201" fmla="*/ 2685584 w 5487431"/>
              <a:gd name="connsiteY201" fmla="*/ 505331 h 505330"/>
              <a:gd name="connsiteX202" fmla="*/ 2843235 w 5487431"/>
              <a:gd name="connsiteY202" fmla="*/ 449403 h 505330"/>
              <a:gd name="connsiteX203" fmla="*/ 2885097 w 5487431"/>
              <a:gd name="connsiteY203" fmla="*/ 494315 h 505330"/>
              <a:gd name="connsiteX204" fmla="*/ 2994606 w 5487431"/>
              <a:gd name="connsiteY204" fmla="*/ 494315 h 505330"/>
              <a:gd name="connsiteX205" fmla="*/ 2994606 w 5487431"/>
              <a:gd name="connsiteY205" fmla="*/ 490831 h 505330"/>
              <a:gd name="connsiteX206" fmla="*/ 2905363 w 5487431"/>
              <a:gd name="connsiteY206" fmla="*/ 393474 h 505330"/>
              <a:gd name="connsiteX207" fmla="*/ 2964637 w 5487431"/>
              <a:gd name="connsiteY207" fmla="*/ 258833 h 505330"/>
              <a:gd name="connsiteX208" fmla="*/ 2873300 w 5487431"/>
              <a:gd name="connsiteY208" fmla="*/ 171174 h 505330"/>
              <a:gd name="connsiteX209" fmla="*/ 2789574 w 5487431"/>
              <a:gd name="connsiteY209" fmla="*/ 187745 h 505330"/>
              <a:gd name="connsiteX210" fmla="*/ 2788147 w 5487431"/>
              <a:gd name="connsiteY210" fmla="*/ 185015 h 505330"/>
              <a:gd name="connsiteX211" fmla="*/ 2863500 w 5487431"/>
              <a:gd name="connsiteY211" fmla="*/ 93873 h 505330"/>
              <a:gd name="connsiteX212" fmla="*/ 2732204 w 5487431"/>
              <a:gd name="connsiteY212" fmla="*/ 0 h 5053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Lst>
            <a:rect l="l" t="t" r="r" b="b"/>
            <a:pathLst>
              <a:path w="5487431" h="505330">
                <a:moveTo>
                  <a:pt x="542692" y="463149"/>
                </a:moveTo>
                <a:cubicBezTo>
                  <a:pt x="488937" y="463149"/>
                  <a:pt x="458967" y="412776"/>
                  <a:pt x="458967" y="321634"/>
                </a:cubicBezTo>
                <a:cubicBezTo>
                  <a:pt x="458967" y="229080"/>
                  <a:pt x="488937" y="180119"/>
                  <a:pt x="542692" y="180119"/>
                </a:cubicBezTo>
                <a:cubicBezTo>
                  <a:pt x="596448" y="180119"/>
                  <a:pt x="626417" y="229833"/>
                  <a:pt x="626417" y="321634"/>
                </a:cubicBezTo>
                <a:cubicBezTo>
                  <a:pt x="626322" y="414189"/>
                  <a:pt x="596352" y="463149"/>
                  <a:pt x="542692" y="463149"/>
                </a:cubicBezTo>
                <a:moveTo>
                  <a:pt x="542692" y="142174"/>
                </a:moveTo>
                <a:cubicBezTo>
                  <a:pt x="433183" y="142174"/>
                  <a:pt x="372482" y="222959"/>
                  <a:pt x="372482" y="321634"/>
                </a:cubicBezTo>
                <a:cubicBezTo>
                  <a:pt x="372482" y="420309"/>
                  <a:pt x="433183" y="501094"/>
                  <a:pt x="542692" y="501094"/>
                </a:cubicBezTo>
                <a:cubicBezTo>
                  <a:pt x="652201" y="501094"/>
                  <a:pt x="712902" y="420309"/>
                  <a:pt x="712902" y="321634"/>
                </a:cubicBezTo>
                <a:cubicBezTo>
                  <a:pt x="712902" y="222959"/>
                  <a:pt x="652201" y="142174"/>
                  <a:pt x="542692" y="142174"/>
                </a:cubicBezTo>
                <a:moveTo>
                  <a:pt x="1303641" y="142174"/>
                </a:moveTo>
                <a:cubicBezTo>
                  <a:pt x="1251979" y="142174"/>
                  <a:pt x="1223436" y="164301"/>
                  <a:pt x="1207357" y="192547"/>
                </a:cubicBezTo>
                <a:lnTo>
                  <a:pt x="1203170" y="192547"/>
                </a:lnTo>
                <a:lnTo>
                  <a:pt x="1203170" y="149048"/>
                </a:lnTo>
                <a:lnTo>
                  <a:pt x="1120872" y="149048"/>
                </a:lnTo>
                <a:lnTo>
                  <a:pt x="1120872" y="494221"/>
                </a:lnTo>
                <a:lnTo>
                  <a:pt x="1203170" y="494221"/>
                </a:lnTo>
                <a:lnTo>
                  <a:pt x="1203170" y="271261"/>
                </a:lnTo>
                <a:cubicBezTo>
                  <a:pt x="1203170" y="220229"/>
                  <a:pt x="1229715" y="190476"/>
                  <a:pt x="1272244" y="190476"/>
                </a:cubicBezTo>
                <a:cubicBezTo>
                  <a:pt x="1313440" y="190476"/>
                  <a:pt x="1331518" y="217404"/>
                  <a:pt x="1331518" y="258173"/>
                </a:cubicBezTo>
                <a:lnTo>
                  <a:pt x="1331518" y="494221"/>
                </a:lnTo>
                <a:lnTo>
                  <a:pt x="1413816" y="494221"/>
                </a:lnTo>
                <a:lnTo>
                  <a:pt x="1413816" y="257420"/>
                </a:lnTo>
                <a:cubicBezTo>
                  <a:pt x="1413911" y="186333"/>
                  <a:pt x="1376234" y="142174"/>
                  <a:pt x="1303641" y="142174"/>
                </a:cubicBezTo>
                <a:moveTo>
                  <a:pt x="1600771" y="142174"/>
                </a:moveTo>
                <a:cubicBezTo>
                  <a:pt x="1524752" y="142174"/>
                  <a:pt x="1467571" y="173905"/>
                  <a:pt x="1467571" y="241602"/>
                </a:cubicBezTo>
                <a:cubicBezTo>
                  <a:pt x="1467571" y="298943"/>
                  <a:pt x="1507341" y="330014"/>
                  <a:pt x="1551962" y="341030"/>
                </a:cubicBezTo>
                <a:lnTo>
                  <a:pt x="1621702" y="358260"/>
                </a:lnTo>
                <a:cubicBezTo>
                  <a:pt x="1658712" y="367205"/>
                  <a:pt x="1675457" y="380387"/>
                  <a:pt x="1675457" y="409387"/>
                </a:cubicBezTo>
                <a:cubicBezTo>
                  <a:pt x="1675457" y="444601"/>
                  <a:pt x="1650340" y="464656"/>
                  <a:pt x="1606384" y="464656"/>
                </a:cubicBezTo>
                <a:cubicBezTo>
                  <a:pt x="1558908" y="464656"/>
                  <a:pt x="1534551" y="441870"/>
                  <a:pt x="1526845" y="384624"/>
                </a:cubicBezTo>
                <a:lnTo>
                  <a:pt x="1452919" y="405338"/>
                </a:lnTo>
                <a:cubicBezTo>
                  <a:pt x="1457106" y="464750"/>
                  <a:pt x="1512954" y="501282"/>
                  <a:pt x="1597345" y="501282"/>
                </a:cubicBezTo>
                <a:cubicBezTo>
                  <a:pt x="1691536" y="501282"/>
                  <a:pt x="1742438" y="457782"/>
                  <a:pt x="1742438" y="388767"/>
                </a:cubicBezTo>
                <a:cubicBezTo>
                  <a:pt x="1742438" y="323894"/>
                  <a:pt x="1697055" y="296965"/>
                  <a:pt x="1649674" y="285196"/>
                </a:cubicBezTo>
                <a:lnTo>
                  <a:pt x="1582693" y="268625"/>
                </a:lnTo>
                <a:cubicBezTo>
                  <a:pt x="1549203" y="260339"/>
                  <a:pt x="1534551" y="245180"/>
                  <a:pt x="1534551" y="223054"/>
                </a:cubicBezTo>
                <a:cubicBezTo>
                  <a:pt x="1534551" y="195466"/>
                  <a:pt x="1558242" y="178895"/>
                  <a:pt x="1593825" y="178895"/>
                </a:cubicBezTo>
                <a:cubicBezTo>
                  <a:pt x="1635688" y="178895"/>
                  <a:pt x="1661471" y="201680"/>
                  <a:pt x="1664992" y="245180"/>
                </a:cubicBezTo>
                <a:lnTo>
                  <a:pt x="1734731" y="224466"/>
                </a:lnTo>
                <a:cubicBezTo>
                  <a:pt x="1726358" y="175976"/>
                  <a:pt x="1678216" y="142174"/>
                  <a:pt x="1600771" y="142174"/>
                </a:cubicBezTo>
                <a:moveTo>
                  <a:pt x="1946803" y="463149"/>
                </a:moveTo>
                <a:cubicBezTo>
                  <a:pt x="1893048" y="463149"/>
                  <a:pt x="1863078" y="412776"/>
                  <a:pt x="1863078" y="321634"/>
                </a:cubicBezTo>
                <a:cubicBezTo>
                  <a:pt x="1863078" y="229080"/>
                  <a:pt x="1893048" y="180119"/>
                  <a:pt x="1946803" y="180119"/>
                </a:cubicBezTo>
                <a:cubicBezTo>
                  <a:pt x="2000559" y="180119"/>
                  <a:pt x="2030529" y="229833"/>
                  <a:pt x="2030529" y="321634"/>
                </a:cubicBezTo>
                <a:cubicBezTo>
                  <a:pt x="2030529" y="414189"/>
                  <a:pt x="2000464" y="463149"/>
                  <a:pt x="1946803" y="463149"/>
                </a:cubicBezTo>
                <a:moveTo>
                  <a:pt x="1946803" y="142174"/>
                </a:moveTo>
                <a:cubicBezTo>
                  <a:pt x="1837294" y="142174"/>
                  <a:pt x="1776594" y="222959"/>
                  <a:pt x="1776594" y="321634"/>
                </a:cubicBezTo>
                <a:cubicBezTo>
                  <a:pt x="1776594" y="420309"/>
                  <a:pt x="1837294" y="501094"/>
                  <a:pt x="1946803" y="501094"/>
                </a:cubicBezTo>
                <a:cubicBezTo>
                  <a:pt x="2056312" y="501094"/>
                  <a:pt x="2117013" y="420309"/>
                  <a:pt x="2117013" y="321634"/>
                </a:cubicBezTo>
                <a:cubicBezTo>
                  <a:pt x="2117013" y="222959"/>
                  <a:pt x="2056312" y="142174"/>
                  <a:pt x="1946803" y="142174"/>
                </a:cubicBezTo>
                <a:moveTo>
                  <a:pt x="2348590" y="142174"/>
                </a:moveTo>
                <a:cubicBezTo>
                  <a:pt x="2296927" y="142174"/>
                  <a:pt x="2268385" y="164301"/>
                  <a:pt x="2252306" y="192547"/>
                </a:cubicBezTo>
                <a:lnTo>
                  <a:pt x="2248119" y="192547"/>
                </a:lnTo>
                <a:lnTo>
                  <a:pt x="2248119" y="149048"/>
                </a:lnTo>
                <a:lnTo>
                  <a:pt x="2165821" y="149048"/>
                </a:lnTo>
                <a:lnTo>
                  <a:pt x="2165821" y="494221"/>
                </a:lnTo>
                <a:lnTo>
                  <a:pt x="2248119" y="494221"/>
                </a:lnTo>
                <a:lnTo>
                  <a:pt x="2248119" y="271261"/>
                </a:lnTo>
                <a:cubicBezTo>
                  <a:pt x="2248119" y="220229"/>
                  <a:pt x="2274664" y="190476"/>
                  <a:pt x="2317193" y="190476"/>
                </a:cubicBezTo>
                <a:cubicBezTo>
                  <a:pt x="2358389" y="190476"/>
                  <a:pt x="2376466" y="217404"/>
                  <a:pt x="2376466" y="258173"/>
                </a:cubicBezTo>
                <a:lnTo>
                  <a:pt x="2376466" y="494221"/>
                </a:lnTo>
                <a:lnTo>
                  <a:pt x="2458764" y="494221"/>
                </a:lnTo>
                <a:lnTo>
                  <a:pt x="2458764" y="257420"/>
                </a:lnTo>
                <a:cubicBezTo>
                  <a:pt x="2458764" y="186333"/>
                  <a:pt x="2421088" y="142174"/>
                  <a:pt x="2348590" y="142174"/>
                </a:cubicBezTo>
                <a:moveTo>
                  <a:pt x="3571359" y="463149"/>
                </a:moveTo>
                <a:cubicBezTo>
                  <a:pt x="3517604" y="463149"/>
                  <a:pt x="3487634" y="412776"/>
                  <a:pt x="3487634" y="321634"/>
                </a:cubicBezTo>
                <a:cubicBezTo>
                  <a:pt x="3487634" y="229080"/>
                  <a:pt x="3517604" y="180119"/>
                  <a:pt x="3571359" y="180119"/>
                </a:cubicBezTo>
                <a:cubicBezTo>
                  <a:pt x="3625115" y="180119"/>
                  <a:pt x="3655085" y="229833"/>
                  <a:pt x="3655085" y="321634"/>
                </a:cubicBezTo>
                <a:cubicBezTo>
                  <a:pt x="3655085" y="414189"/>
                  <a:pt x="3625020" y="463149"/>
                  <a:pt x="3571359" y="463149"/>
                </a:cubicBezTo>
                <a:moveTo>
                  <a:pt x="3571359" y="142174"/>
                </a:moveTo>
                <a:cubicBezTo>
                  <a:pt x="3461850" y="142174"/>
                  <a:pt x="3401150" y="222959"/>
                  <a:pt x="3401150" y="321634"/>
                </a:cubicBezTo>
                <a:cubicBezTo>
                  <a:pt x="3401150" y="420309"/>
                  <a:pt x="3461850" y="501094"/>
                  <a:pt x="3571359" y="501094"/>
                </a:cubicBezTo>
                <a:cubicBezTo>
                  <a:pt x="3680868" y="501094"/>
                  <a:pt x="3741569" y="420309"/>
                  <a:pt x="3741569" y="321634"/>
                </a:cubicBezTo>
                <a:cubicBezTo>
                  <a:pt x="3741569" y="222959"/>
                  <a:pt x="3680868" y="142174"/>
                  <a:pt x="3571359" y="142174"/>
                </a:cubicBezTo>
                <a:moveTo>
                  <a:pt x="4332308" y="142174"/>
                </a:moveTo>
                <a:cubicBezTo>
                  <a:pt x="4280646" y="142174"/>
                  <a:pt x="4252103" y="164301"/>
                  <a:pt x="4236024" y="192547"/>
                </a:cubicBezTo>
                <a:lnTo>
                  <a:pt x="4231838" y="192547"/>
                </a:lnTo>
                <a:lnTo>
                  <a:pt x="4231838" y="149048"/>
                </a:lnTo>
                <a:lnTo>
                  <a:pt x="4149539" y="149048"/>
                </a:lnTo>
                <a:lnTo>
                  <a:pt x="4149539" y="494221"/>
                </a:lnTo>
                <a:lnTo>
                  <a:pt x="4231838" y="494221"/>
                </a:lnTo>
                <a:lnTo>
                  <a:pt x="4231838" y="271261"/>
                </a:lnTo>
                <a:cubicBezTo>
                  <a:pt x="4231838" y="220229"/>
                  <a:pt x="4258383" y="190476"/>
                  <a:pt x="4300911" y="190476"/>
                </a:cubicBezTo>
                <a:cubicBezTo>
                  <a:pt x="4342108" y="190476"/>
                  <a:pt x="4360185" y="217404"/>
                  <a:pt x="4360185" y="258173"/>
                </a:cubicBezTo>
                <a:lnTo>
                  <a:pt x="4360185" y="494221"/>
                </a:lnTo>
                <a:lnTo>
                  <a:pt x="4442483" y="494221"/>
                </a:lnTo>
                <a:lnTo>
                  <a:pt x="4442483" y="257420"/>
                </a:lnTo>
                <a:cubicBezTo>
                  <a:pt x="4442578" y="186333"/>
                  <a:pt x="4404902" y="142174"/>
                  <a:pt x="4332308" y="142174"/>
                </a:cubicBezTo>
                <a:moveTo>
                  <a:pt x="4629533" y="142174"/>
                </a:moveTo>
                <a:cubicBezTo>
                  <a:pt x="4553514" y="142174"/>
                  <a:pt x="4496334" y="173905"/>
                  <a:pt x="4496334" y="241602"/>
                </a:cubicBezTo>
                <a:cubicBezTo>
                  <a:pt x="4496334" y="298943"/>
                  <a:pt x="4536103" y="330014"/>
                  <a:pt x="4580725" y="341030"/>
                </a:cubicBezTo>
                <a:lnTo>
                  <a:pt x="4650464" y="358260"/>
                </a:lnTo>
                <a:cubicBezTo>
                  <a:pt x="4687475" y="367205"/>
                  <a:pt x="4704220" y="380387"/>
                  <a:pt x="4704220" y="409387"/>
                </a:cubicBezTo>
                <a:cubicBezTo>
                  <a:pt x="4704220" y="444601"/>
                  <a:pt x="4679102" y="464656"/>
                  <a:pt x="4635146" y="464656"/>
                </a:cubicBezTo>
                <a:cubicBezTo>
                  <a:pt x="4587670" y="464656"/>
                  <a:pt x="4563314" y="441870"/>
                  <a:pt x="4555607" y="384624"/>
                </a:cubicBezTo>
                <a:lnTo>
                  <a:pt x="4481682" y="405338"/>
                </a:lnTo>
                <a:cubicBezTo>
                  <a:pt x="4485868" y="464750"/>
                  <a:pt x="4541716" y="501282"/>
                  <a:pt x="4626108" y="501282"/>
                </a:cubicBezTo>
                <a:cubicBezTo>
                  <a:pt x="4720299" y="501282"/>
                  <a:pt x="4771200" y="457782"/>
                  <a:pt x="4771200" y="388767"/>
                </a:cubicBezTo>
                <a:cubicBezTo>
                  <a:pt x="4771200" y="323894"/>
                  <a:pt x="4725817" y="296965"/>
                  <a:pt x="4678436" y="285196"/>
                </a:cubicBezTo>
                <a:lnTo>
                  <a:pt x="4611456" y="268625"/>
                </a:lnTo>
                <a:cubicBezTo>
                  <a:pt x="4577966" y="260339"/>
                  <a:pt x="4563314" y="245180"/>
                  <a:pt x="4563314" y="223054"/>
                </a:cubicBezTo>
                <a:cubicBezTo>
                  <a:pt x="4563314" y="195466"/>
                  <a:pt x="4587004" y="178895"/>
                  <a:pt x="4622588" y="178895"/>
                </a:cubicBezTo>
                <a:cubicBezTo>
                  <a:pt x="4664450" y="178895"/>
                  <a:pt x="4690234" y="201680"/>
                  <a:pt x="4693754" y="245180"/>
                </a:cubicBezTo>
                <a:lnTo>
                  <a:pt x="4763493" y="224466"/>
                </a:lnTo>
                <a:cubicBezTo>
                  <a:pt x="4755026" y="175976"/>
                  <a:pt x="4706884" y="142174"/>
                  <a:pt x="4629533" y="142174"/>
                </a:cubicBezTo>
                <a:moveTo>
                  <a:pt x="4975471" y="463149"/>
                </a:moveTo>
                <a:cubicBezTo>
                  <a:pt x="4921715" y="463149"/>
                  <a:pt x="4891745" y="412776"/>
                  <a:pt x="4891745" y="321634"/>
                </a:cubicBezTo>
                <a:cubicBezTo>
                  <a:pt x="4891745" y="229080"/>
                  <a:pt x="4921715" y="180119"/>
                  <a:pt x="4975471" y="180119"/>
                </a:cubicBezTo>
                <a:cubicBezTo>
                  <a:pt x="5029226" y="180119"/>
                  <a:pt x="5059196" y="229833"/>
                  <a:pt x="5059196" y="321634"/>
                </a:cubicBezTo>
                <a:cubicBezTo>
                  <a:pt x="5059196" y="414189"/>
                  <a:pt x="5029131" y="463149"/>
                  <a:pt x="4975471" y="463149"/>
                </a:cubicBezTo>
                <a:moveTo>
                  <a:pt x="4975471" y="142174"/>
                </a:moveTo>
                <a:cubicBezTo>
                  <a:pt x="4865962" y="142174"/>
                  <a:pt x="4805261" y="222959"/>
                  <a:pt x="4805261" y="321634"/>
                </a:cubicBezTo>
                <a:cubicBezTo>
                  <a:pt x="4805261" y="420309"/>
                  <a:pt x="4865962" y="501094"/>
                  <a:pt x="4975471" y="501094"/>
                </a:cubicBezTo>
                <a:cubicBezTo>
                  <a:pt x="5084980" y="501094"/>
                  <a:pt x="5145680" y="420309"/>
                  <a:pt x="5145680" y="321634"/>
                </a:cubicBezTo>
                <a:cubicBezTo>
                  <a:pt x="5145680" y="222959"/>
                  <a:pt x="5084980" y="142174"/>
                  <a:pt x="4975471" y="142174"/>
                </a:cubicBezTo>
                <a:moveTo>
                  <a:pt x="5377257" y="142174"/>
                </a:moveTo>
                <a:cubicBezTo>
                  <a:pt x="5325595" y="142174"/>
                  <a:pt x="5297052" y="164301"/>
                  <a:pt x="5280973" y="192547"/>
                </a:cubicBezTo>
                <a:lnTo>
                  <a:pt x="5276787" y="192547"/>
                </a:lnTo>
                <a:lnTo>
                  <a:pt x="5276787" y="149048"/>
                </a:lnTo>
                <a:lnTo>
                  <a:pt x="5194488" y="149048"/>
                </a:lnTo>
                <a:lnTo>
                  <a:pt x="5194488" y="494221"/>
                </a:lnTo>
                <a:lnTo>
                  <a:pt x="5276787" y="494221"/>
                </a:lnTo>
                <a:lnTo>
                  <a:pt x="5276787" y="271261"/>
                </a:lnTo>
                <a:cubicBezTo>
                  <a:pt x="5276787" y="220229"/>
                  <a:pt x="5303331" y="190476"/>
                  <a:pt x="5345860" y="190476"/>
                </a:cubicBezTo>
                <a:cubicBezTo>
                  <a:pt x="5387057" y="190476"/>
                  <a:pt x="5405134" y="217404"/>
                  <a:pt x="5405134" y="258173"/>
                </a:cubicBezTo>
                <a:lnTo>
                  <a:pt x="5405134" y="494221"/>
                </a:lnTo>
                <a:lnTo>
                  <a:pt x="5487432" y="494221"/>
                </a:lnTo>
                <a:lnTo>
                  <a:pt x="5487432" y="257420"/>
                </a:lnTo>
                <a:cubicBezTo>
                  <a:pt x="5487432" y="186333"/>
                  <a:pt x="5449755" y="142174"/>
                  <a:pt x="5377257" y="142174"/>
                </a:cubicBezTo>
                <a:moveTo>
                  <a:pt x="323674" y="11016"/>
                </a:moveTo>
                <a:lnTo>
                  <a:pt x="237190" y="11016"/>
                </a:lnTo>
                <a:lnTo>
                  <a:pt x="237190" y="367864"/>
                </a:lnTo>
                <a:cubicBezTo>
                  <a:pt x="237190" y="425864"/>
                  <a:pt x="214831" y="460325"/>
                  <a:pt x="161837" y="460325"/>
                </a:cubicBezTo>
                <a:cubicBezTo>
                  <a:pt x="109509" y="460325"/>
                  <a:pt x="86484" y="423698"/>
                  <a:pt x="86484" y="360897"/>
                </a:cubicBezTo>
                <a:lnTo>
                  <a:pt x="86484" y="294612"/>
                </a:lnTo>
                <a:lnTo>
                  <a:pt x="0" y="315985"/>
                </a:lnTo>
                <a:lnTo>
                  <a:pt x="0" y="345644"/>
                </a:lnTo>
                <a:cubicBezTo>
                  <a:pt x="0" y="436033"/>
                  <a:pt x="45383" y="505143"/>
                  <a:pt x="161837" y="505143"/>
                </a:cubicBezTo>
                <a:cubicBezTo>
                  <a:pt x="278291" y="505143"/>
                  <a:pt x="323674" y="436127"/>
                  <a:pt x="323674" y="345644"/>
                </a:cubicBezTo>
                <a:lnTo>
                  <a:pt x="323674" y="11016"/>
                </a:lnTo>
                <a:moveTo>
                  <a:pt x="844008" y="11016"/>
                </a:moveTo>
                <a:lnTo>
                  <a:pt x="761710" y="11016"/>
                </a:lnTo>
                <a:lnTo>
                  <a:pt x="761710" y="494221"/>
                </a:lnTo>
                <a:lnTo>
                  <a:pt x="844008" y="494221"/>
                </a:lnTo>
                <a:lnTo>
                  <a:pt x="844008" y="271261"/>
                </a:lnTo>
                <a:cubicBezTo>
                  <a:pt x="844008" y="220229"/>
                  <a:pt x="870553" y="190476"/>
                  <a:pt x="913081" y="190476"/>
                </a:cubicBezTo>
                <a:cubicBezTo>
                  <a:pt x="954278" y="190476"/>
                  <a:pt x="972355" y="217404"/>
                  <a:pt x="972355" y="258173"/>
                </a:cubicBezTo>
                <a:lnTo>
                  <a:pt x="972355" y="494221"/>
                </a:lnTo>
                <a:lnTo>
                  <a:pt x="1054653" y="494221"/>
                </a:lnTo>
                <a:lnTo>
                  <a:pt x="1054653" y="257420"/>
                </a:lnTo>
                <a:cubicBezTo>
                  <a:pt x="1054653" y="186333"/>
                  <a:pt x="1016977" y="142174"/>
                  <a:pt x="944478" y="142174"/>
                </a:cubicBezTo>
                <a:cubicBezTo>
                  <a:pt x="892816" y="142174"/>
                  <a:pt x="864273" y="164301"/>
                  <a:pt x="848194" y="192547"/>
                </a:cubicBezTo>
                <a:lnTo>
                  <a:pt x="844008" y="192547"/>
                </a:lnTo>
                <a:lnTo>
                  <a:pt x="844008" y="11016"/>
                </a:lnTo>
                <a:moveTo>
                  <a:pt x="3352342" y="11016"/>
                </a:moveTo>
                <a:lnTo>
                  <a:pt x="3265857" y="11016"/>
                </a:lnTo>
                <a:lnTo>
                  <a:pt x="3265857" y="367864"/>
                </a:lnTo>
                <a:cubicBezTo>
                  <a:pt x="3265857" y="425864"/>
                  <a:pt x="3243499" y="460325"/>
                  <a:pt x="3190504" y="460325"/>
                </a:cubicBezTo>
                <a:cubicBezTo>
                  <a:pt x="3138176" y="460325"/>
                  <a:pt x="3115152" y="423698"/>
                  <a:pt x="3115152" y="360897"/>
                </a:cubicBezTo>
                <a:lnTo>
                  <a:pt x="3115152" y="294612"/>
                </a:lnTo>
                <a:lnTo>
                  <a:pt x="3028667" y="315985"/>
                </a:lnTo>
                <a:lnTo>
                  <a:pt x="3028667" y="345644"/>
                </a:lnTo>
                <a:cubicBezTo>
                  <a:pt x="3028667" y="436033"/>
                  <a:pt x="3074050" y="505143"/>
                  <a:pt x="3190504" y="505143"/>
                </a:cubicBezTo>
                <a:cubicBezTo>
                  <a:pt x="3306959" y="505143"/>
                  <a:pt x="3352342" y="436127"/>
                  <a:pt x="3352342" y="345644"/>
                </a:cubicBezTo>
                <a:lnTo>
                  <a:pt x="3352342" y="11016"/>
                </a:lnTo>
                <a:moveTo>
                  <a:pt x="3872675" y="11016"/>
                </a:moveTo>
                <a:lnTo>
                  <a:pt x="3790377" y="11016"/>
                </a:lnTo>
                <a:lnTo>
                  <a:pt x="3790377" y="494221"/>
                </a:lnTo>
                <a:lnTo>
                  <a:pt x="3872675" y="494221"/>
                </a:lnTo>
                <a:lnTo>
                  <a:pt x="3872675" y="271261"/>
                </a:lnTo>
                <a:cubicBezTo>
                  <a:pt x="3872675" y="220229"/>
                  <a:pt x="3899220" y="190476"/>
                  <a:pt x="3941749" y="190476"/>
                </a:cubicBezTo>
                <a:cubicBezTo>
                  <a:pt x="3982945" y="190476"/>
                  <a:pt x="4001022" y="217404"/>
                  <a:pt x="4001022" y="258173"/>
                </a:cubicBezTo>
                <a:lnTo>
                  <a:pt x="4001022" y="494221"/>
                </a:lnTo>
                <a:lnTo>
                  <a:pt x="4083320" y="494221"/>
                </a:lnTo>
                <a:lnTo>
                  <a:pt x="4083320" y="257420"/>
                </a:lnTo>
                <a:cubicBezTo>
                  <a:pt x="4083320" y="186333"/>
                  <a:pt x="4045644" y="142174"/>
                  <a:pt x="3973146" y="142174"/>
                </a:cubicBezTo>
                <a:cubicBezTo>
                  <a:pt x="3921483" y="142174"/>
                  <a:pt x="3892941" y="164301"/>
                  <a:pt x="3876861" y="192547"/>
                </a:cubicBezTo>
                <a:lnTo>
                  <a:pt x="3872675" y="192547"/>
                </a:lnTo>
                <a:lnTo>
                  <a:pt x="3872675" y="11016"/>
                </a:lnTo>
                <a:moveTo>
                  <a:pt x="2730110" y="454864"/>
                </a:moveTo>
                <a:cubicBezTo>
                  <a:pt x="2663130" y="454864"/>
                  <a:pt x="2622029" y="401007"/>
                  <a:pt x="2622029" y="343761"/>
                </a:cubicBezTo>
                <a:cubicBezTo>
                  <a:pt x="2622029" y="307887"/>
                  <a:pt x="2638108" y="274745"/>
                  <a:pt x="2664557" y="256102"/>
                </a:cubicBezTo>
                <a:lnTo>
                  <a:pt x="2822208" y="426617"/>
                </a:lnTo>
                <a:cubicBezTo>
                  <a:pt x="2792904" y="443848"/>
                  <a:pt x="2760080" y="454864"/>
                  <a:pt x="2730110" y="454864"/>
                </a:cubicBezTo>
                <a:moveTo>
                  <a:pt x="2883575" y="369936"/>
                </a:moveTo>
                <a:lnTo>
                  <a:pt x="2746856" y="220794"/>
                </a:lnTo>
                <a:cubicBezTo>
                  <a:pt x="2771307" y="211096"/>
                  <a:pt x="2794998" y="207706"/>
                  <a:pt x="2814502" y="207706"/>
                </a:cubicBezTo>
                <a:cubicBezTo>
                  <a:pt x="2871016" y="207706"/>
                  <a:pt x="2905838" y="240190"/>
                  <a:pt x="2905838" y="296118"/>
                </a:cubicBezTo>
                <a:cubicBezTo>
                  <a:pt x="2905934" y="320975"/>
                  <a:pt x="2898893" y="346491"/>
                  <a:pt x="2883575" y="369936"/>
                </a:cubicBezTo>
                <a:moveTo>
                  <a:pt x="2728017" y="200833"/>
                </a:moveTo>
                <a:lnTo>
                  <a:pt x="2698047" y="167690"/>
                </a:lnTo>
                <a:cubicBezTo>
                  <a:pt x="2671503" y="138691"/>
                  <a:pt x="2663891" y="120707"/>
                  <a:pt x="2663891" y="99334"/>
                </a:cubicBezTo>
                <a:cubicBezTo>
                  <a:pt x="2663891" y="59318"/>
                  <a:pt x="2689675" y="36532"/>
                  <a:pt x="2730110" y="36532"/>
                </a:cubicBezTo>
                <a:cubicBezTo>
                  <a:pt x="2771307" y="36532"/>
                  <a:pt x="2795664" y="59977"/>
                  <a:pt x="2795664" y="102817"/>
                </a:cubicBezTo>
                <a:cubicBezTo>
                  <a:pt x="2795664" y="142174"/>
                  <a:pt x="2776159" y="179460"/>
                  <a:pt x="2728017" y="200833"/>
                </a:cubicBezTo>
                <a:moveTo>
                  <a:pt x="2732204" y="0"/>
                </a:moveTo>
                <a:cubicBezTo>
                  <a:pt x="2635920" y="0"/>
                  <a:pt x="2588539" y="53198"/>
                  <a:pt x="2588539" y="119389"/>
                </a:cubicBezTo>
                <a:cubicBezTo>
                  <a:pt x="2588539" y="155262"/>
                  <a:pt x="2603857" y="191229"/>
                  <a:pt x="2644387" y="234635"/>
                </a:cubicBezTo>
                <a:lnTo>
                  <a:pt x="2645053" y="236047"/>
                </a:lnTo>
                <a:cubicBezTo>
                  <a:pt x="2576741" y="268531"/>
                  <a:pt x="2545344" y="320975"/>
                  <a:pt x="2545344" y="374832"/>
                </a:cubicBezTo>
                <a:cubicBezTo>
                  <a:pt x="2545344" y="445919"/>
                  <a:pt x="2600432" y="505331"/>
                  <a:pt x="2685584" y="505331"/>
                </a:cubicBezTo>
                <a:cubicBezTo>
                  <a:pt x="2734392" y="505331"/>
                  <a:pt x="2791573" y="485276"/>
                  <a:pt x="2843235" y="449403"/>
                </a:cubicBezTo>
                <a:lnTo>
                  <a:pt x="2885097" y="494315"/>
                </a:lnTo>
                <a:lnTo>
                  <a:pt x="2994606" y="494315"/>
                </a:lnTo>
                <a:lnTo>
                  <a:pt x="2994606" y="490831"/>
                </a:lnTo>
                <a:lnTo>
                  <a:pt x="2905363" y="393474"/>
                </a:lnTo>
                <a:cubicBezTo>
                  <a:pt x="2943039" y="349316"/>
                  <a:pt x="2964637" y="301014"/>
                  <a:pt x="2964637" y="258833"/>
                </a:cubicBezTo>
                <a:cubicBezTo>
                  <a:pt x="2964637" y="206388"/>
                  <a:pt x="2929053" y="171174"/>
                  <a:pt x="2873300" y="171174"/>
                </a:cubicBezTo>
                <a:cubicBezTo>
                  <a:pt x="2843996" y="171174"/>
                  <a:pt x="2811172" y="179460"/>
                  <a:pt x="2789574" y="187745"/>
                </a:cubicBezTo>
                <a:lnTo>
                  <a:pt x="2788147" y="185015"/>
                </a:lnTo>
                <a:cubicBezTo>
                  <a:pt x="2841142" y="156674"/>
                  <a:pt x="2863500" y="130499"/>
                  <a:pt x="2863500" y="93873"/>
                </a:cubicBezTo>
                <a:cubicBezTo>
                  <a:pt x="2863310" y="41428"/>
                  <a:pt x="2815929" y="0"/>
                  <a:pt x="2732204" y="0"/>
                </a:cubicBezTo>
              </a:path>
            </a:pathLst>
          </a:custGeom>
          <a:solidFill>
            <a:schemeClr val="bg1"/>
          </a:solidFill>
          <a:ln w="9509" cap="flat">
            <a:noFill/>
            <a:prstDash val="solid"/>
            <a:miter/>
          </a:ln>
        </p:spPr>
        <p:txBody>
          <a:bodyPr rtlCol="0" anchor="ctr"/>
          <a:lstStyle/>
          <a:p>
            <a:endParaRPr lang="en-GB"/>
          </a:p>
        </p:txBody>
      </p:sp>
      <p:sp>
        <p:nvSpPr>
          <p:cNvPr id="3" name="Footer Placeholder 4">
            <a:extLst>
              <a:ext uri="{FF2B5EF4-FFF2-40B4-BE49-F238E27FC236}">
                <a16:creationId xmlns:a16="http://schemas.microsoft.com/office/drawing/2014/main" id="{4F83807D-037C-F9E0-B36F-4A6D1A028CCD}"/>
              </a:ext>
            </a:extLst>
          </p:cNvPr>
          <p:cNvSpPr>
            <a:spLocks noGrp="1"/>
          </p:cNvSpPr>
          <p:nvPr>
            <p:ph type="ftr" sz="quarter" idx="3"/>
          </p:nvPr>
        </p:nvSpPr>
        <p:spPr>
          <a:xfrm>
            <a:off x="288259" y="5904000"/>
            <a:ext cx="1161051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bg1"/>
                </a:solidFill>
                <a:latin typeface="+mn-lt"/>
              </a:defRPr>
            </a:lvl1pPr>
          </a:lstStyle>
          <a:p>
            <a:pPr>
              <a:spcBef>
                <a:spcPts val="0"/>
              </a:spcBef>
              <a:spcAft>
                <a:spcPts val="300"/>
              </a:spcAft>
            </a:pPr>
            <a:r>
              <a:rPr lang="en-US"/>
              <a:t>Slide legal disclaimer goes here if required
Slide footer goes here if required. Turn off globally using the Header/Footer function (under the Insert menu).</a:t>
            </a:r>
            <a:endParaRPr lang="en-US" dirty="0"/>
          </a:p>
        </p:txBody>
      </p:sp>
      <p:pic>
        <p:nvPicPr>
          <p:cNvPr id="5" name="Graphic 4">
            <a:extLst>
              <a:ext uri="{FF2B5EF4-FFF2-40B4-BE49-F238E27FC236}">
                <a16:creationId xmlns:a16="http://schemas.microsoft.com/office/drawing/2014/main" id="{B9C6D3AA-64FA-0831-23CB-EC52AFCF2099}"/>
              </a:ext>
            </a:extLst>
          </p:cNvPr>
          <p:cNvPicPr>
            <a:picLocks noChangeAspect="1"/>
          </p:cNvPicPr>
          <p:nvPr userDrawn="1"/>
        </p:nvPicPr>
        <p:blipFill>
          <a:blip>
            <a:lum bright="100000"/>
            <a:extLst>
              <a:ext uri="{96DAC541-7B7A-43D3-8B79-37D633B846F1}">
                <asvg:svgBlip xmlns:asvg="http://schemas.microsoft.com/office/drawing/2016/SVG/main" r:embed="rId2"/>
              </a:ext>
            </a:extLst>
          </a:blip>
          <a:stretch>
            <a:fillRect/>
          </a:stretch>
        </p:blipFill>
        <p:spPr>
          <a:xfrm>
            <a:off x="10900476" y="6347868"/>
            <a:ext cx="1017714" cy="246221"/>
          </a:xfrm>
          <a:prstGeom prst="rect">
            <a:avLst/>
          </a:prstGeom>
        </p:spPr>
      </p:pic>
    </p:spTree>
    <p:extLst>
      <p:ext uri="{BB962C8B-B14F-4D97-AF65-F5344CB8AC3E}">
        <p14:creationId xmlns:p14="http://schemas.microsoft.com/office/powerpoint/2010/main" val="243616152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End Slide [Accessible Version]">
    <p:bg>
      <p:bgPr>
        <a:solidFill>
          <a:schemeClr val="bg1"/>
        </a:solidFill>
        <a:effectLst/>
      </p:bgPr>
    </p:bg>
    <p:spTree>
      <p:nvGrpSpPr>
        <p:cNvPr id="1" name=""/>
        <p:cNvGrpSpPr/>
        <p:nvPr/>
      </p:nvGrpSpPr>
      <p:grpSpPr>
        <a:xfrm>
          <a:off x="0" y="0"/>
          <a:ext cx="0" cy="0"/>
          <a:chOff x="0" y="0"/>
          <a:chExt cx="0" cy="0"/>
        </a:xfrm>
      </p:grpSpPr>
      <p:sp>
        <p:nvSpPr>
          <p:cNvPr id="10" name="Text Placeholder 31">
            <a:extLst>
              <a:ext uri="{FF2B5EF4-FFF2-40B4-BE49-F238E27FC236}">
                <a16:creationId xmlns:a16="http://schemas.microsoft.com/office/drawing/2014/main" id="{938BB031-45ED-95FB-C1C5-66605571CD90}"/>
              </a:ext>
            </a:extLst>
          </p:cNvPr>
          <p:cNvSpPr>
            <a:spLocks noGrp="1"/>
          </p:cNvSpPr>
          <p:nvPr>
            <p:ph type="body" sz="quarter" idx="10" hasCustomPrompt="1"/>
          </p:nvPr>
        </p:nvSpPr>
        <p:spPr>
          <a:xfrm>
            <a:off x="287338" y="5035735"/>
            <a:ext cx="2795587" cy="717180"/>
          </a:xfrm>
        </p:spPr>
        <p:txBody>
          <a:bodyPr anchor="b"/>
          <a:lstStyle>
            <a:lvl1pPr>
              <a:lnSpc>
                <a:spcPct val="100000"/>
              </a:lnSpc>
              <a:spcBef>
                <a:spcPts val="0"/>
              </a:spcBef>
              <a:spcAft>
                <a:spcPts val="0"/>
              </a:spcAft>
              <a:defRPr sz="1000">
                <a:solidFill>
                  <a:schemeClr val="tx1"/>
                </a:solidFill>
              </a:defRPr>
            </a:lvl1pPr>
          </a:lstStyle>
          <a:p>
            <a:r>
              <a:rPr lang="en-GB"/>
              <a:t>Supporting details – delete if not required</a:t>
            </a:r>
          </a:p>
        </p:txBody>
      </p:sp>
      <p:sp>
        <p:nvSpPr>
          <p:cNvPr id="2" name="Title 1">
            <a:extLst>
              <a:ext uri="{FF2B5EF4-FFF2-40B4-BE49-F238E27FC236}">
                <a16:creationId xmlns:a16="http://schemas.microsoft.com/office/drawing/2014/main" id="{241F71E3-AC39-2207-0CC4-1E2486610795}"/>
              </a:ext>
            </a:extLst>
          </p:cNvPr>
          <p:cNvSpPr>
            <a:spLocks noGrp="1"/>
          </p:cNvSpPr>
          <p:nvPr>
            <p:ph type="ctrTitle"/>
          </p:nvPr>
        </p:nvSpPr>
        <p:spPr>
          <a:xfrm>
            <a:off x="291593" y="280800"/>
            <a:ext cx="5734050" cy="2620397"/>
          </a:xfrm>
        </p:spPr>
        <p:txBody>
          <a:bodyPr wrap="square" anchor="t">
            <a:spAutoFit/>
          </a:bodyPr>
          <a:lstStyle>
            <a:lvl1pPr algn="l">
              <a:lnSpc>
                <a:spcPct val="80000"/>
              </a:lnSpc>
              <a:defRPr lang="en-GB" sz="7000" b="0" i="0" kern="1200" spc="0" baseline="0" smtClean="0">
                <a:solidFill>
                  <a:schemeClr val="accent1"/>
                </a:solidFill>
                <a:latin typeface="+mj-lt"/>
                <a:ea typeface="+mj-ea"/>
                <a:cs typeface="+mj-cs"/>
              </a:defRPr>
            </a:lvl1pPr>
          </a:lstStyle>
          <a:p>
            <a:r>
              <a:rPr lang="en-US"/>
              <a:t>Click to edit Master title style</a:t>
            </a:r>
            <a:endParaRPr lang="en-GB" dirty="0"/>
          </a:p>
        </p:txBody>
      </p:sp>
      <p:sp>
        <p:nvSpPr>
          <p:cNvPr id="4" name="Graphic 2">
            <a:extLst>
              <a:ext uri="{FF2B5EF4-FFF2-40B4-BE49-F238E27FC236}">
                <a16:creationId xmlns:a16="http://schemas.microsoft.com/office/drawing/2014/main" id="{EA53A9D8-7E77-B7F4-501A-731F65EFB066}"/>
              </a:ext>
            </a:extLst>
          </p:cNvPr>
          <p:cNvSpPr>
            <a:spLocks noChangeAspect="1"/>
          </p:cNvSpPr>
          <p:nvPr userDrawn="1"/>
        </p:nvSpPr>
        <p:spPr>
          <a:xfrm>
            <a:off x="290513" y="6377853"/>
            <a:ext cx="2034000" cy="187309"/>
          </a:xfrm>
          <a:custGeom>
            <a:avLst/>
            <a:gdLst>
              <a:gd name="connsiteX0" fmla="*/ 542692 w 5487431"/>
              <a:gd name="connsiteY0" fmla="*/ 463149 h 505330"/>
              <a:gd name="connsiteX1" fmla="*/ 458967 w 5487431"/>
              <a:gd name="connsiteY1" fmla="*/ 321634 h 505330"/>
              <a:gd name="connsiteX2" fmla="*/ 542692 w 5487431"/>
              <a:gd name="connsiteY2" fmla="*/ 180119 h 505330"/>
              <a:gd name="connsiteX3" fmla="*/ 626417 w 5487431"/>
              <a:gd name="connsiteY3" fmla="*/ 321634 h 505330"/>
              <a:gd name="connsiteX4" fmla="*/ 542692 w 5487431"/>
              <a:gd name="connsiteY4" fmla="*/ 463149 h 505330"/>
              <a:gd name="connsiteX5" fmla="*/ 542692 w 5487431"/>
              <a:gd name="connsiteY5" fmla="*/ 142174 h 505330"/>
              <a:gd name="connsiteX6" fmla="*/ 372482 w 5487431"/>
              <a:gd name="connsiteY6" fmla="*/ 321634 h 505330"/>
              <a:gd name="connsiteX7" fmla="*/ 542692 w 5487431"/>
              <a:gd name="connsiteY7" fmla="*/ 501094 h 505330"/>
              <a:gd name="connsiteX8" fmla="*/ 712902 w 5487431"/>
              <a:gd name="connsiteY8" fmla="*/ 321634 h 505330"/>
              <a:gd name="connsiteX9" fmla="*/ 542692 w 5487431"/>
              <a:gd name="connsiteY9" fmla="*/ 142174 h 505330"/>
              <a:gd name="connsiteX10" fmla="*/ 1303641 w 5487431"/>
              <a:gd name="connsiteY10" fmla="*/ 142174 h 505330"/>
              <a:gd name="connsiteX11" fmla="*/ 1207357 w 5487431"/>
              <a:gd name="connsiteY11" fmla="*/ 192547 h 505330"/>
              <a:gd name="connsiteX12" fmla="*/ 1203170 w 5487431"/>
              <a:gd name="connsiteY12" fmla="*/ 192547 h 505330"/>
              <a:gd name="connsiteX13" fmla="*/ 1203170 w 5487431"/>
              <a:gd name="connsiteY13" fmla="*/ 149048 h 505330"/>
              <a:gd name="connsiteX14" fmla="*/ 1120872 w 5487431"/>
              <a:gd name="connsiteY14" fmla="*/ 149048 h 505330"/>
              <a:gd name="connsiteX15" fmla="*/ 1120872 w 5487431"/>
              <a:gd name="connsiteY15" fmla="*/ 494221 h 505330"/>
              <a:gd name="connsiteX16" fmla="*/ 1203170 w 5487431"/>
              <a:gd name="connsiteY16" fmla="*/ 494221 h 505330"/>
              <a:gd name="connsiteX17" fmla="*/ 1203170 w 5487431"/>
              <a:gd name="connsiteY17" fmla="*/ 271261 h 505330"/>
              <a:gd name="connsiteX18" fmla="*/ 1272244 w 5487431"/>
              <a:gd name="connsiteY18" fmla="*/ 190476 h 505330"/>
              <a:gd name="connsiteX19" fmla="*/ 1331518 w 5487431"/>
              <a:gd name="connsiteY19" fmla="*/ 258173 h 505330"/>
              <a:gd name="connsiteX20" fmla="*/ 1331518 w 5487431"/>
              <a:gd name="connsiteY20" fmla="*/ 494221 h 505330"/>
              <a:gd name="connsiteX21" fmla="*/ 1413816 w 5487431"/>
              <a:gd name="connsiteY21" fmla="*/ 494221 h 505330"/>
              <a:gd name="connsiteX22" fmla="*/ 1413816 w 5487431"/>
              <a:gd name="connsiteY22" fmla="*/ 257420 h 505330"/>
              <a:gd name="connsiteX23" fmla="*/ 1303641 w 5487431"/>
              <a:gd name="connsiteY23" fmla="*/ 142174 h 505330"/>
              <a:gd name="connsiteX24" fmla="*/ 1600771 w 5487431"/>
              <a:gd name="connsiteY24" fmla="*/ 142174 h 505330"/>
              <a:gd name="connsiteX25" fmla="*/ 1467571 w 5487431"/>
              <a:gd name="connsiteY25" fmla="*/ 241602 h 505330"/>
              <a:gd name="connsiteX26" fmla="*/ 1551962 w 5487431"/>
              <a:gd name="connsiteY26" fmla="*/ 341030 h 505330"/>
              <a:gd name="connsiteX27" fmla="*/ 1621702 w 5487431"/>
              <a:gd name="connsiteY27" fmla="*/ 358260 h 505330"/>
              <a:gd name="connsiteX28" fmla="*/ 1675457 w 5487431"/>
              <a:gd name="connsiteY28" fmla="*/ 409387 h 505330"/>
              <a:gd name="connsiteX29" fmla="*/ 1606384 w 5487431"/>
              <a:gd name="connsiteY29" fmla="*/ 464656 h 505330"/>
              <a:gd name="connsiteX30" fmla="*/ 1526845 w 5487431"/>
              <a:gd name="connsiteY30" fmla="*/ 384624 h 505330"/>
              <a:gd name="connsiteX31" fmla="*/ 1452919 w 5487431"/>
              <a:gd name="connsiteY31" fmla="*/ 405338 h 505330"/>
              <a:gd name="connsiteX32" fmla="*/ 1597345 w 5487431"/>
              <a:gd name="connsiteY32" fmla="*/ 501282 h 505330"/>
              <a:gd name="connsiteX33" fmla="*/ 1742438 w 5487431"/>
              <a:gd name="connsiteY33" fmla="*/ 388767 h 505330"/>
              <a:gd name="connsiteX34" fmla="*/ 1649674 w 5487431"/>
              <a:gd name="connsiteY34" fmla="*/ 285196 h 505330"/>
              <a:gd name="connsiteX35" fmla="*/ 1582693 w 5487431"/>
              <a:gd name="connsiteY35" fmla="*/ 268625 h 505330"/>
              <a:gd name="connsiteX36" fmla="*/ 1534551 w 5487431"/>
              <a:gd name="connsiteY36" fmla="*/ 223054 h 505330"/>
              <a:gd name="connsiteX37" fmla="*/ 1593825 w 5487431"/>
              <a:gd name="connsiteY37" fmla="*/ 178895 h 505330"/>
              <a:gd name="connsiteX38" fmla="*/ 1664992 w 5487431"/>
              <a:gd name="connsiteY38" fmla="*/ 245180 h 505330"/>
              <a:gd name="connsiteX39" fmla="*/ 1734731 w 5487431"/>
              <a:gd name="connsiteY39" fmla="*/ 224466 h 505330"/>
              <a:gd name="connsiteX40" fmla="*/ 1600771 w 5487431"/>
              <a:gd name="connsiteY40" fmla="*/ 142174 h 505330"/>
              <a:gd name="connsiteX41" fmla="*/ 1946803 w 5487431"/>
              <a:gd name="connsiteY41" fmla="*/ 463149 h 505330"/>
              <a:gd name="connsiteX42" fmla="*/ 1863078 w 5487431"/>
              <a:gd name="connsiteY42" fmla="*/ 321634 h 505330"/>
              <a:gd name="connsiteX43" fmla="*/ 1946803 w 5487431"/>
              <a:gd name="connsiteY43" fmla="*/ 180119 h 505330"/>
              <a:gd name="connsiteX44" fmla="*/ 2030529 w 5487431"/>
              <a:gd name="connsiteY44" fmla="*/ 321634 h 505330"/>
              <a:gd name="connsiteX45" fmla="*/ 1946803 w 5487431"/>
              <a:gd name="connsiteY45" fmla="*/ 463149 h 505330"/>
              <a:gd name="connsiteX46" fmla="*/ 1946803 w 5487431"/>
              <a:gd name="connsiteY46" fmla="*/ 142174 h 505330"/>
              <a:gd name="connsiteX47" fmla="*/ 1776594 w 5487431"/>
              <a:gd name="connsiteY47" fmla="*/ 321634 h 505330"/>
              <a:gd name="connsiteX48" fmla="*/ 1946803 w 5487431"/>
              <a:gd name="connsiteY48" fmla="*/ 501094 h 505330"/>
              <a:gd name="connsiteX49" fmla="*/ 2117013 w 5487431"/>
              <a:gd name="connsiteY49" fmla="*/ 321634 h 505330"/>
              <a:gd name="connsiteX50" fmla="*/ 1946803 w 5487431"/>
              <a:gd name="connsiteY50" fmla="*/ 142174 h 505330"/>
              <a:gd name="connsiteX51" fmla="*/ 2348590 w 5487431"/>
              <a:gd name="connsiteY51" fmla="*/ 142174 h 505330"/>
              <a:gd name="connsiteX52" fmla="*/ 2252306 w 5487431"/>
              <a:gd name="connsiteY52" fmla="*/ 192547 h 505330"/>
              <a:gd name="connsiteX53" fmla="*/ 2248119 w 5487431"/>
              <a:gd name="connsiteY53" fmla="*/ 192547 h 505330"/>
              <a:gd name="connsiteX54" fmla="*/ 2248119 w 5487431"/>
              <a:gd name="connsiteY54" fmla="*/ 149048 h 505330"/>
              <a:gd name="connsiteX55" fmla="*/ 2165821 w 5487431"/>
              <a:gd name="connsiteY55" fmla="*/ 149048 h 505330"/>
              <a:gd name="connsiteX56" fmla="*/ 2165821 w 5487431"/>
              <a:gd name="connsiteY56" fmla="*/ 494221 h 505330"/>
              <a:gd name="connsiteX57" fmla="*/ 2248119 w 5487431"/>
              <a:gd name="connsiteY57" fmla="*/ 494221 h 505330"/>
              <a:gd name="connsiteX58" fmla="*/ 2248119 w 5487431"/>
              <a:gd name="connsiteY58" fmla="*/ 271261 h 505330"/>
              <a:gd name="connsiteX59" fmla="*/ 2317193 w 5487431"/>
              <a:gd name="connsiteY59" fmla="*/ 190476 h 505330"/>
              <a:gd name="connsiteX60" fmla="*/ 2376466 w 5487431"/>
              <a:gd name="connsiteY60" fmla="*/ 258173 h 505330"/>
              <a:gd name="connsiteX61" fmla="*/ 2376466 w 5487431"/>
              <a:gd name="connsiteY61" fmla="*/ 494221 h 505330"/>
              <a:gd name="connsiteX62" fmla="*/ 2458764 w 5487431"/>
              <a:gd name="connsiteY62" fmla="*/ 494221 h 505330"/>
              <a:gd name="connsiteX63" fmla="*/ 2458764 w 5487431"/>
              <a:gd name="connsiteY63" fmla="*/ 257420 h 505330"/>
              <a:gd name="connsiteX64" fmla="*/ 2348590 w 5487431"/>
              <a:gd name="connsiteY64" fmla="*/ 142174 h 505330"/>
              <a:gd name="connsiteX65" fmla="*/ 3571359 w 5487431"/>
              <a:gd name="connsiteY65" fmla="*/ 463149 h 505330"/>
              <a:gd name="connsiteX66" fmla="*/ 3487634 w 5487431"/>
              <a:gd name="connsiteY66" fmla="*/ 321634 h 505330"/>
              <a:gd name="connsiteX67" fmla="*/ 3571359 w 5487431"/>
              <a:gd name="connsiteY67" fmla="*/ 180119 h 505330"/>
              <a:gd name="connsiteX68" fmla="*/ 3655085 w 5487431"/>
              <a:gd name="connsiteY68" fmla="*/ 321634 h 505330"/>
              <a:gd name="connsiteX69" fmla="*/ 3571359 w 5487431"/>
              <a:gd name="connsiteY69" fmla="*/ 463149 h 505330"/>
              <a:gd name="connsiteX70" fmla="*/ 3571359 w 5487431"/>
              <a:gd name="connsiteY70" fmla="*/ 142174 h 505330"/>
              <a:gd name="connsiteX71" fmla="*/ 3401150 w 5487431"/>
              <a:gd name="connsiteY71" fmla="*/ 321634 h 505330"/>
              <a:gd name="connsiteX72" fmla="*/ 3571359 w 5487431"/>
              <a:gd name="connsiteY72" fmla="*/ 501094 h 505330"/>
              <a:gd name="connsiteX73" fmla="*/ 3741569 w 5487431"/>
              <a:gd name="connsiteY73" fmla="*/ 321634 h 505330"/>
              <a:gd name="connsiteX74" fmla="*/ 3571359 w 5487431"/>
              <a:gd name="connsiteY74" fmla="*/ 142174 h 505330"/>
              <a:gd name="connsiteX75" fmla="*/ 4332308 w 5487431"/>
              <a:gd name="connsiteY75" fmla="*/ 142174 h 505330"/>
              <a:gd name="connsiteX76" fmla="*/ 4236024 w 5487431"/>
              <a:gd name="connsiteY76" fmla="*/ 192547 h 505330"/>
              <a:gd name="connsiteX77" fmla="*/ 4231838 w 5487431"/>
              <a:gd name="connsiteY77" fmla="*/ 192547 h 505330"/>
              <a:gd name="connsiteX78" fmla="*/ 4231838 w 5487431"/>
              <a:gd name="connsiteY78" fmla="*/ 149048 h 505330"/>
              <a:gd name="connsiteX79" fmla="*/ 4149539 w 5487431"/>
              <a:gd name="connsiteY79" fmla="*/ 149048 h 505330"/>
              <a:gd name="connsiteX80" fmla="*/ 4149539 w 5487431"/>
              <a:gd name="connsiteY80" fmla="*/ 494221 h 505330"/>
              <a:gd name="connsiteX81" fmla="*/ 4231838 w 5487431"/>
              <a:gd name="connsiteY81" fmla="*/ 494221 h 505330"/>
              <a:gd name="connsiteX82" fmla="*/ 4231838 w 5487431"/>
              <a:gd name="connsiteY82" fmla="*/ 271261 h 505330"/>
              <a:gd name="connsiteX83" fmla="*/ 4300911 w 5487431"/>
              <a:gd name="connsiteY83" fmla="*/ 190476 h 505330"/>
              <a:gd name="connsiteX84" fmla="*/ 4360185 w 5487431"/>
              <a:gd name="connsiteY84" fmla="*/ 258173 h 505330"/>
              <a:gd name="connsiteX85" fmla="*/ 4360185 w 5487431"/>
              <a:gd name="connsiteY85" fmla="*/ 494221 h 505330"/>
              <a:gd name="connsiteX86" fmla="*/ 4442483 w 5487431"/>
              <a:gd name="connsiteY86" fmla="*/ 494221 h 505330"/>
              <a:gd name="connsiteX87" fmla="*/ 4442483 w 5487431"/>
              <a:gd name="connsiteY87" fmla="*/ 257420 h 505330"/>
              <a:gd name="connsiteX88" fmla="*/ 4332308 w 5487431"/>
              <a:gd name="connsiteY88" fmla="*/ 142174 h 505330"/>
              <a:gd name="connsiteX89" fmla="*/ 4629533 w 5487431"/>
              <a:gd name="connsiteY89" fmla="*/ 142174 h 505330"/>
              <a:gd name="connsiteX90" fmla="*/ 4496334 w 5487431"/>
              <a:gd name="connsiteY90" fmla="*/ 241602 h 505330"/>
              <a:gd name="connsiteX91" fmla="*/ 4580725 w 5487431"/>
              <a:gd name="connsiteY91" fmla="*/ 341030 h 505330"/>
              <a:gd name="connsiteX92" fmla="*/ 4650464 w 5487431"/>
              <a:gd name="connsiteY92" fmla="*/ 358260 h 505330"/>
              <a:gd name="connsiteX93" fmla="*/ 4704220 w 5487431"/>
              <a:gd name="connsiteY93" fmla="*/ 409387 h 505330"/>
              <a:gd name="connsiteX94" fmla="*/ 4635146 w 5487431"/>
              <a:gd name="connsiteY94" fmla="*/ 464656 h 505330"/>
              <a:gd name="connsiteX95" fmla="*/ 4555607 w 5487431"/>
              <a:gd name="connsiteY95" fmla="*/ 384624 h 505330"/>
              <a:gd name="connsiteX96" fmla="*/ 4481682 w 5487431"/>
              <a:gd name="connsiteY96" fmla="*/ 405338 h 505330"/>
              <a:gd name="connsiteX97" fmla="*/ 4626108 w 5487431"/>
              <a:gd name="connsiteY97" fmla="*/ 501282 h 505330"/>
              <a:gd name="connsiteX98" fmla="*/ 4771200 w 5487431"/>
              <a:gd name="connsiteY98" fmla="*/ 388767 h 505330"/>
              <a:gd name="connsiteX99" fmla="*/ 4678436 w 5487431"/>
              <a:gd name="connsiteY99" fmla="*/ 285196 h 505330"/>
              <a:gd name="connsiteX100" fmla="*/ 4611456 w 5487431"/>
              <a:gd name="connsiteY100" fmla="*/ 268625 h 505330"/>
              <a:gd name="connsiteX101" fmla="*/ 4563314 w 5487431"/>
              <a:gd name="connsiteY101" fmla="*/ 223054 h 505330"/>
              <a:gd name="connsiteX102" fmla="*/ 4622588 w 5487431"/>
              <a:gd name="connsiteY102" fmla="*/ 178895 h 505330"/>
              <a:gd name="connsiteX103" fmla="*/ 4693754 w 5487431"/>
              <a:gd name="connsiteY103" fmla="*/ 245180 h 505330"/>
              <a:gd name="connsiteX104" fmla="*/ 4763493 w 5487431"/>
              <a:gd name="connsiteY104" fmla="*/ 224466 h 505330"/>
              <a:gd name="connsiteX105" fmla="*/ 4629533 w 5487431"/>
              <a:gd name="connsiteY105" fmla="*/ 142174 h 505330"/>
              <a:gd name="connsiteX106" fmla="*/ 4975471 w 5487431"/>
              <a:gd name="connsiteY106" fmla="*/ 463149 h 505330"/>
              <a:gd name="connsiteX107" fmla="*/ 4891745 w 5487431"/>
              <a:gd name="connsiteY107" fmla="*/ 321634 h 505330"/>
              <a:gd name="connsiteX108" fmla="*/ 4975471 w 5487431"/>
              <a:gd name="connsiteY108" fmla="*/ 180119 h 505330"/>
              <a:gd name="connsiteX109" fmla="*/ 5059196 w 5487431"/>
              <a:gd name="connsiteY109" fmla="*/ 321634 h 505330"/>
              <a:gd name="connsiteX110" fmla="*/ 4975471 w 5487431"/>
              <a:gd name="connsiteY110" fmla="*/ 463149 h 505330"/>
              <a:gd name="connsiteX111" fmla="*/ 4975471 w 5487431"/>
              <a:gd name="connsiteY111" fmla="*/ 142174 h 505330"/>
              <a:gd name="connsiteX112" fmla="*/ 4805261 w 5487431"/>
              <a:gd name="connsiteY112" fmla="*/ 321634 h 505330"/>
              <a:gd name="connsiteX113" fmla="*/ 4975471 w 5487431"/>
              <a:gd name="connsiteY113" fmla="*/ 501094 h 505330"/>
              <a:gd name="connsiteX114" fmla="*/ 5145680 w 5487431"/>
              <a:gd name="connsiteY114" fmla="*/ 321634 h 505330"/>
              <a:gd name="connsiteX115" fmla="*/ 4975471 w 5487431"/>
              <a:gd name="connsiteY115" fmla="*/ 142174 h 505330"/>
              <a:gd name="connsiteX116" fmla="*/ 5377257 w 5487431"/>
              <a:gd name="connsiteY116" fmla="*/ 142174 h 505330"/>
              <a:gd name="connsiteX117" fmla="*/ 5280973 w 5487431"/>
              <a:gd name="connsiteY117" fmla="*/ 192547 h 505330"/>
              <a:gd name="connsiteX118" fmla="*/ 5276787 w 5487431"/>
              <a:gd name="connsiteY118" fmla="*/ 192547 h 505330"/>
              <a:gd name="connsiteX119" fmla="*/ 5276787 w 5487431"/>
              <a:gd name="connsiteY119" fmla="*/ 149048 h 505330"/>
              <a:gd name="connsiteX120" fmla="*/ 5194488 w 5487431"/>
              <a:gd name="connsiteY120" fmla="*/ 149048 h 505330"/>
              <a:gd name="connsiteX121" fmla="*/ 5194488 w 5487431"/>
              <a:gd name="connsiteY121" fmla="*/ 494221 h 505330"/>
              <a:gd name="connsiteX122" fmla="*/ 5276787 w 5487431"/>
              <a:gd name="connsiteY122" fmla="*/ 494221 h 505330"/>
              <a:gd name="connsiteX123" fmla="*/ 5276787 w 5487431"/>
              <a:gd name="connsiteY123" fmla="*/ 271261 h 505330"/>
              <a:gd name="connsiteX124" fmla="*/ 5345860 w 5487431"/>
              <a:gd name="connsiteY124" fmla="*/ 190476 h 505330"/>
              <a:gd name="connsiteX125" fmla="*/ 5405134 w 5487431"/>
              <a:gd name="connsiteY125" fmla="*/ 258173 h 505330"/>
              <a:gd name="connsiteX126" fmla="*/ 5405134 w 5487431"/>
              <a:gd name="connsiteY126" fmla="*/ 494221 h 505330"/>
              <a:gd name="connsiteX127" fmla="*/ 5487432 w 5487431"/>
              <a:gd name="connsiteY127" fmla="*/ 494221 h 505330"/>
              <a:gd name="connsiteX128" fmla="*/ 5487432 w 5487431"/>
              <a:gd name="connsiteY128" fmla="*/ 257420 h 505330"/>
              <a:gd name="connsiteX129" fmla="*/ 5377257 w 5487431"/>
              <a:gd name="connsiteY129" fmla="*/ 142174 h 505330"/>
              <a:gd name="connsiteX130" fmla="*/ 323674 w 5487431"/>
              <a:gd name="connsiteY130" fmla="*/ 11016 h 505330"/>
              <a:gd name="connsiteX131" fmla="*/ 237190 w 5487431"/>
              <a:gd name="connsiteY131" fmla="*/ 11016 h 505330"/>
              <a:gd name="connsiteX132" fmla="*/ 237190 w 5487431"/>
              <a:gd name="connsiteY132" fmla="*/ 367864 h 505330"/>
              <a:gd name="connsiteX133" fmla="*/ 161837 w 5487431"/>
              <a:gd name="connsiteY133" fmla="*/ 460325 h 505330"/>
              <a:gd name="connsiteX134" fmla="*/ 86484 w 5487431"/>
              <a:gd name="connsiteY134" fmla="*/ 360897 h 505330"/>
              <a:gd name="connsiteX135" fmla="*/ 86484 w 5487431"/>
              <a:gd name="connsiteY135" fmla="*/ 294612 h 505330"/>
              <a:gd name="connsiteX136" fmla="*/ 0 w 5487431"/>
              <a:gd name="connsiteY136" fmla="*/ 315985 h 505330"/>
              <a:gd name="connsiteX137" fmla="*/ 0 w 5487431"/>
              <a:gd name="connsiteY137" fmla="*/ 345644 h 505330"/>
              <a:gd name="connsiteX138" fmla="*/ 161837 w 5487431"/>
              <a:gd name="connsiteY138" fmla="*/ 505143 h 505330"/>
              <a:gd name="connsiteX139" fmla="*/ 323674 w 5487431"/>
              <a:gd name="connsiteY139" fmla="*/ 345644 h 505330"/>
              <a:gd name="connsiteX140" fmla="*/ 323674 w 5487431"/>
              <a:gd name="connsiteY140" fmla="*/ 11016 h 505330"/>
              <a:gd name="connsiteX141" fmla="*/ 844008 w 5487431"/>
              <a:gd name="connsiteY141" fmla="*/ 11016 h 505330"/>
              <a:gd name="connsiteX142" fmla="*/ 761710 w 5487431"/>
              <a:gd name="connsiteY142" fmla="*/ 11016 h 505330"/>
              <a:gd name="connsiteX143" fmla="*/ 761710 w 5487431"/>
              <a:gd name="connsiteY143" fmla="*/ 494221 h 505330"/>
              <a:gd name="connsiteX144" fmla="*/ 844008 w 5487431"/>
              <a:gd name="connsiteY144" fmla="*/ 494221 h 505330"/>
              <a:gd name="connsiteX145" fmla="*/ 844008 w 5487431"/>
              <a:gd name="connsiteY145" fmla="*/ 271261 h 505330"/>
              <a:gd name="connsiteX146" fmla="*/ 913081 w 5487431"/>
              <a:gd name="connsiteY146" fmla="*/ 190476 h 505330"/>
              <a:gd name="connsiteX147" fmla="*/ 972355 w 5487431"/>
              <a:gd name="connsiteY147" fmla="*/ 258173 h 505330"/>
              <a:gd name="connsiteX148" fmla="*/ 972355 w 5487431"/>
              <a:gd name="connsiteY148" fmla="*/ 494221 h 505330"/>
              <a:gd name="connsiteX149" fmla="*/ 1054653 w 5487431"/>
              <a:gd name="connsiteY149" fmla="*/ 494221 h 505330"/>
              <a:gd name="connsiteX150" fmla="*/ 1054653 w 5487431"/>
              <a:gd name="connsiteY150" fmla="*/ 257420 h 505330"/>
              <a:gd name="connsiteX151" fmla="*/ 944478 w 5487431"/>
              <a:gd name="connsiteY151" fmla="*/ 142174 h 505330"/>
              <a:gd name="connsiteX152" fmla="*/ 848194 w 5487431"/>
              <a:gd name="connsiteY152" fmla="*/ 192547 h 505330"/>
              <a:gd name="connsiteX153" fmla="*/ 844008 w 5487431"/>
              <a:gd name="connsiteY153" fmla="*/ 192547 h 505330"/>
              <a:gd name="connsiteX154" fmla="*/ 844008 w 5487431"/>
              <a:gd name="connsiteY154" fmla="*/ 11016 h 505330"/>
              <a:gd name="connsiteX155" fmla="*/ 3352342 w 5487431"/>
              <a:gd name="connsiteY155" fmla="*/ 11016 h 505330"/>
              <a:gd name="connsiteX156" fmla="*/ 3265857 w 5487431"/>
              <a:gd name="connsiteY156" fmla="*/ 11016 h 505330"/>
              <a:gd name="connsiteX157" fmla="*/ 3265857 w 5487431"/>
              <a:gd name="connsiteY157" fmla="*/ 367864 h 505330"/>
              <a:gd name="connsiteX158" fmla="*/ 3190504 w 5487431"/>
              <a:gd name="connsiteY158" fmla="*/ 460325 h 505330"/>
              <a:gd name="connsiteX159" fmla="*/ 3115152 w 5487431"/>
              <a:gd name="connsiteY159" fmla="*/ 360897 h 505330"/>
              <a:gd name="connsiteX160" fmla="*/ 3115152 w 5487431"/>
              <a:gd name="connsiteY160" fmla="*/ 294612 h 505330"/>
              <a:gd name="connsiteX161" fmla="*/ 3028667 w 5487431"/>
              <a:gd name="connsiteY161" fmla="*/ 315985 h 505330"/>
              <a:gd name="connsiteX162" fmla="*/ 3028667 w 5487431"/>
              <a:gd name="connsiteY162" fmla="*/ 345644 h 505330"/>
              <a:gd name="connsiteX163" fmla="*/ 3190504 w 5487431"/>
              <a:gd name="connsiteY163" fmla="*/ 505143 h 505330"/>
              <a:gd name="connsiteX164" fmla="*/ 3352342 w 5487431"/>
              <a:gd name="connsiteY164" fmla="*/ 345644 h 505330"/>
              <a:gd name="connsiteX165" fmla="*/ 3352342 w 5487431"/>
              <a:gd name="connsiteY165" fmla="*/ 11016 h 505330"/>
              <a:gd name="connsiteX166" fmla="*/ 3872675 w 5487431"/>
              <a:gd name="connsiteY166" fmla="*/ 11016 h 505330"/>
              <a:gd name="connsiteX167" fmla="*/ 3790377 w 5487431"/>
              <a:gd name="connsiteY167" fmla="*/ 11016 h 505330"/>
              <a:gd name="connsiteX168" fmla="*/ 3790377 w 5487431"/>
              <a:gd name="connsiteY168" fmla="*/ 494221 h 505330"/>
              <a:gd name="connsiteX169" fmla="*/ 3872675 w 5487431"/>
              <a:gd name="connsiteY169" fmla="*/ 494221 h 505330"/>
              <a:gd name="connsiteX170" fmla="*/ 3872675 w 5487431"/>
              <a:gd name="connsiteY170" fmla="*/ 271261 h 505330"/>
              <a:gd name="connsiteX171" fmla="*/ 3941749 w 5487431"/>
              <a:gd name="connsiteY171" fmla="*/ 190476 h 505330"/>
              <a:gd name="connsiteX172" fmla="*/ 4001022 w 5487431"/>
              <a:gd name="connsiteY172" fmla="*/ 258173 h 505330"/>
              <a:gd name="connsiteX173" fmla="*/ 4001022 w 5487431"/>
              <a:gd name="connsiteY173" fmla="*/ 494221 h 505330"/>
              <a:gd name="connsiteX174" fmla="*/ 4083320 w 5487431"/>
              <a:gd name="connsiteY174" fmla="*/ 494221 h 505330"/>
              <a:gd name="connsiteX175" fmla="*/ 4083320 w 5487431"/>
              <a:gd name="connsiteY175" fmla="*/ 257420 h 505330"/>
              <a:gd name="connsiteX176" fmla="*/ 3973146 w 5487431"/>
              <a:gd name="connsiteY176" fmla="*/ 142174 h 505330"/>
              <a:gd name="connsiteX177" fmla="*/ 3876861 w 5487431"/>
              <a:gd name="connsiteY177" fmla="*/ 192547 h 505330"/>
              <a:gd name="connsiteX178" fmla="*/ 3872675 w 5487431"/>
              <a:gd name="connsiteY178" fmla="*/ 192547 h 505330"/>
              <a:gd name="connsiteX179" fmla="*/ 3872675 w 5487431"/>
              <a:gd name="connsiteY179" fmla="*/ 11016 h 505330"/>
              <a:gd name="connsiteX180" fmla="*/ 2730110 w 5487431"/>
              <a:gd name="connsiteY180" fmla="*/ 454864 h 505330"/>
              <a:gd name="connsiteX181" fmla="*/ 2622029 w 5487431"/>
              <a:gd name="connsiteY181" fmla="*/ 343761 h 505330"/>
              <a:gd name="connsiteX182" fmla="*/ 2664557 w 5487431"/>
              <a:gd name="connsiteY182" fmla="*/ 256102 h 505330"/>
              <a:gd name="connsiteX183" fmla="*/ 2822208 w 5487431"/>
              <a:gd name="connsiteY183" fmla="*/ 426617 h 505330"/>
              <a:gd name="connsiteX184" fmla="*/ 2730110 w 5487431"/>
              <a:gd name="connsiteY184" fmla="*/ 454864 h 505330"/>
              <a:gd name="connsiteX185" fmla="*/ 2883575 w 5487431"/>
              <a:gd name="connsiteY185" fmla="*/ 369936 h 505330"/>
              <a:gd name="connsiteX186" fmla="*/ 2746856 w 5487431"/>
              <a:gd name="connsiteY186" fmla="*/ 220794 h 505330"/>
              <a:gd name="connsiteX187" fmla="*/ 2814502 w 5487431"/>
              <a:gd name="connsiteY187" fmla="*/ 207706 h 505330"/>
              <a:gd name="connsiteX188" fmla="*/ 2905838 w 5487431"/>
              <a:gd name="connsiteY188" fmla="*/ 296118 h 505330"/>
              <a:gd name="connsiteX189" fmla="*/ 2883575 w 5487431"/>
              <a:gd name="connsiteY189" fmla="*/ 369936 h 505330"/>
              <a:gd name="connsiteX190" fmla="*/ 2728017 w 5487431"/>
              <a:gd name="connsiteY190" fmla="*/ 200833 h 505330"/>
              <a:gd name="connsiteX191" fmla="*/ 2698047 w 5487431"/>
              <a:gd name="connsiteY191" fmla="*/ 167690 h 505330"/>
              <a:gd name="connsiteX192" fmla="*/ 2663891 w 5487431"/>
              <a:gd name="connsiteY192" fmla="*/ 99334 h 505330"/>
              <a:gd name="connsiteX193" fmla="*/ 2730110 w 5487431"/>
              <a:gd name="connsiteY193" fmla="*/ 36532 h 505330"/>
              <a:gd name="connsiteX194" fmla="*/ 2795664 w 5487431"/>
              <a:gd name="connsiteY194" fmla="*/ 102817 h 505330"/>
              <a:gd name="connsiteX195" fmla="*/ 2728017 w 5487431"/>
              <a:gd name="connsiteY195" fmla="*/ 200833 h 505330"/>
              <a:gd name="connsiteX196" fmla="*/ 2732204 w 5487431"/>
              <a:gd name="connsiteY196" fmla="*/ 0 h 505330"/>
              <a:gd name="connsiteX197" fmla="*/ 2588539 w 5487431"/>
              <a:gd name="connsiteY197" fmla="*/ 119389 h 505330"/>
              <a:gd name="connsiteX198" fmla="*/ 2644387 w 5487431"/>
              <a:gd name="connsiteY198" fmla="*/ 234635 h 505330"/>
              <a:gd name="connsiteX199" fmla="*/ 2645053 w 5487431"/>
              <a:gd name="connsiteY199" fmla="*/ 236047 h 505330"/>
              <a:gd name="connsiteX200" fmla="*/ 2545344 w 5487431"/>
              <a:gd name="connsiteY200" fmla="*/ 374832 h 505330"/>
              <a:gd name="connsiteX201" fmla="*/ 2685584 w 5487431"/>
              <a:gd name="connsiteY201" fmla="*/ 505331 h 505330"/>
              <a:gd name="connsiteX202" fmla="*/ 2843235 w 5487431"/>
              <a:gd name="connsiteY202" fmla="*/ 449403 h 505330"/>
              <a:gd name="connsiteX203" fmla="*/ 2885097 w 5487431"/>
              <a:gd name="connsiteY203" fmla="*/ 494315 h 505330"/>
              <a:gd name="connsiteX204" fmla="*/ 2994606 w 5487431"/>
              <a:gd name="connsiteY204" fmla="*/ 494315 h 505330"/>
              <a:gd name="connsiteX205" fmla="*/ 2994606 w 5487431"/>
              <a:gd name="connsiteY205" fmla="*/ 490831 h 505330"/>
              <a:gd name="connsiteX206" fmla="*/ 2905363 w 5487431"/>
              <a:gd name="connsiteY206" fmla="*/ 393474 h 505330"/>
              <a:gd name="connsiteX207" fmla="*/ 2964637 w 5487431"/>
              <a:gd name="connsiteY207" fmla="*/ 258833 h 505330"/>
              <a:gd name="connsiteX208" fmla="*/ 2873300 w 5487431"/>
              <a:gd name="connsiteY208" fmla="*/ 171174 h 505330"/>
              <a:gd name="connsiteX209" fmla="*/ 2789574 w 5487431"/>
              <a:gd name="connsiteY209" fmla="*/ 187745 h 505330"/>
              <a:gd name="connsiteX210" fmla="*/ 2788147 w 5487431"/>
              <a:gd name="connsiteY210" fmla="*/ 185015 h 505330"/>
              <a:gd name="connsiteX211" fmla="*/ 2863500 w 5487431"/>
              <a:gd name="connsiteY211" fmla="*/ 93873 h 505330"/>
              <a:gd name="connsiteX212" fmla="*/ 2732204 w 5487431"/>
              <a:gd name="connsiteY212" fmla="*/ 0 h 5053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Lst>
            <a:rect l="l" t="t" r="r" b="b"/>
            <a:pathLst>
              <a:path w="5487431" h="505330">
                <a:moveTo>
                  <a:pt x="542692" y="463149"/>
                </a:moveTo>
                <a:cubicBezTo>
                  <a:pt x="488937" y="463149"/>
                  <a:pt x="458967" y="412776"/>
                  <a:pt x="458967" y="321634"/>
                </a:cubicBezTo>
                <a:cubicBezTo>
                  <a:pt x="458967" y="229080"/>
                  <a:pt x="488937" y="180119"/>
                  <a:pt x="542692" y="180119"/>
                </a:cubicBezTo>
                <a:cubicBezTo>
                  <a:pt x="596448" y="180119"/>
                  <a:pt x="626417" y="229833"/>
                  <a:pt x="626417" y="321634"/>
                </a:cubicBezTo>
                <a:cubicBezTo>
                  <a:pt x="626322" y="414189"/>
                  <a:pt x="596352" y="463149"/>
                  <a:pt x="542692" y="463149"/>
                </a:cubicBezTo>
                <a:moveTo>
                  <a:pt x="542692" y="142174"/>
                </a:moveTo>
                <a:cubicBezTo>
                  <a:pt x="433183" y="142174"/>
                  <a:pt x="372482" y="222959"/>
                  <a:pt x="372482" y="321634"/>
                </a:cubicBezTo>
                <a:cubicBezTo>
                  <a:pt x="372482" y="420309"/>
                  <a:pt x="433183" y="501094"/>
                  <a:pt x="542692" y="501094"/>
                </a:cubicBezTo>
                <a:cubicBezTo>
                  <a:pt x="652201" y="501094"/>
                  <a:pt x="712902" y="420309"/>
                  <a:pt x="712902" y="321634"/>
                </a:cubicBezTo>
                <a:cubicBezTo>
                  <a:pt x="712902" y="222959"/>
                  <a:pt x="652201" y="142174"/>
                  <a:pt x="542692" y="142174"/>
                </a:cubicBezTo>
                <a:moveTo>
                  <a:pt x="1303641" y="142174"/>
                </a:moveTo>
                <a:cubicBezTo>
                  <a:pt x="1251979" y="142174"/>
                  <a:pt x="1223436" y="164301"/>
                  <a:pt x="1207357" y="192547"/>
                </a:cubicBezTo>
                <a:lnTo>
                  <a:pt x="1203170" y="192547"/>
                </a:lnTo>
                <a:lnTo>
                  <a:pt x="1203170" y="149048"/>
                </a:lnTo>
                <a:lnTo>
                  <a:pt x="1120872" y="149048"/>
                </a:lnTo>
                <a:lnTo>
                  <a:pt x="1120872" y="494221"/>
                </a:lnTo>
                <a:lnTo>
                  <a:pt x="1203170" y="494221"/>
                </a:lnTo>
                <a:lnTo>
                  <a:pt x="1203170" y="271261"/>
                </a:lnTo>
                <a:cubicBezTo>
                  <a:pt x="1203170" y="220229"/>
                  <a:pt x="1229715" y="190476"/>
                  <a:pt x="1272244" y="190476"/>
                </a:cubicBezTo>
                <a:cubicBezTo>
                  <a:pt x="1313440" y="190476"/>
                  <a:pt x="1331518" y="217404"/>
                  <a:pt x="1331518" y="258173"/>
                </a:cubicBezTo>
                <a:lnTo>
                  <a:pt x="1331518" y="494221"/>
                </a:lnTo>
                <a:lnTo>
                  <a:pt x="1413816" y="494221"/>
                </a:lnTo>
                <a:lnTo>
                  <a:pt x="1413816" y="257420"/>
                </a:lnTo>
                <a:cubicBezTo>
                  <a:pt x="1413911" y="186333"/>
                  <a:pt x="1376234" y="142174"/>
                  <a:pt x="1303641" y="142174"/>
                </a:cubicBezTo>
                <a:moveTo>
                  <a:pt x="1600771" y="142174"/>
                </a:moveTo>
                <a:cubicBezTo>
                  <a:pt x="1524752" y="142174"/>
                  <a:pt x="1467571" y="173905"/>
                  <a:pt x="1467571" y="241602"/>
                </a:cubicBezTo>
                <a:cubicBezTo>
                  <a:pt x="1467571" y="298943"/>
                  <a:pt x="1507341" y="330014"/>
                  <a:pt x="1551962" y="341030"/>
                </a:cubicBezTo>
                <a:lnTo>
                  <a:pt x="1621702" y="358260"/>
                </a:lnTo>
                <a:cubicBezTo>
                  <a:pt x="1658712" y="367205"/>
                  <a:pt x="1675457" y="380387"/>
                  <a:pt x="1675457" y="409387"/>
                </a:cubicBezTo>
                <a:cubicBezTo>
                  <a:pt x="1675457" y="444601"/>
                  <a:pt x="1650340" y="464656"/>
                  <a:pt x="1606384" y="464656"/>
                </a:cubicBezTo>
                <a:cubicBezTo>
                  <a:pt x="1558908" y="464656"/>
                  <a:pt x="1534551" y="441870"/>
                  <a:pt x="1526845" y="384624"/>
                </a:cubicBezTo>
                <a:lnTo>
                  <a:pt x="1452919" y="405338"/>
                </a:lnTo>
                <a:cubicBezTo>
                  <a:pt x="1457106" y="464750"/>
                  <a:pt x="1512954" y="501282"/>
                  <a:pt x="1597345" y="501282"/>
                </a:cubicBezTo>
                <a:cubicBezTo>
                  <a:pt x="1691536" y="501282"/>
                  <a:pt x="1742438" y="457782"/>
                  <a:pt x="1742438" y="388767"/>
                </a:cubicBezTo>
                <a:cubicBezTo>
                  <a:pt x="1742438" y="323894"/>
                  <a:pt x="1697055" y="296965"/>
                  <a:pt x="1649674" y="285196"/>
                </a:cubicBezTo>
                <a:lnTo>
                  <a:pt x="1582693" y="268625"/>
                </a:lnTo>
                <a:cubicBezTo>
                  <a:pt x="1549203" y="260339"/>
                  <a:pt x="1534551" y="245180"/>
                  <a:pt x="1534551" y="223054"/>
                </a:cubicBezTo>
                <a:cubicBezTo>
                  <a:pt x="1534551" y="195466"/>
                  <a:pt x="1558242" y="178895"/>
                  <a:pt x="1593825" y="178895"/>
                </a:cubicBezTo>
                <a:cubicBezTo>
                  <a:pt x="1635688" y="178895"/>
                  <a:pt x="1661471" y="201680"/>
                  <a:pt x="1664992" y="245180"/>
                </a:cubicBezTo>
                <a:lnTo>
                  <a:pt x="1734731" y="224466"/>
                </a:lnTo>
                <a:cubicBezTo>
                  <a:pt x="1726358" y="175976"/>
                  <a:pt x="1678216" y="142174"/>
                  <a:pt x="1600771" y="142174"/>
                </a:cubicBezTo>
                <a:moveTo>
                  <a:pt x="1946803" y="463149"/>
                </a:moveTo>
                <a:cubicBezTo>
                  <a:pt x="1893048" y="463149"/>
                  <a:pt x="1863078" y="412776"/>
                  <a:pt x="1863078" y="321634"/>
                </a:cubicBezTo>
                <a:cubicBezTo>
                  <a:pt x="1863078" y="229080"/>
                  <a:pt x="1893048" y="180119"/>
                  <a:pt x="1946803" y="180119"/>
                </a:cubicBezTo>
                <a:cubicBezTo>
                  <a:pt x="2000559" y="180119"/>
                  <a:pt x="2030529" y="229833"/>
                  <a:pt x="2030529" y="321634"/>
                </a:cubicBezTo>
                <a:cubicBezTo>
                  <a:pt x="2030529" y="414189"/>
                  <a:pt x="2000464" y="463149"/>
                  <a:pt x="1946803" y="463149"/>
                </a:cubicBezTo>
                <a:moveTo>
                  <a:pt x="1946803" y="142174"/>
                </a:moveTo>
                <a:cubicBezTo>
                  <a:pt x="1837294" y="142174"/>
                  <a:pt x="1776594" y="222959"/>
                  <a:pt x="1776594" y="321634"/>
                </a:cubicBezTo>
                <a:cubicBezTo>
                  <a:pt x="1776594" y="420309"/>
                  <a:pt x="1837294" y="501094"/>
                  <a:pt x="1946803" y="501094"/>
                </a:cubicBezTo>
                <a:cubicBezTo>
                  <a:pt x="2056312" y="501094"/>
                  <a:pt x="2117013" y="420309"/>
                  <a:pt x="2117013" y="321634"/>
                </a:cubicBezTo>
                <a:cubicBezTo>
                  <a:pt x="2117013" y="222959"/>
                  <a:pt x="2056312" y="142174"/>
                  <a:pt x="1946803" y="142174"/>
                </a:cubicBezTo>
                <a:moveTo>
                  <a:pt x="2348590" y="142174"/>
                </a:moveTo>
                <a:cubicBezTo>
                  <a:pt x="2296927" y="142174"/>
                  <a:pt x="2268385" y="164301"/>
                  <a:pt x="2252306" y="192547"/>
                </a:cubicBezTo>
                <a:lnTo>
                  <a:pt x="2248119" y="192547"/>
                </a:lnTo>
                <a:lnTo>
                  <a:pt x="2248119" y="149048"/>
                </a:lnTo>
                <a:lnTo>
                  <a:pt x="2165821" y="149048"/>
                </a:lnTo>
                <a:lnTo>
                  <a:pt x="2165821" y="494221"/>
                </a:lnTo>
                <a:lnTo>
                  <a:pt x="2248119" y="494221"/>
                </a:lnTo>
                <a:lnTo>
                  <a:pt x="2248119" y="271261"/>
                </a:lnTo>
                <a:cubicBezTo>
                  <a:pt x="2248119" y="220229"/>
                  <a:pt x="2274664" y="190476"/>
                  <a:pt x="2317193" y="190476"/>
                </a:cubicBezTo>
                <a:cubicBezTo>
                  <a:pt x="2358389" y="190476"/>
                  <a:pt x="2376466" y="217404"/>
                  <a:pt x="2376466" y="258173"/>
                </a:cubicBezTo>
                <a:lnTo>
                  <a:pt x="2376466" y="494221"/>
                </a:lnTo>
                <a:lnTo>
                  <a:pt x="2458764" y="494221"/>
                </a:lnTo>
                <a:lnTo>
                  <a:pt x="2458764" y="257420"/>
                </a:lnTo>
                <a:cubicBezTo>
                  <a:pt x="2458764" y="186333"/>
                  <a:pt x="2421088" y="142174"/>
                  <a:pt x="2348590" y="142174"/>
                </a:cubicBezTo>
                <a:moveTo>
                  <a:pt x="3571359" y="463149"/>
                </a:moveTo>
                <a:cubicBezTo>
                  <a:pt x="3517604" y="463149"/>
                  <a:pt x="3487634" y="412776"/>
                  <a:pt x="3487634" y="321634"/>
                </a:cubicBezTo>
                <a:cubicBezTo>
                  <a:pt x="3487634" y="229080"/>
                  <a:pt x="3517604" y="180119"/>
                  <a:pt x="3571359" y="180119"/>
                </a:cubicBezTo>
                <a:cubicBezTo>
                  <a:pt x="3625115" y="180119"/>
                  <a:pt x="3655085" y="229833"/>
                  <a:pt x="3655085" y="321634"/>
                </a:cubicBezTo>
                <a:cubicBezTo>
                  <a:pt x="3655085" y="414189"/>
                  <a:pt x="3625020" y="463149"/>
                  <a:pt x="3571359" y="463149"/>
                </a:cubicBezTo>
                <a:moveTo>
                  <a:pt x="3571359" y="142174"/>
                </a:moveTo>
                <a:cubicBezTo>
                  <a:pt x="3461850" y="142174"/>
                  <a:pt x="3401150" y="222959"/>
                  <a:pt x="3401150" y="321634"/>
                </a:cubicBezTo>
                <a:cubicBezTo>
                  <a:pt x="3401150" y="420309"/>
                  <a:pt x="3461850" y="501094"/>
                  <a:pt x="3571359" y="501094"/>
                </a:cubicBezTo>
                <a:cubicBezTo>
                  <a:pt x="3680868" y="501094"/>
                  <a:pt x="3741569" y="420309"/>
                  <a:pt x="3741569" y="321634"/>
                </a:cubicBezTo>
                <a:cubicBezTo>
                  <a:pt x="3741569" y="222959"/>
                  <a:pt x="3680868" y="142174"/>
                  <a:pt x="3571359" y="142174"/>
                </a:cubicBezTo>
                <a:moveTo>
                  <a:pt x="4332308" y="142174"/>
                </a:moveTo>
                <a:cubicBezTo>
                  <a:pt x="4280646" y="142174"/>
                  <a:pt x="4252103" y="164301"/>
                  <a:pt x="4236024" y="192547"/>
                </a:cubicBezTo>
                <a:lnTo>
                  <a:pt x="4231838" y="192547"/>
                </a:lnTo>
                <a:lnTo>
                  <a:pt x="4231838" y="149048"/>
                </a:lnTo>
                <a:lnTo>
                  <a:pt x="4149539" y="149048"/>
                </a:lnTo>
                <a:lnTo>
                  <a:pt x="4149539" y="494221"/>
                </a:lnTo>
                <a:lnTo>
                  <a:pt x="4231838" y="494221"/>
                </a:lnTo>
                <a:lnTo>
                  <a:pt x="4231838" y="271261"/>
                </a:lnTo>
                <a:cubicBezTo>
                  <a:pt x="4231838" y="220229"/>
                  <a:pt x="4258383" y="190476"/>
                  <a:pt x="4300911" y="190476"/>
                </a:cubicBezTo>
                <a:cubicBezTo>
                  <a:pt x="4342108" y="190476"/>
                  <a:pt x="4360185" y="217404"/>
                  <a:pt x="4360185" y="258173"/>
                </a:cubicBezTo>
                <a:lnTo>
                  <a:pt x="4360185" y="494221"/>
                </a:lnTo>
                <a:lnTo>
                  <a:pt x="4442483" y="494221"/>
                </a:lnTo>
                <a:lnTo>
                  <a:pt x="4442483" y="257420"/>
                </a:lnTo>
                <a:cubicBezTo>
                  <a:pt x="4442578" y="186333"/>
                  <a:pt x="4404902" y="142174"/>
                  <a:pt x="4332308" y="142174"/>
                </a:cubicBezTo>
                <a:moveTo>
                  <a:pt x="4629533" y="142174"/>
                </a:moveTo>
                <a:cubicBezTo>
                  <a:pt x="4553514" y="142174"/>
                  <a:pt x="4496334" y="173905"/>
                  <a:pt x="4496334" y="241602"/>
                </a:cubicBezTo>
                <a:cubicBezTo>
                  <a:pt x="4496334" y="298943"/>
                  <a:pt x="4536103" y="330014"/>
                  <a:pt x="4580725" y="341030"/>
                </a:cubicBezTo>
                <a:lnTo>
                  <a:pt x="4650464" y="358260"/>
                </a:lnTo>
                <a:cubicBezTo>
                  <a:pt x="4687475" y="367205"/>
                  <a:pt x="4704220" y="380387"/>
                  <a:pt x="4704220" y="409387"/>
                </a:cubicBezTo>
                <a:cubicBezTo>
                  <a:pt x="4704220" y="444601"/>
                  <a:pt x="4679102" y="464656"/>
                  <a:pt x="4635146" y="464656"/>
                </a:cubicBezTo>
                <a:cubicBezTo>
                  <a:pt x="4587670" y="464656"/>
                  <a:pt x="4563314" y="441870"/>
                  <a:pt x="4555607" y="384624"/>
                </a:cubicBezTo>
                <a:lnTo>
                  <a:pt x="4481682" y="405338"/>
                </a:lnTo>
                <a:cubicBezTo>
                  <a:pt x="4485868" y="464750"/>
                  <a:pt x="4541716" y="501282"/>
                  <a:pt x="4626108" y="501282"/>
                </a:cubicBezTo>
                <a:cubicBezTo>
                  <a:pt x="4720299" y="501282"/>
                  <a:pt x="4771200" y="457782"/>
                  <a:pt x="4771200" y="388767"/>
                </a:cubicBezTo>
                <a:cubicBezTo>
                  <a:pt x="4771200" y="323894"/>
                  <a:pt x="4725817" y="296965"/>
                  <a:pt x="4678436" y="285196"/>
                </a:cubicBezTo>
                <a:lnTo>
                  <a:pt x="4611456" y="268625"/>
                </a:lnTo>
                <a:cubicBezTo>
                  <a:pt x="4577966" y="260339"/>
                  <a:pt x="4563314" y="245180"/>
                  <a:pt x="4563314" y="223054"/>
                </a:cubicBezTo>
                <a:cubicBezTo>
                  <a:pt x="4563314" y="195466"/>
                  <a:pt x="4587004" y="178895"/>
                  <a:pt x="4622588" y="178895"/>
                </a:cubicBezTo>
                <a:cubicBezTo>
                  <a:pt x="4664450" y="178895"/>
                  <a:pt x="4690234" y="201680"/>
                  <a:pt x="4693754" y="245180"/>
                </a:cubicBezTo>
                <a:lnTo>
                  <a:pt x="4763493" y="224466"/>
                </a:lnTo>
                <a:cubicBezTo>
                  <a:pt x="4755026" y="175976"/>
                  <a:pt x="4706884" y="142174"/>
                  <a:pt x="4629533" y="142174"/>
                </a:cubicBezTo>
                <a:moveTo>
                  <a:pt x="4975471" y="463149"/>
                </a:moveTo>
                <a:cubicBezTo>
                  <a:pt x="4921715" y="463149"/>
                  <a:pt x="4891745" y="412776"/>
                  <a:pt x="4891745" y="321634"/>
                </a:cubicBezTo>
                <a:cubicBezTo>
                  <a:pt x="4891745" y="229080"/>
                  <a:pt x="4921715" y="180119"/>
                  <a:pt x="4975471" y="180119"/>
                </a:cubicBezTo>
                <a:cubicBezTo>
                  <a:pt x="5029226" y="180119"/>
                  <a:pt x="5059196" y="229833"/>
                  <a:pt x="5059196" y="321634"/>
                </a:cubicBezTo>
                <a:cubicBezTo>
                  <a:pt x="5059196" y="414189"/>
                  <a:pt x="5029131" y="463149"/>
                  <a:pt x="4975471" y="463149"/>
                </a:cubicBezTo>
                <a:moveTo>
                  <a:pt x="4975471" y="142174"/>
                </a:moveTo>
                <a:cubicBezTo>
                  <a:pt x="4865962" y="142174"/>
                  <a:pt x="4805261" y="222959"/>
                  <a:pt x="4805261" y="321634"/>
                </a:cubicBezTo>
                <a:cubicBezTo>
                  <a:pt x="4805261" y="420309"/>
                  <a:pt x="4865962" y="501094"/>
                  <a:pt x="4975471" y="501094"/>
                </a:cubicBezTo>
                <a:cubicBezTo>
                  <a:pt x="5084980" y="501094"/>
                  <a:pt x="5145680" y="420309"/>
                  <a:pt x="5145680" y="321634"/>
                </a:cubicBezTo>
                <a:cubicBezTo>
                  <a:pt x="5145680" y="222959"/>
                  <a:pt x="5084980" y="142174"/>
                  <a:pt x="4975471" y="142174"/>
                </a:cubicBezTo>
                <a:moveTo>
                  <a:pt x="5377257" y="142174"/>
                </a:moveTo>
                <a:cubicBezTo>
                  <a:pt x="5325595" y="142174"/>
                  <a:pt x="5297052" y="164301"/>
                  <a:pt x="5280973" y="192547"/>
                </a:cubicBezTo>
                <a:lnTo>
                  <a:pt x="5276787" y="192547"/>
                </a:lnTo>
                <a:lnTo>
                  <a:pt x="5276787" y="149048"/>
                </a:lnTo>
                <a:lnTo>
                  <a:pt x="5194488" y="149048"/>
                </a:lnTo>
                <a:lnTo>
                  <a:pt x="5194488" y="494221"/>
                </a:lnTo>
                <a:lnTo>
                  <a:pt x="5276787" y="494221"/>
                </a:lnTo>
                <a:lnTo>
                  <a:pt x="5276787" y="271261"/>
                </a:lnTo>
                <a:cubicBezTo>
                  <a:pt x="5276787" y="220229"/>
                  <a:pt x="5303331" y="190476"/>
                  <a:pt x="5345860" y="190476"/>
                </a:cubicBezTo>
                <a:cubicBezTo>
                  <a:pt x="5387057" y="190476"/>
                  <a:pt x="5405134" y="217404"/>
                  <a:pt x="5405134" y="258173"/>
                </a:cubicBezTo>
                <a:lnTo>
                  <a:pt x="5405134" y="494221"/>
                </a:lnTo>
                <a:lnTo>
                  <a:pt x="5487432" y="494221"/>
                </a:lnTo>
                <a:lnTo>
                  <a:pt x="5487432" y="257420"/>
                </a:lnTo>
                <a:cubicBezTo>
                  <a:pt x="5487432" y="186333"/>
                  <a:pt x="5449755" y="142174"/>
                  <a:pt x="5377257" y="142174"/>
                </a:cubicBezTo>
                <a:moveTo>
                  <a:pt x="323674" y="11016"/>
                </a:moveTo>
                <a:lnTo>
                  <a:pt x="237190" y="11016"/>
                </a:lnTo>
                <a:lnTo>
                  <a:pt x="237190" y="367864"/>
                </a:lnTo>
                <a:cubicBezTo>
                  <a:pt x="237190" y="425864"/>
                  <a:pt x="214831" y="460325"/>
                  <a:pt x="161837" y="460325"/>
                </a:cubicBezTo>
                <a:cubicBezTo>
                  <a:pt x="109509" y="460325"/>
                  <a:pt x="86484" y="423698"/>
                  <a:pt x="86484" y="360897"/>
                </a:cubicBezTo>
                <a:lnTo>
                  <a:pt x="86484" y="294612"/>
                </a:lnTo>
                <a:lnTo>
                  <a:pt x="0" y="315985"/>
                </a:lnTo>
                <a:lnTo>
                  <a:pt x="0" y="345644"/>
                </a:lnTo>
                <a:cubicBezTo>
                  <a:pt x="0" y="436033"/>
                  <a:pt x="45383" y="505143"/>
                  <a:pt x="161837" y="505143"/>
                </a:cubicBezTo>
                <a:cubicBezTo>
                  <a:pt x="278291" y="505143"/>
                  <a:pt x="323674" y="436127"/>
                  <a:pt x="323674" y="345644"/>
                </a:cubicBezTo>
                <a:lnTo>
                  <a:pt x="323674" y="11016"/>
                </a:lnTo>
                <a:moveTo>
                  <a:pt x="844008" y="11016"/>
                </a:moveTo>
                <a:lnTo>
                  <a:pt x="761710" y="11016"/>
                </a:lnTo>
                <a:lnTo>
                  <a:pt x="761710" y="494221"/>
                </a:lnTo>
                <a:lnTo>
                  <a:pt x="844008" y="494221"/>
                </a:lnTo>
                <a:lnTo>
                  <a:pt x="844008" y="271261"/>
                </a:lnTo>
                <a:cubicBezTo>
                  <a:pt x="844008" y="220229"/>
                  <a:pt x="870553" y="190476"/>
                  <a:pt x="913081" y="190476"/>
                </a:cubicBezTo>
                <a:cubicBezTo>
                  <a:pt x="954278" y="190476"/>
                  <a:pt x="972355" y="217404"/>
                  <a:pt x="972355" y="258173"/>
                </a:cubicBezTo>
                <a:lnTo>
                  <a:pt x="972355" y="494221"/>
                </a:lnTo>
                <a:lnTo>
                  <a:pt x="1054653" y="494221"/>
                </a:lnTo>
                <a:lnTo>
                  <a:pt x="1054653" y="257420"/>
                </a:lnTo>
                <a:cubicBezTo>
                  <a:pt x="1054653" y="186333"/>
                  <a:pt x="1016977" y="142174"/>
                  <a:pt x="944478" y="142174"/>
                </a:cubicBezTo>
                <a:cubicBezTo>
                  <a:pt x="892816" y="142174"/>
                  <a:pt x="864273" y="164301"/>
                  <a:pt x="848194" y="192547"/>
                </a:cubicBezTo>
                <a:lnTo>
                  <a:pt x="844008" y="192547"/>
                </a:lnTo>
                <a:lnTo>
                  <a:pt x="844008" y="11016"/>
                </a:lnTo>
                <a:moveTo>
                  <a:pt x="3352342" y="11016"/>
                </a:moveTo>
                <a:lnTo>
                  <a:pt x="3265857" y="11016"/>
                </a:lnTo>
                <a:lnTo>
                  <a:pt x="3265857" y="367864"/>
                </a:lnTo>
                <a:cubicBezTo>
                  <a:pt x="3265857" y="425864"/>
                  <a:pt x="3243499" y="460325"/>
                  <a:pt x="3190504" y="460325"/>
                </a:cubicBezTo>
                <a:cubicBezTo>
                  <a:pt x="3138176" y="460325"/>
                  <a:pt x="3115152" y="423698"/>
                  <a:pt x="3115152" y="360897"/>
                </a:cubicBezTo>
                <a:lnTo>
                  <a:pt x="3115152" y="294612"/>
                </a:lnTo>
                <a:lnTo>
                  <a:pt x="3028667" y="315985"/>
                </a:lnTo>
                <a:lnTo>
                  <a:pt x="3028667" y="345644"/>
                </a:lnTo>
                <a:cubicBezTo>
                  <a:pt x="3028667" y="436033"/>
                  <a:pt x="3074050" y="505143"/>
                  <a:pt x="3190504" y="505143"/>
                </a:cubicBezTo>
                <a:cubicBezTo>
                  <a:pt x="3306959" y="505143"/>
                  <a:pt x="3352342" y="436127"/>
                  <a:pt x="3352342" y="345644"/>
                </a:cubicBezTo>
                <a:lnTo>
                  <a:pt x="3352342" y="11016"/>
                </a:lnTo>
                <a:moveTo>
                  <a:pt x="3872675" y="11016"/>
                </a:moveTo>
                <a:lnTo>
                  <a:pt x="3790377" y="11016"/>
                </a:lnTo>
                <a:lnTo>
                  <a:pt x="3790377" y="494221"/>
                </a:lnTo>
                <a:lnTo>
                  <a:pt x="3872675" y="494221"/>
                </a:lnTo>
                <a:lnTo>
                  <a:pt x="3872675" y="271261"/>
                </a:lnTo>
                <a:cubicBezTo>
                  <a:pt x="3872675" y="220229"/>
                  <a:pt x="3899220" y="190476"/>
                  <a:pt x="3941749" y="190476"/>
                </a:cubicBezTo>
                <a:cubicBezTo>
                  <a:pt x="3982945" y="190476"/>
                  <a:pt x="4001022" y="217404"/>
                  <a:pt x="4001022" y="258173"/>
                </a:cubicBezTo>
                <a:lnTo>
                  <a:pt x="4001022" y="494221"/>
                </a:lnTo>
                <a:lnTo>
                  <a:pt x="4083320" y="494221"/>
                </a:lnTo>
                <a:lnTo>
                  <a:pt x="4083320" y="257420"/>
                </a:lnTo>
                <a:cubicBezTo>
                  <a:pt x="4083320" y="186333"/>
                  <a:pt x="4045644" y="142174"/>
                  <a:pt x="3973146" y="142174"/>
                </a:cubicBezTo>
                <a:cubicBezTo>
                  <a:pt x="3921483" y="142174"/>
                  <a:pt x="3892941" y="164301"/>
                  <a:pt x="3876861" y="192547"/>
                </a:cubicBezTo>
                <a:lnTo>
                  <a:pt x="3872675" y="192547"/>
                </a:lnTo>
                <a:lnTo>
                  <a:pt x="3872675" y="11016"/>
                </a:lnTo>
                <a:moveTo>
                  <a:pt x="2730110" y="454864"/>
                </a:moveTo>
                <a:cubicBezTo>
                  <a:pt x="2663130" y="454864"/>
                  <a:pt x="2622029" y="401007"/>
                  <a:pt x="2622029" y="343761"/>
                </a:cubicBezTo>
                <a:cubicBezTo>
                  <a:pt x="2622029" y="307887"/>
                  <a:pt x="2638108" y="274745"/>
                  <a:pt x="2664557" y="256102"/>
                </a:cubicBezTo>
                <a:lnTo>
                  <a:pt x="2822208" y="426617"/>
                </a:lnTo>
                <a:cubicBezTo>
                  <a:pt x="2792904" y="443848"/>
                  <a:pt x="2760080" y="454864"/>
                  <a:pt x="2730110" y="454864"/>
                </a:cubicBezTo>
                <a:moveTo>
                  <a:pt x="2883575" y="369936"/>
                </a:moveTo>
                <a:lnTo>
                  <a:pt x="2746856" y="220794"/>
                </a:lnTo>
                <a:cubicBezTo>
                  <a:pt x="2771307" y="211096"/>
                  <a:pt x="2794998" y="207706"/>
                  <a:pt x="2814502" y="207706"/>
                </a:cubicBezTo>
                <a:cubicBezTo>
                  <a:pt x="2871016" y="207706"/>
                  <a:pt x="2905838" y="240190"/>
                  <a:pt x="2905838" y="296118"/>
                </a:cubicBezTo>
                <a:cubicBezTo>
                  <a:pt x="2905934" y="320975"/>
                  <a:pt x="2898893" y="346491"/>
                  <a:pt x="2883575" y="369936"/>
                </a:cubicBezTo>
                <a:moveTo>
                  <a:pt x="2728017" y="200833"/>
                </a:moveTo>
                <a:lnTo>
                  <a:pt x="2698047" y="167690"/>
                </a:lnTo>
                <a:cubicBezTo>
                  <a:pt x="2671503" y="138691"/>
                  <a:pt x="2663891" y="120707"/>
                  <a:pt x="2663891" y="99334"/>
                </a:cubicBezTo>
                <a:cubicBezTo>
                  <a:pt x="2663891" y="59318"/>
                  <a:pt x="2689675" y="36532"/>
                  <a:pt x="2730110" y="36532"/>
                </a:cubicBezTo>
                <a:cubicBezTo>
                  <a:pt x="2771307" y="36532"/>
                  <a:pt x="2795664" y="59977"/>
                  <a:pt x="2795664" y="102817"/>
                </a:cubicBezTo>
                <a:cubicBezTo>
                  <a:pt x="2795664" y="142174"/>
                  <a:pt x="2776159" y="179460"/>
                  <a:pt x="2728017" y="200833"/>
                </a:cubicBezTo>
                <a:moveTo>
                  <a:pt x="2732204" y="0"/>
                </a:moveTo>
                <a:cubicBezTo>
                  <a:pt x="2635920" y="0"/>
                  <a:pt x="2588539" y="53198"/>
                  <a:pt x="2588539" y="119389"/>
                </a:cubicBezTo>
                <a:cubicBezTo>
                  <a:pt x="2588539" y="155262"/>
                  <a:pt x="2603857" y="191229"/>
                  <a:pt x="2644387" y="234635"/>
                </a:cubicBezTo>
                <a:lnTo>
                  <a:pt x="2645053" y="236047"/>
                </a:lnTo>
                <a:cubicBezTo>
                  <a:pt x="2576741" y="268531"/>
                  <a:pt x="2545344" y="320975"/>
                  <a:pt x="2545344" y="374832"/>
                </a:cubicBezTo>
                <a:cubicBezTo>
                  <a:pt x="2545344" y="445919"/>
                  <a:pt x="2600432" y="505331"/>
                  <a:pt x="2685584" y="505331"/>
                </a:cubicBezTo>
                <a:cubicBezTo>
                  <a:pt x="2734392" y="505331"/>
                  <a:pt x="2791573" y="485276"/>
                  <a:pt x="2843235" y="449403"/>
                </a:cubicBezTo>
                <a:lnTo>
                  <a:pt x="2885097" y="494315"/>
                </a:lnTo>
                <a:lnTo>
                  <a:pt x="2994606" y="494315"/>
                </a:lnTo>
                <a:lnTo>
                  <a:pt x="2994606" y="490831"/>
                </a:lnTo>
                <a:lnTo>
                  <a:pt x="2905363" y="393474"/>
                </a:lnTo>
                <a:cubicBezTo>
                  <a:pt x="2943039" y="349316"/>
                  <a:pt x="2964637" y="301014"/>
                  <a:pt x="2964637" y="258833"/>
                </a:cubicBezTo>
                <a:cubicBezTo>
                  <a:pt x="2964637" y="206388"/>
                  <a:pt x="2929053" y="171174"/>
                  <a:pt x="2873300" y="171174"/>
                </a:cubicBezTo>
                <a:cubicBezTo>
                  <a:pt x="2843996" y="171174"/>
                  <a:pt x="2811172" y="179460"/>
                  <a:pt x="2789574" y="187745"/>
                </a:cubicBezTo>
                <a:lnTo>
                  <a:pt x="2788147" y="185015"/>
                </a:lnTo>
                <a:cubicBezTo>
                  <a:pt x="2841142" y="156674"/>
                  <a:pt x="2863500" y="130499"/>
                  <a:pt x="2863500" y="93873"/>
                </a:cubicBezTo>
                <a:cubicBezTo>
                  <a:pt x="2863310" y="41428"/>
                  <a:pt x="2815929" y="0"/>
                  <a:pt x="2732204" y="0"/>
                </a:cubicBezTo>
              </a:path>
            </a:pathLst>
          </a:custGeom>
          <a:solidFill>
            <a:schemeClr val="accent1"/>
          </a:solidFill>
          <a:ln w="9509" cap="flat">
            <a:noFill/>
            <a:prstDash val="solid"/>
            <a:miter/>
          </a:ln>
        </p:spPr>
        <p:txBody>
          <a:bodyPr rtlCol="0" anchor="ctr"/>
          <a:lstStyle/>
          <a:p>
            <a:endParaRPr lang="en-GB"/>
          </a:p>
        </p:txBody>
      </p:sp>
      <p:sp>
        <p:nvSpPr>
          <p:cNvPr id="3" name="Footer Placeholder 4">
            <a:extLst>
              <a:ext uri="{FF2B5EF4-FFF2-40B4-BE49-F238E27FC236}">
                <a16:creationId xmlns:a16="http://schemas.microsoft.com/office/drawing/2014/main" id="{679AA450-74CC-6E04-66DE-F7E1FFED142B}"/>
              </a:ext>
            </a:extLst>
          </p:cNvPr>
          <p:cNvSpPr>
            <a:spLocks noGrp="1"/>
          </p:cNvSpPr>
          <p:nvPr>
            <p:ph type="ftr" sz="quarter" idx="3"/>
          </p:nvPr>
        </p:nvSpPr>
        <p:spPr>
          <a:xfrm>
            <a:off x="288259" y="5868000"/>
            <a:ext cx="1161051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a:t>Slide legal disclaimer goes here if required
Slide footer goes here if required. Turn off globally using the Header/Footer function (under the Insert menu).</a:t>
            </a:r>
            <a:endParaRPr lang="en-US" dirty="0"/>
          </a:p>
        </p:txBody>
      </p:sp>
      <p:pic>
        <p:nvPicPr>
          <p:cNvPr id="5" name="Graphic 4">
            <a:extLst>
              <a:ext uri="{FF2B5EF4-FFF2-40B4-BE49-F238E27FC236}">
                <a16:creationId xmlns:a16="http://schemas.microsoft.com/office/drawing/2014/main" id="{9ABCDE75-A24F-32EE-F89B-F5AA42F6C4E6}"/>
              </a:ext>
            </a:extLst>
          </p:cNvPr>
          <p:cNvPicPr>
            <a:picLocks noChangeAspect="1"/>
          </p:cNvPicPr>
          <p:nvPr userDrawn="1"/>
        </p:nvPicPr>
        <p:blipFill>
          <a:blip>
            <a:lum/>
            <a:extLst>
              <a:ext uri="{96DAC541-7B7A-43D3-8B79-37D633B846F1}">
                <asvg:svgBlip xmlns:asvg="http://schemas.microsoft.com/office/drawing/2016/SVG/main" r:embed="rId2"/>
              </a:ext>
            </a:extLst>
          </a:blip>
          <a:stretch>
            <a:fillRect/>
          </a:stretch>
        </p:blipFill>
        <p:spPr>
          <a:xfrm>
            <a:off x="10900476" y="6347868"/>
            <a:ext cx="1017714" cy="246221"/>
          </a:xfrm>
          <a:prstGeom prst="rect">
            <a:avLst/>
          </a:prstGeom>
        </p:spPr>
      </p:pic>
    </p:spTree>
    <p:extLst>
      <p:ext uri="{BB962C8B-B14F-4D97-AF65-F5344CB8AC3E}">
        <p14:creationId xmlns:p14="http://schemas.microsoft.com/office/powerpoint/2010/main" val="3073264398"/>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image" Target="../media/image1.svg"/><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theme" Target="../theme/theme1.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AD3AC25-83CD-60B4-726C-FF80D1E34156}"/>
              </a:ext>
            </a:extLst>
          </p:cNvPr>
          <p:cNvSpPr>
            <a:spLocks noGrp="1"/>
          </p:cNvSpPr>
          <p:nvPr>
            <p:ph type="title"/>
          </p:nvPr>
        </p:nvSpPr>
        <p:spPr>
          <a:xfrm>
            <a:off x="288303" y="262267"/>
            <a:ext cx="9649446" cy="468590"/>
          </a:xfrm>
          <a:prstGeom prst="rect">
            <a:avLst/>
          </a:prstGeom>
        </p:spPr>
        <p:txBody>
          <a:bodyPr vert="horz" wrap="square" lIns="0" tIns="0" rIns="0" bIns="0" rtlCol="0" anchor="t">
            <a:spAutoFit/>
          </a:bodyPr>
          <a:lstStyle/>
          <a:p>
            <a:r>
              <a:rPr lang="en-US"/>
              <a:t>Click to edit Master title style</a:t>
            </a:r>
            <a:endParaRPr lang="en-GB" dirty="0"/>
          </a:p>
        </p:txBody>
      </p:sp>
      <p:sp>
        <p:nvSpPr>
          <p:cNvPr id="3" name="Text Placeholder 2">
            <a:extLst>
              <a:ext uri="{FF2B5EF4-FFF2-40B4-BE49-F238E27FC236}">
                <a16:creationId xmlns:a16="http://schemas.microsoft.com/office/drawing/2014/main" id="{FB6C014F-3AB8-1D05-B6D7-A26746AAF1A0}"/>
              </a:ext>
            </a:extLst>
          </p:cNvPr>
          <p:cNvSpPr>
            <a:spLocks noGrp="1"/>
          </p:cNvSpPr>
          <p:nvPr>
            <p:ph type="body" idx="1"/>
          </p:nvPr>
        </p:nvSpPr>
        <p:spPr>
          <a:xfrm>
            <a:off x="289384" y="1822451"/>
            <a:ext cx="11610516" cy="3943349"/>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Footer Placeholder 4">
            <a:extLst>
              <a:ext uri="{FF2B5EF4-FFF2-40B4-BE49-F238E27FC236}">
                <a16:creationId xmlns:a16="http://schemas.microsoft.com/office/drawing/2014/main" id="{C2DB68EF-BA48-F4BC-BE79-97134696D633}"/>
              </a:ext>
            </a:extLst>
          </p:cNvPr>
          <p:cNvSpPr>
            <a:spLocks noGrp="1"/>
          </p:cNvSpPr>
          <p:nvPr>
            <p:ph type="ftr" sz="quarter" idx="3"/>
          </p:nvPr>
        </p:nvSpPr>
        <p:spPr>
          <a:xfrm>
            <a:off x="288259" y="5868000"/>
            <a:ext cx="1161051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b="0" i="0" dirty="0">
                <a:effectLst/>
              </a:rPr>
              <a:t>Slide legal disclaimer goes here if required
Slide footer goes here if required. Turn off globally using the Header/Footer function (under the Insert menu).</a:t>
            </a:r>
          </a:p>
        </p:txBody>
      </p:sp>
      <p:sp>
        <p:nvSpPr>
          <p:cNvPr id="6" name="Slide Number Placeholder 5">
            <a:extLst>
              <a:ext uri="{FF2B5EF4-FFF2-40B4-BE49-F238E27FC236}">
                <a16:creationId xmlns:a16="http://schemas.microsoft.com/office/drawing/2014/main" id="{150AF38A-4788-8D76-5A2D-056814C2D2C7}"/>
              </a:ext>
            </a:extLst>
          </p:cNvPr>
          <p:cNvSpPr>
            <a:spLocks noGrp="1"/>
          </p:cNvSpPr>
          <p:nvPr>
            <p:ph type="sldNum" sz="quarter" idx="4"/>
          </p:nvPr>
        </p:nvSpPr>
        <p:spPr>
          <a:xfrm>
            <a:off x="11581942" y="6433878"/>
            <a:ext cx="320674" cy="153463"/>
          </a:xfrm>
          <a:prstGeom prst="rect">
            <a:avLst/>
          </a:prstGeom>
        </p:spPr>
        <p:txBody>
          <a:bodyPr vert="horz" lIns="0" tIns="0" rIns="0" bIns="0" rtlCol="0" anchor="ctr"/>
          <a:lstStyle>
            <a:lvl1pPr algn="r">
              <a:lnSpc>
                <a:spcPct val="110000"/>
              </a:lnSpc>
              <a:spcBef>
                <a:spcPts val="600"/>
              </a:spcBef>
              <a:spcAft>
                <a:spcPts val="600"/>
              </a:spcAft>
              <a:defRPr sz="900" b="0" i="0">
                <a:solidFill>
                  <a:schemeClr val="tx1"/>
                </a:solidFill>
                <a:latin typeface="+mn-lt"/>
              </a:defRPr>
            </a:lvl1pPr>
          </a:lstStyle>
          <a:p>
            <a:fld id="{AEC8D767-5246-2244-A4A3-B8AFB218393C}" type="slidenum">
              <a:rPr lang="en-GB" smtClean="0"/>
              <a:pPr/>
              <a:t>‹#›</a:t>
            </a:fld>
            <a:endParaRPr lang="en-GB" dirty="0"/>
          </a:p>
        </p:txBody>
      </p:sp>
      <p:sp>
        <p:nvSpPr>
          <p:cNvPr id="7" name="Graphic 8">
            <a:extLst>
              <a:ext uri="{FF2B5EF4-FFF2-40B4-BE49-F238E27FC236}">
                <a16:creationId xmlns:a16="http://schemas.microsoft.com/office/drawing/2014/main" id="{71D9F931-ED36-50EC-E2EC-55287206CF4F}"/>
              </a:ext>
            </a:extLst>
          </p:cNvPr>
          <p:cNvSpPr>
            <a:spLocks noChangeAspect="1"/>
          </p:cNvSpPr>
          <p:nvPr userDrawn="1"/>
        </p:nvSpPr>
        <p:spPr>
          <a:xfrm>
            <a:off x="287338" y="6416675"/>
            <a:ext cx="352800" cy="149403"/>
          </a:xfrm>
          <a:custGeom>
            <a:avLst/>
            <a:gdLst>
              <a:gd name="connsiteX0" fmla="*/ 5699846 w 6586631"/>
              <a:gd name="connsiteY0" fmla="*/ 2789294 h 2789293"/>
              <a:gd name="connsiteX1" fmla="*/ 6586632 w 6586631"/>
              <a:gd name="connsiteY1" fmla="*/ 1909153 h 2789293"/>
              <a:gd name="connsiteX2" fmla="*/ 6586632 w 6586631"/>
              <a:gd name="connsiteY2" fmla="*/ 60980 h 2789293"/>
              <a:gd name="connsiteX3" fmla="*/ 6112656 w 6586631"/>
              <a:gd name="connsiteY3" fmla="*/ 60980 h 2789293"/>
              <a:gd name="connsiteX4" fmla="*/ 6112656 w 6586631"/>
              <a:gd name="connsiteY4" fmla="*/ 2031114 h 2789293"/>
              <a:gd name="connsiteX5" fmla="*/ 5699846 w 6586631"/>
              <a:gd name="connsiteY5" fmla="*/ 2541669 h 2789293"/>
              <a:gd name="connsiteX6" fmla="*/ 5287036 w 6586631"/>
              <a:gd name="connsiteY6" fmla="*/ 1992847 h 2789293"/>
              <a:gd name="connsiteX7" fmla="*/ 5287036 w 6586631"/>
              <a:gd name="connsiteY7" fmla="*/ 1627212 h 2789293"/>
              <a:gd name="connsiteX8" fmla="*/ 4813060 w 6586631"/>
              <a:gd name="connsiteY8" fmla="*/ 1745222 h 2789293"/>
              <a:gd name="connsiteX9" fmla="*/ 4813060 w 6586631"/>
              <a:gd name="connsiteY9" fmla="*/ 1909153 h 2789293"/>
              <a:gd name="connsiteX10" fmla="*/ 5699846 w 6586631"/>
              <a:gd name="connsiteY10" fmla="*/ 2789294 h 2789293"/>
              <a:gd name="connsiteX11" fmla="*/ 3177175 w 6586631"/>
              <a:gd name="connsiteY11" fmla="*/ 2511056 h 2789293"/>
              <a:gd name="connsiteX12" fmla="*/ 2584828 w 6586631"/>
              <a:gd name="connsiteY12" fmla="*/ 1897549 h 2789293"/>
              <a:gd name="connsiteX13" fmla="*/ 2817854 w 6586631"/>
              <a:gd name="connsiteY13" fmla="*/ 1413657 h 2789293"/>
              <a:gd name="connsiteX14" fmla="*/ 3681610 w 6586631"/>
              <a:gd name="connsiteY14" fmla="*/ 2354778 h 2789293"/>
              <a:gd name="connsiteX15" fmla="*/ 3177175 w 6586631"/>
              <a:gd name="connsiteY15" fmla="*/ 2511056 h 2789293"/>
              <a:gd name="connsiteX16" fmla="*/ 3639512 w 6586631"/>
              <a:gd name="connsiteY16" fmla="*/ 1147022 h 2789293"/>
              <a:gd name="connsiteX17" fmla="*/ 4140232 w 6586631"/>
              <a:gd name="connsiteY17" fmla="*/ 1634865 h 2789293"/>
              <a:gd name="connsiteX18" fmla="*/ 4017900 w 6586631"/>
              <a:gd name="connsiteY18" fmla="*/ 2042717 h 2789293"/>
              <a:gd name="connsiteX19" fmla="*/ 3268800 w 6586631"/>
              <a:gd name="connsiteY19" fmla="*/ 1219359 h 2789293"/>
              <a:gd name="connsiteX20" fmla="*/ 3639512 w 6586631"/>
              <a:gd name="connsiteY20" fmla="*/ 1147022 h 2789293"/>
              <a:gd name="connsiteX21" fmla="*/ 3177175 w 6586631"/>
              <a:gd name="connsiteY21" fmla="*/ 201951 h 2789293"/>
              <a:gd name="connsiteX22" fmla="*/ 3536495 w 6586631"/>
              <a:gd name="connsiteY22" fmla="*/ 567833 h 2789293"/>
              <a:gd name="connsiteX23" fmla="*/ 3165783 w 6586631"/>
              <a:gd name="connsiteY23" fmla="*/ 1109002 h 2789293"/>
              <a:gd name="connsiteX24" fmla="*/ 3001353 w 6586631"/>
              <a:gd name="connsiteY24" fmla="*/ 926061 h 2789293"/>
              <a:gd name="connsiteX25" fmla="*/ 2814140 w 6586631"/>
              <a:gd name="connsiteY25" fmla="*/ 548823 h 2789293"/>
              <a:gd name="connsiteX26" fmla="*/ 3177175 w 6586631"/>
              <a:gd name="connsiteY26" fmla="*/ 201951 h 2789293"/>
              <a:gd name="connsiteX27" fmla="*/ 4136518 w 6586631"/>
              <a:gd name="connsiteY27" fmla="*/ 2172084 h 2789293"/>
              <a:gd name="connsiteX28" fmla="*/ 4461417 w 6586631"/>
              <a:gd name="connsiteY28" fmla="*/ 1428964 h 2789293"/>
              <a:gd name="connsiteX29" fmla="*/ 3960696 w 6586631"/>
              <a:gd name="connsiteY29" fmla="*/ 945071 h 2789293"/>
              <a:gd name="connsiteX30" fmla="*/ 3502073 w 6586631"/>
              <a:gd name="connsiteY30" fmla="*/ 1036418 h 2789293"/>
              <a:gd name="connsiteX31" fmla="*/ 3494397 w 6586631"/>
              <a:gd name="connsiteY31" fmla="*/ 1021112 h 2789293"/>
              <a:gd name="connsiteX32" fmla="*/ 3907206 w 6586631"/>
              <a:gd name="connsiteY32" fmla="*/ 518209 h 2789293"/>
              <a:gd name="connsiteX33" fmla="*/ 3188566 w 6586631"/>
              <a:gd name="connsiteY33" fmla="*/ 0 h 2789293"/>
              <a:gd name="connsiteX34" fmla="*/ 2401082 w 6586631"/>
              <a:gd name="connsiteY34" fmla="*/ 659180 h 2789293"/>
              <a:gd name="connsiteX35" fmla="*/ 2706913 w 6586631"/>
              <a:gd name="connsiteY35" fmla="*/ 1295646 h 2789293"/>
              <a:gd name="connsiteX36" fmla="*/ 2710628 w 6586631"/>
              <a:gd name="connsiteY36" fmla="*/ 1303300 h 2789293"/>
              <a:gd name="connsiteX37" fmla="*/ 2164094 w 6586631"/>
              <a:gd name="connsiteY37" fmla="*/ 2069134 h 2789293"/>
              <a:gd name="connsiteX38" fmla="*/ 2932262 w 6586631"/>
              <a:gd name="connsiteY38" fmla="*/ 2789294 h 2789293"/>
              <a:gd name="connsiteX39" fmla="*/ 3796018 w 6586631"/>
              <a:gd name="connsiteY39" fmla="*/ 2480689 h 2789293"/>
              <a:gd name="connsiteX40" fmla="*/ 4025329 w 6586631"/>
              <a:gd name="connsiteY40" fmla="*/ 2728314 h 2789293"/>
              <a:gd name="connsiteX41" fmla="*/ 4625352 w 6586631"/>
              <a:gd name="connsiteY41" fmla="*/ 2728314 h 2789293"/>
              <a:gd name="connsiteX42" fmla="*/ 4625352 w 6586631"/>
              <a:gd name="connsiteY42" fmla="*/ 2709303 h 2789293"/>
              <a:gd name="connsiteX43" fmla="*/ 4136518 w 6586631"/>
              <a:gd name="connsiteY43" fmla="*/ 2172084 h 2789293"/>
              <a:gd name="connsiteX44" fmla="*/ 886786 w 6586631"/>
              <a:gd name="connsiteY44" fmla="*/ 2789294 h 2789293"/>
              <a:gd name="connsiteX45" fmla="*/ 1773572 w 6586631"/>
              <a:gd name="connsiteY45" fmla="*/ 1909153 h 2789293"/>
              <a:gd name="connsiteX46" fmla="*/ 1773572 w 6586631"/>
              <a:gd name="connsiteY46" fmla="*/ 60980 h 2789293"/>
              <a:gd name="connsiteX47" fmla="*/ 1299596 w 6586631"/>
              <a:gd name="connsiteY47" fmla="*/ 60980 h 2789293"/>
              <a:gd name="connsiteX48" fmla="*/ 1299596 w 6586631"/>
              <a:gd name="connsiteY48" fmla="*/ 2031114 h 2789293"/>
              <a:gd name="connsiteX49" fmla="*/ 886786 w 6586631"/>
              <a:gd name="connsiteY49" fmla="*/ 2541669 h 2789293"/>
              <a:gd name="connsiteX50" fmla="*/ 473976 w 6586631"/>
              <a:gd name="connsiteY50" fmla="*/ 1992847 h 2789293"/>
              <a:gd name="connsiteX51" fmla="*/ 473976 w 6586631"/>
              <a:gd name="connsiteY51" fmla="*/ 1627212 h 2789293"/>
              <a:gd name="connsiteX52" fmla="*/ 0 w 6586631"/>
              <a:gd name="connsiteY52" fmla="*/ 1745222 h 2789293"/>
              <a:gd name="connsiteX53" fmla="*/ 0 w 6586631"/>
              <a:gd name="connsiteY53" fmla="*/ 1909153 h 2789293"/>
              <a:gd name="connsiteX54" fmla="*/ 886786 w 6586631"/>
              <a:gd name="connsiteY54" fmla="*/ 2789294 h 27892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6586631" h="2789293">
                <a:moveTo>
                  <a:pt x="5699846" y="2789294"/>
                </a:moveTo>
                <a:cubicBezTo>
                  <a:pt x="6338253" y="2789294"/>
                  <a:pt x="6586632" y="2408105"/>
                  <a:pt x="6586632" y="1909153"/>
                </a:cubicBezTo>
                <a:lnTo>
                  <a:pt x="6586632" y="60980"/>
                </a:lnTo>
                <a:lnTo>
                  <a:pt x="6112656" y="60980"/>
                </a:lnTo>
                <a:lnTo>
                  <a:pt x="6112656" y="2031114"/>
                </a:lnTo>
                <a:cubicBezTo>
                  <a:pt x="6112656" y="2351075"/>
                  <a:pt x="5990324" y="2541669"/>
                  <a:pt x="5699846" y="2541669"/>
                </a:cubicBezTo>
                <a:cubicBezTo>
                  <a:pt x="5413083" y="2541669"/>
                  <a:pt x="5287036" y="2339718"/>
                  <a:pt x="5287036" y="1992847"/>
                </a:cubicBezTo>
                <a:lnTo>
                  <a:pt x="5287036" y="1627212"/>
                </a:lnTo>
                <a:lnTo>
                  <a:pt x="4813060" y="1745222"/>
                </a:lnTo>
                <a:lnTo>
                  <a:pt x="4813060" y="1909153"/>
                </a:lnTo>
                <a:cubicBezTo>
                  <a:pt x="4813060" y="2408352"/>
                  <a:pt x="5061440" y="2789294"/>
                  <a:pt x="5699846" y="2789294"/>
                </a:cubicBezTo>
                <a:moveTo>
                  <a:pt x="3177175" y="2511056"/>
                </a:moveTo>
                <a:cubicBezTo>
                  <a:pt x="2810177" y="2511056"/>
                  <a:pt x="2584828" y="2213808"/>
                  <a:pt x="2584828" y="1897549"/>
                </a:cubicBezTo>
                <a:cubicBezTo>
                  <a:pt x="2584828" y="1699302"/>
                  <a:pt x="2672739" y="1516361"/>
                  <a:pt x="2817854" y="1413657"/>
                </a:cubicBezTo>
                <a:lnTo>
                  <a:pt x="3681610" y="2354778"/>
                </a:lnTo>
                <a:cubicBezTo>
                  <a:pt x="3521141" y="2450075"/>
                  <a:pt x="3341358" y="2511056"/>
                  <a:pt x="3177175" y="2511056"/>
                </a:cubicBezTo>
                <a:moveTo>
                  <a:pt x="3639512" y="1147022"/>
                </a:moveTo>
                <a:cubicBezTo>
                  <a:pt x="3949057" y="1147022"/>
                  <a:pt x="4140232" y="1326013"/>
                  <a:pt x="4140232" y="1634865"/>
                </a:cubicBezTo>
                <a:cubicBezTo>
                  <a:pt x="4140232" y="1772132"/>
                  <a:pt x="4102096" y="1913103"/>
                  <a:pt x="4017900" y="2042717"/>
                </a:cubicBezTo>
                <a:lnTo>
                  <a:pt x="3268800" y="1219359"/>
                </a:lnTo>
                <a:cubicBezTo>
                  <a:pt x="3402524" y="1166032"/>
                  <a:pt x="3532533" y="1147022"/>
                  <a:pt x="3639512" y="1147022"/>
                </a:cubicBezTo>
                <a:moveTo>
                  <a:pt x="3177175" y="201951"/>
                </a:moveTo>
                <a:cubicBezTo>
                  <a:pt x="3402771" y="201951"/>
                  <a:pt x="3536495" y="331565"/>
                  <a:pt x="3536495" y="567833"/>
                </a:cubicBezTo>
                <a:cubicBezTo>
                  <a:pt x="3536495" y="785091"/>
                  <a:pt x="3429516" y="990745"/>
                  <a:pt x="3165783" y="1109002"/>
                </a:cubicBezTo>
                <a:lnTo>
                  <a:pt x="3001353" y="926061"/>
                </a:lnTo>
                <a:cubicBezTo>
                  <a:pt x="2855990" y="766081"/>
                  <a:pt x="2814140" y="666833"/>
                  <a:pt x="2814140" y="548823"/>
                </a:cubicBezTo>
                <a:cubicBezTo>
                  <a:pt x="2813892" y="327615"/>
                  <a:pt x="2955292" y="201951"/>
                  <a:pt x="3177175" y="201951"/>
                </a:cubicBezTo>
                <a:moveTo>
                  <a:pt x="4136518" y="2172084"/>
                </a:moveTo>
                <a:cubicBezTo>
                  <a:pt x="4343047" y="1928163"/>
                  <a:pt x="4461417" y="1661528"/>
                  <a:pt x="4461417" y="1428964"/>
                </a:cubicBezTo>
                <a:cubicBezTo>
                  <a:pt x="4461417" y="1139369"/>
                  <a:pt x="4266527" y="945071"/>
                  <a:pt x="3960696" y="945071"/>
                </a:cubicBezTo>
                <a:cubicBezTo>
                  <a:pt x="3800228" y="945071"/>
                  <a:pt x="3620443" y="990745"/>
                  <a:pt x="3502073" y="1036418"/>
                </a:cubicBezTo>
                <a:lnTo>
                  <a:pt x="3494397" y="1021112"/>
                </a:lnTo>
                <a:cubicBezTo>
                  <a:pt x="3784874" y="864834"/>
                  <a:pt x="3907206" y="720160"/>
                  <a:pt x="3907206" y="518209"/>
                </a:cubicBezTo>
                <a:cubicBezTo>
                  <a:pt x="3907206" y="228614"/>
                  <a:pt x="3647188" y="0"/>
                  <a:pt x="3188566" y="0"/>
                </a:cubicBezTo>
                <a:cubicBezTo>
                  <a:pt x="2661100" y="0"/>
                  <a:pt x="2401082" y="293545"/>
                  <a:pt x="2401082" y="659180"/>
                </a:cubicBezTo>
                <a:cubicBezTo>
                  <a:pt x="2401082" y="857428"/>
                  <a:pt x="2485278" y="1055429"/>
                  <a:pt x="2706913" y="1295646"/>
                </a:cubicBezTo>
                <a:lnTo>
                  <a:pt x="2710628" y="1303300"/>
                </a:lnTo>
                <a:cubicBezTo>
                  <a:pt x="2336201" y="1482291"/>
                  <a:pt x="2164094" y="1771886"/>
                  <a:pt x="2164094" y="2069134"/>
                </a:cubicBezTo>
                <a:cubicBezTo>
                  <a:pt x="2164094" y="2461679"/>
                  <a:pt x="2465963" y="2789294"/>
                  <a:pt x="2932262" y="2789294"/>
                </a:cubicBezTo>
                <a:cubicBezTo>
                  <a:pt x="3199710" y="2789294"/>
                  <a:pt x="3513217" y="2678690"/>
                  <a:pt x="3796018" y="2480689"/>
                </a:cubicBezTo>
                <a:lnTo>
                  <a:pt x="4025329" y="2728314"/>
                </a:lnTo>
                <a:lnTo>
                  <a:pt x="4625352" y="2728314"/>
                </a:lnTo>
                <a:lnTo>
                  <a:pt x="4625352" y="2709303"/>
                </a:lnTo>
                <a:lnTo>
                  <a:pt x="4136518" y="2172084"/>
                </a:lnTo>
                <a:close/>
                <a:moveTo>
                  <a:pt x="886786" y="2789294"/>
                </a:moveTo>
                <a:cubicBezTo>
                  <a:pt x="1525192" y="2789294"/>
                  <a:pt x="1773572" y="2408105"/>
                  <a:pt x="1773572" y="1909153"/>
                </a:cubicBezTo>
                <a:lnTo>
                  <a:pt x="1773572" y="60980"/>
                </a:lnTo>
                <a:lnTo>
                  <a:pt x="1299596" y="60980"/>
                </a:lnTo>
                <a:lnTo>
                  <a:pt x="1299596" y="2031114"/>
                </a:lnTo>
                <a:cubicBezTo>
                  <a:pt x="1299596" y="2351075"/>
                  <a:pt x="1177263" y="2541669"/>
                  <a:pt x="886786" y="2541669"/>
                </a:cubicBezTo>
                <a:cubicBezTo>
                  <a:pt x="600023" y="2541669"/>
                  <a:pt x="473976" y="2339718"/>
                  <a:pt x="473976" y="1992847"/>
                </a:cubicBezTo>
                <a:lnTo>
                  <a:pt x="473976" y="1627212"/>
                </a:lnTo>
                <a:lnTo>
                  <a:pt x="0" y="1745222"/>
                </a:lnTo>
                <a:lnTo>
                  <a:pt x="0" y="1909153"/>
                </a:lnTo>
                <a:cubicBezTo>
                  <a:pt x="0" y="2408352"/>
                  <a:pt x="248379" y="2789294"/>
                  <a:pt x="886786" y="2789294"/>
                </a:cubicBezTo>
              </a:path>
            </a:pathLst>
          </a:custGeom>
          <a:solidFill>
            <a:schemeClr val="accent1"/>
          </a:solidFill>
          <a:ln w="24751"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1F8630E4-6781-8452-9C5A-7AE936821587}"/>
              </a:ext>
            </a:extLst>
          </p:cNvPr>
          <p:cNvPicPr>
            <a:picLocks noChangeAspect="1"/>
          </p:cNvPicPr>
          <p:nvPr userDrawn="1"/>
        </p:nvPicPr>
        <p:blipFill>
          <a:blip>
            <a:extLst>
              <a:ext uri="{96DAC541-7B7A-43D3-8B79-37D633B846F1}">
                <asvg:svgBlip xmlns:asvg="http://schemas.microsoft.com/office/drawing/2016/SVG/main" r:embed="rId58"/>
              </a:ext>
            </a:extLst>
          </a:blip>
          <a:stretch>
            <a:fillRect/>
          </a:stretch>
        </p:blipFill>
        <p:spPr>
          <a:xfrm>
            <a:off x="10612438" y="6396841"/>
            <a:ext cx="787400" cy="190500"/>
          </a:xfrm>
          <a:prstGeom prst="rect">
            <a:avLst/>
          </a:prstGeom>
        </p:spPr>
      </p:pic>
    </p:spTree>
    <p:extLst>
      <p:ext uri="{BB962C8B-B14F-4D97-AF65-F5344CB8AC3E}">
        <p14:creationId xmlns:p14="http://schemas.microsoft.com/office/powerpoint/2010/main" val="3543768889"/>
      </p:ext>
    </p:extLst>
  </p:cSld>
  <p:clrMap bg1="lt1" tx1="dk1" bg2="lt2" tx2="dk2" accent1="accent1" accent2="accent2" accent3="accent3" accent4="accent4" accent5="accent5" accent6="accent6" hlink="hlink" folHlink="folHlink"/>
  <p:sldLayoutIdLst>
    <p:sldLayoutId id="2147483680" r:id="rId1"/>
    <p:sldLayoutId id="2147483730" r:id="rId2"/>
    <p:sldLayoutId id="2147483745" r:id="rId3"/>
    <p:sldLayoutId id="2147483746" r:id="rId4"/>
    <p:sldLayoutId id="2147483737" r:id="rId5"/>
    <p:sldLayoutId id="2147483682" r:id="rId6"/>
    <p:sldLayoutId id="2147483747" r:id="rId7"/>
    <p:sldLayoutId id="2147483748" r:id="rId8"/>
    <p:sldLayoutId id="2147483691" r:id="rId9"/>
    <p:sldLayoutId id="2147483742" r:id="rId10"/>
    <p:sldLayoutId id="2147483749" r:id="rId11"/>
    <p:sldLayoutId id="2147483692" r:id="rId12"/>
    <p:sldLayoutId id="2147483693" r:id="rId13"/>
    <p:sldLayoutId id="2147483689" r:id="rId14"/>
    <p:sldLayoutId id="2147483690" r:id="rId15"/>
    <p:sldLayoutId id="2147483750" r:id="rId16"/>
    <p:sldLayoutId id="2147483694" r:id="rId17"/>
    <p:sldLayoutId id="2147483696" r:id="rId18"/>
    <p:sldLayoutId id="2147483728" r:id="rId19"/>
    <p:sldLayoutId id="2147483743" r:id="rId20"/>
    <p:sldLayoutId id="2147483744" r:id="rId21"/>
    <p:sldLayoutId id="2147483732" r:id="rId22"/>
    <p:sldLayoutId id="2147483681" r:id="rId23"/>
    <p:sldLayoutId id="2147483683" r:id="rId24"/>
    <p:sldLayoutId id="2147483699" r:id="rId25"/>
    <p:sldLayoutId id="2147483710" r:id="rId26"/>
    <p:sldLayoutId id="2147483700" r:id="rId27"/>
    <p:sldLayoutId id="2147483711" r:id="rId28"/>
    <p:sldLayoutId id="2147483701" r:id="rId29"/>
    <p:sldLayoutId id="2147483722" r:id="rId30"/>
    <p:sldLayoutId id="2147483723" r:id="rId31"/>
    <p:sldLayoutId id="2147483716" r:id="rId32"/>
    <p:sldLayoutId id="2147483685" r:id="rId33"/>
    <p:sldLayoutId id="2147483686" r:id="rId34"/>
    <p:sldLayoutId id="2147483702" r:id="rId35"/>
    <p:sldLayoutId id="2147483703" r:id="rId36"/>
    <p:sldLayoutId id="2147483704" r:id="rId37"/>
    <p:sldLayoutId id="2147483727" r:id="rId38"/>
    <p:sldLayoutId id="2147483705" r:id="rId39"/>
    <p:sldLayoutId id="2147483706" r:id="rId40"/>
    <p:sldLayoutId id="2147483707" r:id="rId41"/>
    <p:sldLayoutId id="2147483708" r:id="rId42"/>
    <p:sldLayoutId id="2147483709" r:id="rId43"/>
    <p:sldLayoutId id="2147483725" r:id="rId44"/>
    <p:sldLayoutId id="2147483714" r:id="rId45"/>
    <p:sldLayoutId id="2147483715" r:id="rId46"/>
    <p:sldLayoutId id="2147483712" r:id="rId47"/>
    <p:sldLayoutId id="2147483739" r:id="rId48"/>
    <p:sldLayoutId id="2147483740" r:id="rId49"/>
    <p:sldLayoutId id="2147483741" r:id="rId50"/>
    <p:sldLayoutId id="2147483736" r:id="rId51"/>
    <p:sldLayoutId id="2147483688" r:id="rId52"/>
    <p:sldLayoutId id="2147483733" r:id="rId53"/>
    <p:sldLayoutId id="2147483751" r:id="rId54"/>
    <p:sldLayoutId id="2147483726" r:id="rId55"/>
    <p:sldLayoutId id="2147483729" r:id="rId56"/>
  </p:sldLayoutIdLst>
  <p:hf hdr="0" ftr="0" dt="0"/>
  <p:txStyles>
    <p:titleStyle>
      <a:lvl1pPr algn="l" defTabSz="914400" rtl="0" eaLnBrk="1" latinLnBrk="0" hangingPunct="1">
        <a:lnSpc>
          <a:spcPct val="85000"/>
        </a:lnSpc>
        <a:spcBef>
          <a:spcPts val="600"/>
        </a:spcBef>
        <a:spcAft>
          <a:spcPts val="600"/>
        </a:spcAft>
        <a:buNone/>
        <a:defRPr sz="3500" b="0" i="0" kern="1200" spc="0" baseline="0">
          <a:solidFill>
            <a:schemeClr val="accent1"/>
          </a:solidFill>
          <a:latin typeface="+mj-lt"/>
          <a:ea typeface="+mj-ea"/>
          <a:cs typeface="+mj-cs"/>
        </a:defRPr>
      </a:lvl1pPr>
    </p:titleStyle>
    <p:bodyStyle>
      <a:lvl1pPr marL="0" indent="0" algn="l" defTabSz="914400" rtl="0" eaLnBrk="1" latinLnBrk="0" hangingPunct="1">
        <a:lnSpc>
          <a:spcPct val="110000"/>
        </a:lnSpc>
        <a:spcBef>
          <a:spcPts val="600"/>
        </a:spcBef>
        <a:spcAft>
          <a:spcPts val="600"/>
        </a:spcAft>
        <a:buFont typeface="Arial" panose="020B0604020202020204" pitchFamily="34" charset="0"/>
        <a:buNone/>
        <a:tabLst/>
        <a:defRPr sz="1800" b="0" i="0" kern="1200">
          <a:solidFill>
            <a:schemeClr val="tx1"/>
          </a:solidFill>
          <a:latin typeface="+mn-lt"/>
          <a:ea typeface="+mn-ea"/>
          <a:cs typeface="+mn-cs"/>
        </a:defRPr>
      </a:lvl1pPr>
      <a:lvl2pPr marL="285750" indent="-285750" algn="l" defTabSz="914400" rtl="0" eaLnBrk="1" latinLnBrk="0" hangingPunct="1">
        <a:lnSpc>
          <a:spcPct val="110000"/>
        </a:lnSpc>
        <a:spcBef>
          <a:spcPts val="0"/>
        </a:spcBef>
        <a:spcAft>
          <a:spcPts val="600"/>
        </a:spcAft>
        <a:buFont typeface="Arial" panose="020B0604020202020204" pitchFamily="34" charset="0"/>
        <a:buChar char="•"/>
        <a:tabLst/>
        <a:defRPr sz="1800" b="0" i="0" kern="1200">
          <a:solidFill>
            <a:schemeClr val="tx1"/>
          </a:solidFill>
          <a:latin typeface="+mn-lt"/>
          <a:ea typeface="+mn-ea"/>
          <a:cs typeface="+mn-cs"/>
        </a:defRPr>
      </a:lvl2pPr>
      <a:lvl3pPr marL="571500" indent="-285750" algn="l" defTabSz="914400" rtl="0" eaLnBrk="1" latinLnBrk="0" hangingPunct="1">
        <a:lnSpc>
          <a:spcPct val="110000"/>
        </a:lnSpc>
        <a:spcBef>
          <a:spcPts val="0"/>
        </a:spcBef>
        <a:spcAft>
          <a:spcPts val="600"/>
        </a:spcAft>
        <a:buFont typeface="Arial" panose="020B0604020202020204" pitchFamily="34" charset="0"/>
        <a:buChar char="•"/>
        <a:tabLst/>
        <a:defRPr sz="1600" b="0" i="0" kern="1200">
          <a:solidFill>
            <a:schemeClr val="tx1"/>
          </a:solidFill>
          <a:latin typeface="+mn-lt"/>
          <a:ea typeface="+mn-ea"/>
          <a:cs typeface="+mn-cs"/>
        </a:defRPr>
      </a:lvl3pPr>
      <a:lvl4pPr marL="856800" indent="-285750" algn="l" defTabSz="914400" rtl="0" eaLnBrk="1" latinLnBrk="0" hangingPunct="1">
        <a:lnSpc>
          <a:spcPct val="110000"/>
        </a:lnSpc>
        <a:spcBef>
          <a:spcPts val="0"/>
        </a:spcBef>
        <a:spcAft>
          <a:spcPts val="600"/>
        </a:spcAft>
        <a:buFont typeface="Arial" panose="020B0604020202020204" pitchFamily="34" charset="0"/>
        <a:buChar char="•"/>
        <a:tabLst/>
        <a:defRPr sz="1600" b="0" i="0" kern="1200">
          <a:solidFill>
            <a:schemeClr val="tx1"/>
          </a:solidFill>
          <a:latin typeface="+mn-lt"/>
          <a:ea typeface="+mn-ea"/>
          <a:cs typeface="+mn-cs"/>
        </a:defRPr>
      </a:lvl4pPr>
      <a:lvl5pPr marL="0" indent="0" algn="l" defTabSz="914400" rtl="0" eaLnBrk="1" latinLnBrk="0" hangingPunct="1">
        <a:lnSpc>
          <a:spcPct val="110000"/>
        </a:lnSpc>
        <a:spcBef>
          <a:spcPts val="600"/>
        </a:spcBef>
        <a:spcAft>
          <a:spcPts val="600"/>
        </a:spcAft>
        <a:buFont typeface="Arial" panose="020B0604020202020204" pitchFamily="34" charset="0"/>
        <a:buNone/>
        <a:tabLst/>
        <a:defRPr sz="800" b="0" i="0" kern="1200">
          <a:solidFill>
            <a:schemeClr val="tx1"/>
          </a:solidFill>
          <a:latin typeface="+mn-lt"/>
          <a:ea typeface="+mn-ea"/>
          <a:cs typeface="+mn-cs"/>
        </a:defRPr>
      </a:lvl5pPr>
      <a:lvl6pPr marL="0" indent="0" algn="l" defTabSz="914400" rtl="0" eaLnBrk="1" latinLnBrk="0" hangingPunct="1">
        <a:lnSpc>
          <a:spcPct val="90000"/>
        </a:lnSpc>
        <a:spcBef>
          <a:spcPts val="600"/>
        </a:spcBef>
        <a:spcAft>
          <a:spcPts val="600"/>
        </a:spcAft>
        <a:buFont typeface="Arial" panose="020B0604020202020204" pitchFamily="34" charset="0"/>
        <a:buNone/>
        <a:defRPr lang="en-GB" sz="1800" b="0" i="0" kern="1200" dirty="0" smtClean="0">
          <a:solidFill>
            <a:schemeClr val="tx1"/>
          </a:solidFill>
          <a:latin typeface="+mn-lt"/>
          <a:ea typeface="+mn-ea"/>
          <a:cs typeface="+mn-cs"/>
        </a:defRPr>
      </a:lvl6pPr>
      <a:lvl7pPr marL="0" indent="0" algn="l" defTabSz="914400" rtl="0" eaLnBrk="1" latinLnBrk="0" hangingPunct="1">
        <a:lnSpc>
          <a:spcPct val="90000"/>
        </a:lnSpc>
        <a:spcBef>
          <a:spcPts val="600"/>
        </a:spcBef>
        <a:spcAft>
          <a:spcPts val="600"/>
        </a:spcAft>
        <a:buFont typeface="Arial" panose="020B0604020202020204" pitchFamily="34" charset="0"/>
        <a:buNone/>
        <a:defRPr lang="en-GB" sz="1800" b="0" i="0" kern="1200" dirty="0" smtClean="0">
          <a:solidFill>
            <a:schemeClr val="tx1"/>
          </a:solidFill>
          <a:latin typeface="+mn-lt"/>
          <a:ea typeface="+mn-ea"/>
          <a:cs typeface="+mn-cs"/>
        </a:defRPr>
      </a:lvl7pPr>
      <a:lvl8pPr marL="0" indent="0" algn="l" defTabSz="914400" rtl="0" eaLnBrk="1" latinLnBrk="0" hangingPunct="1">
        <a:lnSpc>
          <a:spcPct val="90000"/>
        </a:lnSpc>
        <a:spcBef>
          <a:spcPts val="600"/>
        </a:spcBef>
        <a:spcAft>
          <a:spcPts val="600"/>
        </a:spcAft>
        <a:buFont typeface="Arial" panose="020B0604020202020204" pitchFamily="34" charset="0"/>
        <a:buNone/>
        <a:defRPr lang="en-GB" sz="1800" b="0" i="0" kern="1200" dirty="0">
          <a:solidFill>
            <a:schemeClr val="tx1"/>
          </a:solidFill>
          <a:latin typeface="+mn-lt"/>
          <a:ea typeface="+mn-ea"/>
          <a:cs typeface="+mn-cs"/>
        </a:defRPr>
      </a:lvl8pPr>
      <a:lvl9pPr marL="0" indent="0" algn="l" defTabSz="914400" rtl="0" eaLnBrk="1" latinLnBrk="0" hangingPunct="1">
        <a:lnSpc>
          <a:spcPct val="90000"/>
        </a:lnSpc>
        <a:spcBef>
          <a:spcPts val="600"/>
        </a:spcBef>
        <a:spcAft>
          <a:spcPts val="600"/>
        </a:spcAft>
        <a:buFont typeface="Arial" panose="020B0604020202020204" pitchFamily="34" charset="0"/>
        <a:buNone/>
        <a:defRPr sz="1800" b="0" i="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30.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4.xml"/><Relationship Id="rId1" Type="http://schemas.openxmlformats.org/officeDocument/2006/relationships/slideLayout" Target="../slideLayouts/slideLayout30.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5EC91AC-C302-AEC3-1CD4-A5616037B74F}"/>
              </a:ext>
            </a:extLst>
          </p:cNvPr>
          <p:cNvSpPr>
            <a:spLocks noGrp="1"/>
          </p:cNvSpPr>
          <p:nvPr>
            <p:ph type="ctrTitle"/>
          </p:nvPr>
        </p:nvSpPr>
        <p:spPr>
          <a:xfrm>
            <a:off x="284806" y="262670"/>
            <a:ext cx="8676632" cy="3930563"/>
          </a:xfrm>
        </p:spPr>
        <p:txBody>
          <a:bodyPr>
            <a:normAutofit/>
          </a:bodyPr>
          <a:lstStyle/>
          <a:p>
            <a:r>
              <a:rPr lang="en-US" noProof="0" dirty="0"/>
              <a:t>Supply Chain Issue Compliance Report</a:t>
            </a:r>
          </a:p>
        </p:txBody>
      </p:sp>
      <p:sp>
        <p:nvSpPr>
          <p:cNvPr id="2" name="Text Placeholder 5">
            <a:extLst>
              <a:ext uri="{FF2B5EF4-FFF2-40B4-BE49-F238E27FC236}">
                <a16:creationId xmlns:a16="http://schemas.microsoft.com/office/drawing/2014/main" id="{686BEC38-9E71-C103-1617-B1156CA651E5}"/>
              </a:ext>
            </a:extLst>
          </p:cNvPr>
          <p:cNvSpPr>
            <a:spLocks noGrp="1"/>
          </p:cNvSpPr>
          <p:nvPr>
            <p:ph type="subTitle" idx="1"/>
          </p:nvPr>
        </p:nvSpPr>
        <p:spPr>
          <a:xfrm>
            <a:off x="284806" y="4889500"/>
            <a:ext cx="2795587" cy="865834"/>
          </a:xfrm>
        </p:spPr>
        <p:txBody>
          <a:bodyPr/>
          <a:lstStyle/>
          <a:p>
            <a:r>
              <a:rPr lang="en-US" dirty="0"/>
              <a:t>Supply Chain Risk &amp; FDA Compliance Analysis</a:t>
            </a:r>
            <a:br>
              <a:rPr lang="en-US" dirty="0"/>
            </a:br>
            <a:r>
              <a:rPr lang="en-US" dirty="0"/>
              <a:t>Operations &amp; Quality Stakeholder Review</a:t>
            </a:r>
          </a:p>
          <a:p>
            <a:r>
              <a:rPr lang="en-US" dirty="0"/>
              <a:t>June 24, 2026</a:t>
            </a:r>
            <a:br>
              <a:rPr lang="en-US" dirty="0"/>
            </a:br>
            <a:r>
              <a:rPr lang="en-US" dirty="0"/>
              <a:t>Confidential – Internal Use</a:t>
            </a:r>
          </a:p>
        </p:txBody>
      </p:sp>
    </p:spTree>
    <p:extLst>
      <p:ext uri="{BB962C8B-B14F-4D97-AF65-F5344CB8AC3E}">
        <p14:creationId xmlns:p14="http://schemas.microsoft.com/office/powerpoint/2010/main" val="31793246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636B67-6CCC-26D5-6D5C-D289AFA7C0FF}"/>
              </a:ext>
            </a:extLst>
          </p:cNvPr>
          <p:cNvSpPr>
            <a:spLocks noGrp="1"/>
          </p:cNvSpPr>
          <p:nvPr>
            <p:ph type="title"/>
          </p:nvPr>
        </p:nvSpPr>
        <p:spPr>
          <a:xfrm>
            <a:off x="288303" y="273600"/>
            <a:ext cx="1811959" cy="392415"/>
          </a:xfrm>
        </p:spPr>
        <p:txBody>
          <a:bodyPr/>
          <a:lstStyle/>
          <a:p>
            <a:r>
              <a:rPr lang="en-US" noProof="0" dirty="0"/>
              <a:t>Executive summary</a:t>
            </a:r>
          </a:p>
        </p:txBody>
      </p:sp>
      <p:sp>
        <p:nvSpPr>
          <p:cNvPr id="4" name="Text Placeholder 3">
            <a:extLst>
              <a:ext uri="{FF2B5EF4-FFF2-40B4-BE49-F238E27FC236}">
                <a16:creationId xmlns:a16="http://schemas.microsoft.com/office/drawing/2014/main" id="{4AC755FB-162F-CD77-5F4B-E1DFA4BA81D3}"/>
              </a:ext>
            </a:extLst>
          </p:cNvPr>
          <p:cNvSpPr>
            <a:spLocks noGrp="1"/>
          </p:cNvSpPr>
          <p:nvPr>
            <p:ph type="body" sz="quarter" idx="60"/>
          </p:nvPr>
        </p:nvSpPr>
        <p:spPr>
          <a:xfrm>
            <a:off x="8124824" y="527050"/>
            <a:ext cx="3775075" cy="1498600"/>
          </a:xfrm>
        </p:spPr>
        <p:txBody>
          <a:bodyPr/>
          <a:lstStyle/>
          <a:p>
            <a:r>
              <a:rPr lang="en-US" noProof="0" dirty="0"/>
              <a:t>Average delivery timeline in days across 50 component orders – the benchmark for flagging delayed components.</a:t>
            </a:r>
          </a:p>
          <a:p>
            <a:endParaRPr lang="en-US" noProof="0" dirty="0"/>
          </a:p>
        </p:txBody>
      </p:sp>
      <p:sp>
        <p:nvSpPr>
          <p:cNvPr id="8" name="Text Placeholder 7">
            <a:extLst>
              <a:ext uri="{FF2B5EF4-FFF2-40B4-BE49-F238E27FC236}">
                <a16:creationId xmlns:a16="http://schemas.microsoft.com/office/drawing/2014/main" id="{E6B8806D-8E4E-951E-493F-363485A88CE9}"/>
              </a:ext>
            </a:extLst>
          </p:cNvPr>
          <p:cNvSpPr>
            <a:spLocks noGrp="1"/>
          </p:cNvSpPr>
          <p:nvPr>
            <p:ph type="body" sz="quarter" idx="69"/>
          </p:nvPr>
        </p:nvSpPr>
        <p:spPr>
          <a:xfrm>
            <a:off x="8124824" y="2518410"/>
            <a:ext cx="3775075" cy="1498600"/>
          </a:xfrm>
        </p:spPr>
        <p:txBody>
          <a:bodyPr/>
          <a:lstStyle/>
          <a:p>
            <a:r>
              <a:rPr lang="en-US" noProof="0" dirty="0"/>
              <a:t>Components exceed the benchmark delivery timeline and require focused management attention.</a:t>
            </a:r>
          </a:p>
          <a:p>
            <a:endParaRPr lang="en-US" noProof="0" dirty="0"/>
          </a:p>
        </p:txBody>
      </p:sp>
      <p:sp>
        <p:nvSpPr>
          <p:cNvPr id="10" name="Text Placeholder 9">
            <a:extLst>
              <a:ext uri="{FF2B5EF4-FFF2-40B4-BE49-F238E27FC236}">
                <a16:creationId xmlns:a16="http://schemas.microsoft.com/office/drawing/2014/main" id="{1A05AA00-1AE5-00E2-2D96-85F5117A9702}"/>
              </a:ext>
            </a:extLst>
          </p:cNvPr>
          <p:cNvSpPr>
            <a:spLocks noGrp="1"/>
          </p:cNvSpPr>
          <p:nvPr>
            <p:ph type="body" sz="quarter" idx="72"/>
          </p:nvPr>
        </p:nvSpPr>
        <p:spPr>
          <a:xfrm>
            <a:off x="8124824" y="4522482"/>
            <a:ext cx="3775075" cy="1498600"/>
          </a:xfrm>
        </p:spPr>
        <p:txBody>
          <a:bodyPr/>
          <a:lstStyle/>
          <a:p>
            <a:r>
              <a:rPr lang="en-US" noProof="0" dirty="0"/>
              <a:t>Average on-time delivery rate for delayed components, still below the 95% target.</a:t>
            </a:r>
          </a:p>
          <a:p>
            <a:endParaRPr lang="en-US" noProof="0" dirty="0"/>
          </a:p>
        </p:txBody>
      </p:sp>
      <p:sp>
        <p:nvSpPr>
          <p:cNvPr id="26" name="Picture Placeholder 25">
            <a:extLst>
              <a:ext uri="{FF2B5EF4-FFF2-40B4-BE49-F238E27FC236}">
                <a16:creationId xmlns:a16="http://schemas.microsoft.com/office/drawing/2014/main" id="{DACF2111-7CBF-ABA2-449F-73970A305974}"/>
              </a:ext>
            </a:extLst>
          </p:cNvPr>
          <p:cNvSpPr>
            <a:spLocks noGrp="1"/>
          </p:cNvSpPr>
          <p:nvPr>
            <p:ph type="pic" sz="quarter" idx="73"/>
          </p:nvPr>
        </p:nvSpPr>
        <p:spPr/>
        <p:txBody>
          <a:bodyPr/>
          <a:lstStyle/>
          <a:p>
            <a:endParaRPr lang="en-US"/>
          </a:p>
        </p:txBody>
      </p:sp>
      <p:sp>
        <p:nvSpPr>
          <p:cNvPr id="12" name="Text Placeholder 11">
            <a:extLst>
              <a:ext uri="{FF2B5EF4-FFF2-40B4-BE49-F238E27FC236}">
                <a16:creationId xmlns:a16="http://schemas.microsoft.com/office/drawing/2014/main" id="{86A5A414-EA99-8444-2651-D71D28F44ADC}"/>
              </a:ext>
            </a:extLst>
          </p:cNvPr>
          <p:cNvSpPr>
            <a:spLocks noGrp="1"/>
          </p:cNvSpPr>
          <p:nvPr>
            <p:ph type="body" sz="quarter" idx="74"/>
          </p:nvPr>
        </p:nvSpPr>
        <p:spPr>
          <a:xfrm>
            <a:off x="3225800" y="111125"/>
            <a:ext cx="3776663" cy="1789113"/>
          </a:xfrm>
        </p:spPr>
        <p:txBody>
          <a:bodyPr/>
          <a:lstStyle/>
          <a:p>
            <a:r>
              <a:rPr lang="en-US" noProof="0" dirty="0"/>
              <a:t>13.6</a:t>
            </a:r>
          </a:p>
        </p:txBody>
      </p:sp>
      <p:sp>
        <p:nvSpPr>
          <p:cNvPr id="13" name="Text Placeholder 12">
            <a:extLst>
              <a:ext uri="{FF2B5EF4-FFF2-40B4-BE49-F238E27FC236}">
                <a16:creationId xmlns:a16="http://schemas.microsoft.com/office/drawing/2014/main" id="{12FF59EA-99DD-0C18-4E43-82F1660AE6A9}"/>
              </a:ext>
            </a:extLst>
          </p:cNvPr>
          <p:cNvSpPr>
            <a:spLocks noGrp="1"/>
          </p:cNvSpPr>
          <p:nvPr>
            <p:ph type="body" sz="quarter" idx="75"/>
          </p:nvPr>
        </p:nvSpPr>
        <p:spPr>
          <a:xfrm>
            <a:off x="3225800" y="2102616"/>
            <a:ext cx="3776663" cy="1789113"/>
          </a:xfrm>
        </p:spPr>
        <p:txBody>
          <a:bodyPr/>
          <a:lstStyle/>
          <a:p>
            <a:r>
              <a:rPr lang="en-US" noProof="0" dirty="0"/>
              <a:t>11</a:t>
            </a:r>
          </a:p>
        </p:txBody>
      </p:sp>
      <p:sp>
        <p:nvSpPr>
          <p:cNvPr id="14" name="Text Placeholder 13">
            <a:extLst>
              <a:ext uri="{FF2B5EF4-FFF2-40B4-BE49-F238E27FC236}">
                <a16:creationId xmlns:a16="http://schemas.microsoft.com/office/drawing/2014/main" id="{D31E253B-5872-1959-BDBC-76942BDA729E}"/>
              </a:ext>
            </a:extLst>
          </p:cNvPr>
          <p:cNvSpPr>
            <a:spLocks noGrp="1"/>
          </p:cNvSpPr>
          <p:nvPr>
            <p:ph type="body" sz="quarter" idx="76"/>
          </p:nvPr>
        </p:nvSpPr>
        <p:spPr>
          <a:xfrm>
            <a:off x="3225800" y="4106128"/>
            <a:ext cx="3776663" cy="1789113"/>
          </a:xfrm>
        </p:spPr>
        <p:txBody>
          <a:bodyPr/>
          <a:lstStyle/>
          <a:p>
            <a:r>
              <a:rPr lang="en-US" sz="8500" noProof="0" dirty="0"/>
              <a:t>89.8%</a:t>
            </a:r>
          </a:p>
        </p:txBody>
      </p:sp>
      <p:sp>
        <p:nvSpPr>
          <p:cNvPr id="3" name="Slide Number Placeholder 2">
            <a:extLst>
              <a:ext uri="{FF2B5EF4-FFF2-40B4-BE49-F238E27FC236}">
                <a16:creationId xmlns:a16="http://schemas.microsoft.com/office/drawing/2014/main" id="{BD41043E-E949-192F-44CB-B1C51455BF80}"/>
              </a:ext>
            </a:extLst>
          </p:cNvPr>
          <p:cNvSpPr>
            <a:spLocks noGrp="1"/>
          </p:cNvSpPr>
          <p:nvPr>
            <p:ph type="sldNum" sz="quarter" idx="12"/>
          </p:nvPr>
        </p:nvSpPr>
        <p:spPr/>
        <p:txBody>
          <a:bodyPr/>
          <a:lstStyle/>
          <a:p>
            <a:fld id="{AEC8D767-5246-2244-A4A3-B8AFB218393C}" type="slidenum">
              <a:rPr lang="en-GB" smtClean="0"/>
              <a:pPr/>
              <a:t>2</a:t>
            </a:fld>
            <a:endParaRPr lang="en-GB"/>
          </a:p>
        </p:txBody>
      </p:sp>
    </p:spTree>
    <p:extLst>
      <p:ext uri="{BB962C8B-B14F-4D97-AF65-F5344CB8AC3E}">
        <p14:creationId xmlns:p14="http://schemas.microsoft.com/office/powerpoint/2010/main" val="34407010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AEEF438-F028-E5BB-44E2-F284B33F50FF}"/>
              </a:ext>
            </a:extLst>
          </p:cNvPr>
          <p:cNvSpPr>
            <a:spLocks noGrp="1"/>
          </p:cNvSpPr>
          <p:nvPr>
            <p:ph idx="1"/>
          </p:nvPr>
        </p:nvSpPr>
        <p:spPr/>
        <p:txBody>
          <a:bodyPr/>
          <a:lstStyle/>
          <a:p>
            <a:r>
              <a:rPr lang="en-US" b="1" noProof="0" dirty="0"/>
              <a:t>What the data shows</a:t>
            </a:r>
          </a:p>
          <a:p>
            <a:pPr lvl="1"/>
            <a:r>
              <a:rPr lang="en-US" dirty="0"/>
              <a:t>Medium-risk orders carry the longest average timeline at 15.1 days.</a:t>
            </a:r>
          </a:p>
          <a:p>
            <a:pPr lvl="1"/>
            <a:r>
              <a:rPr lang="en-US" dirty="0"/>
              <a:t>High-risk orders deliver fastest on average at 11.3 days.</a:t>
            </a:r>
          </a:p>
          <a:p>
            <a:pPr lvl="1"/>
            <a:r>
              <a:rPr lang="en-US" dirty="0"/>
              <a:t>Lead time variance holds steady near 6 to 7 days across all tiers.</a:t>
            </a:r>
          </a:p>
        </p:txBody>
      </p:sp>
      <p:graphicFrame>
        <p:nvGraphicFramePr>
          <p:cNvPr id="11" name="Chart Placeholder 10" descr="Example stacked column chart for styling guidance">
            <a:extLst>
              <a:ext uri="{FF2B5EF4-FFF2-40B4-BE49-F238E27FC236}">
                <a16:creationId xmlns:a16="http://schemas.microsoft.com/office/drawing/2014/main" id="{D26A86CC-5370-D96F-138E-A95EA95850B6}"/>
              </a:ext>
            </a:extLst>
          </p:cNvPr>
          <p:cNvGraphicFramePr>
            <a:graphicFrameLocks noGrp="1"/>
          </p:cNvGraphicFramePr>
          <p:nvPr>
            <p:ph type="chart" sz="quarter" idx="15"/>
            <p:extLst>
              <p:ext uri="{D42A27DB-BD31-4B8C-83A1-F6EECF244321}">
                <p14:modId xmlns:p14="http://schemas.microsoft.com/office/powerpoint/2010/main" val="2441726224"/>
              </p:ext>
            </p:extLst>
          </p:nvPr>
        </p:nvGraphicFramePr>
        <p:xfrm>
          <a:off x="6165850" y="1306513"/>
          <a:ext cx="5737225" cy="4964112"/>
        </p:xfrm>
        <a:graphic>
          <a:graphicData uri="http://schemas.openxmlformats.org/drawingml/2006/chart">
            <c:chart xmlns:c="http://schemas.openxmlformats.org/drawingml/2006/chart" xmlns:r="http://schemas.openxmlformats.org/officeDocument/2006/relationships" r:id="rId3"/>
          </a:graphicData>
        </a:graphic>
      </p:graphicFrame>
      <p:sp>
        <p:nvSpPr>
          <p:cNvPr id="17" name="Text Placeholder 16">
            <a:extLst>
              <a:ext uri="{FF2B5EF4-FFF2-40B4-BE49-F238E27FC236}">
                <a16:creationId xmlns:a16="http://schemas.microsoft.com/office/drawing/2014/main" id="{ED4004E2-7AC7-FF02-4EDC-FDFD822F5AB6}"/>
              </a:ext>
            </a:extLst>
          </p:cNvPr>
          <p:cNvSpPr>
            <a:spLocks noGrp="1"/>
          </p:cNvSpPr>
          <p:nvPr>
            <p:ph type="body" sz="quarter" idx="14"/>
          </p:nvPr>
        </p:nvSpPr>
        <p:spPr/>
        <p:txBody>
          <a:bodyPr/>
          <a:lstStyle/>
          <a:p>
            <a:r>
              <a:rPr lang="en-US" noProof="0" dirty="0"/>
              <a:t>Average delivery timeline and lead time variance by risk tier (days).</a:t>
            </a:r>
          </a:p>
          <a:p>
            <a:endParaRPr lang="en-US" noProof="0" dirty="0"/>
          </a:p>
        </p:txBody>
      </p:sp>
      <p:sp>
        <p:nvSpPr>
          <p:cNvPr id="4" name="Title 3">
            <a:extLst>
              <a:ext uri="{FF2B5EF4-FFF2-40B4-BE49-F238E27FC236}">
                <a16:creationId xmlns:a16="http://schemas.microsoft.com/office/drawing/2014/main" id="{9F43777D-CF35-4B39-579A-74B332869DB4}"/>
              </a:ext>
            </a:extLst>
          </p:cNvPr>
          <p:cNvSpPr>
            <a:spLocks noGrp="1"/>
          </p:cNvSpPr>
          <p:nvPr>
            <p:ph type="title"/>
          </p:nvPr>
        </p:nvSpPr>
        <p:spPr/>
        <p:txBody>
          <a:bodyPr/>
          <a:lstStyle/>
          <a:p>
            <a:r>
              <a:rPr lang="en-US" dirty="0">
                <a:sym typeface="Arial" pitchFamily="-65" charset="0"/>
              </a:rPr>
              <a:t>Delivery performance by risk level</a:t>
            </a:r>
            <a:endParaRPr lang="en-US" noProof="0" dirty="0"/>
          </a:p>
        </p:txBody>
      </p:sp>
      <p:sp>
        <p:nvSpPr>
          <p:cNvPr id="2" name="Subtitle 1">
            <a:extLst>
              <a:ext uri="{FF2B5EF4-FFF2-40B4-BE49-F238E27FC236}">
                <a16:creationId xmlns:a16="http://schemas.microsoft.com/office/drawing/2014/main" id="{8BF234CD-FC77-66A7-3051-1870CB833A4F}"/>
              </a:ext>
            </a:extLst>
          </p:cNvPr>
          <p:cNvSpPr>
            <a:spLocks noGrp="1"/>
          </p:cNvSpPr>
          <p:nvPr>
            <p:ph type="subTitle" idx="16"/>
          </p:nvPr>
        </p:nvSpPr>
        <p:spPr/>
        <p:txBody>
          <a:bodyPr/>
          <a:lstStyle/>
          <a:p>
            <a:endParaRPr lang="en-US"/>
          </a:p>
        </p:txBody>
      </p:sp>
      <p:sp>
        <p:nvSpPr>
          <p:cNvPr id="3" name="Slide Number Placeholder 2">
            <a:extLst>
              <a:ext uri="{FF2B5EF4-FFF2-40B4-BE49-F238E27FC236}">
                <a16:creationId xmlns:a16="http://schemas.microsoft.com/office/drawing/2014/main" id="{1F9156A4-B2A0-E536-DAC0-C48DFA22B3A5}"/>
              </a:ext>
            </a:extLst>
          </p:cNvPr>
          <p:cNvSpPr>
            <a:spLocks noGrp="1"/>
          </p:cNvSpPr>
          <p:nvPr>
            <p:ph type="sldNum" sz="quarter" idx="12"/>
          </p:nvPr>
        </p:nvSpPr>
        <p:spPr/>
        <p:txBody>
          <a:bodyPr/>
          <a:lstStyle/>
          <a:p>
            <a:fld id="{AEC8D767-5246-2244-A4A3-B8AFB218393C}" type="slidenum">
              <a:rPr lang="en-GB" smtClean="0"/>
              <a:t>3</a:t>
            </a:fld>
            <a:endParaRPr lang="en-GB"/>
          </a:p>
        </p:txBody>
      </p:sp>
    </p:spTree>
    <p:extLst>
      <p:ext uri="{BB962C8B-B14F-4D97-AF65-F5344CB8AC3E}">
        <p14:creationId xmlns:p14="http://schemas.microsoft.com/office/powerpoint/2010/main" val="9309142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AEEF438-F028-E5BB-44E2-F284B33F50FF}"/>
              </a:ext>
            </a:extLst>
          </p:cNvPr>
          <p:cNvSpPr>
            <a:spLocks noGrp="1"/>
          </p:cNvSpPr>
          <p:nvPr>
            <p:ph idx="1"/>
          </p:nvPr>
        </p:nvSpPr>
        <p:spPr/>
        <p:txBody>
          <a:bodyPr/>
          <a:lstStyle/>
          <a:p>
            <a:r>
              <a:rPr lang="en-US" b="1" noProof="0" dirty="0"/>
              <a:t>What the data shows</a:t>
            </a:r>
          </a:p>
          <a:p>
            <a:pPr lvl="1"/>
            <a:r>
              <a:rPr lang="en-US" dirty="0"/>
              <a:t>Reliability is consistently high at 91 to 93% across all suppliers.</a:t>
            </a:r>
          </a:p>
          <a:p>
            <a:pPr lvl="1"/>
            <a:r>
              <a:rPr lang="en-US" dirty="0"/>
              <a:t>On-time delivery lags reliability, signalling schedule slippage.</a:t>
            </a:r>
          </a:p>
          <a:p>
            <a:pPr lvl="1"/>
            <a:r>
              <a:rPr lang="en-US" dirty="0"/>
              <a:t>EcoSupply (87.9%) and PrimeLogistics (88.0%) show the widest gaps.</a:t>
            </a:r>
          </a:p>
        </p:txBody>
      </p:sp>
      <p:graphicFrame>
        <p:nvGraphicFramePr>
          <p:cNvPr id="8" name="Chart Placeholder 7" descr="Example stacked bar chart for styling guidance">
            <a:extLst>
              <a:ext uri="{FF2B5EF4-FFF2-40B4-BE49-F238E27FC236}">
                <a16:creationId xmlns:a16="http://schemas.microsoft.com/office/drawing/2014/main" id="{3964B0FC-1888-0C0D-3C6E-1DE8E509CB27}"/>
              </a:ext>
            </a:extLst>
          </p:cNvPr>
          <p:cNvGraphicFramePr>
            <a:graphicFrameLocks noGrp="1"/>
          </p:cNvGraphicFramePr>
          <p:nvPr>
            <p:ph type="chart" sz="quarter" idx="15"/>
            <p:extLst>
              <p:ext uri="{D42A27DB-BD31-4B8C-83A1-F6EECF244321}">
                <p14:modId xmlns:p14="http://schemas.microsoft.com/office/powerpoint/2010/main" val="2195450780"/>
              </p:ext>
            </p:extLst>
          </p:nvPr>
        </p:nvGraphicFramePr>
        <p:xfrm>
          <a:off x="6165850" y="1306513"/>
          <a:ext cx="5737225" cy="4964112"/>
        </p:xfrm>
        <a:graphic>
          <a:graphicData uri="http://schemas.openxmlformats.org/drawingml/2006/chart">
            <c:chart xmlns:c="http://schemas.openxmlformats.org/drawingml/2006/chart" xmlns:r="http://schemas.openxmlformats.org/officeDocument/2006/relationships" r:id="rId3"/>
          </a:graphicData>
        </a:graphic>
      </p:graphicFrame>
      <p:sp>
        <p:nvSpPr>
          <p:cNvPr id="17" name="Text Placeholder 16">
            <a:extLst>
              <a:ext uri="{FF2B5EF4-FFF2-40B4-BE49-F238E27FC236}">
                <a16:creationId xmlns:a16="http://schemas.microsoft.com/office/drawing/2014/main" id="{ED4004E2-7AC7-FF02-4EDC-FDFD822F5AB6}"/>
              </a:ext>
            </a:extLst>
          </p:cNvPr>
          <p:cNvSpPr>
            <a:spLocks noGrp="1"/>
          </p:cNvSpPr>
          <p:nvPr>
            <p:ph type="body" sz="quarter" idx="14"/>
          </p:nvPr>
        </p:nvSpPr>
        <p:spPr/>
        <p:txBody>
          <a:bodyPr/>
          <a:lstStyle/>
          <a:p>
            <a:r>
              <a:rPr lang="en-US" noProof="0" dirty="0"/>
              <a:t>Average supplier reliability and on-time delivery rate (%).</a:t>
            </a:r>
          </a:p>
          <a:p>
            <a:endParaRPr lang="en-US" noProof="0" dirty="0"/>
          </a:p>
        </p:txBody>
      </p:sp>
      <p:sp>
        <p:nvSpPr>
          <p:cNvPr id="4" name="Title 3">
            <a:extLst>
              <a:ext uri="{FF2B5EF4-FFF2-40B4-BE49-F238E27FC236}">
                <a16:creationId xmlns:a16="http://schemas.microsoft.com/office/drawing/2014/main" id="{9F43777D-CF35-4B39-579A-74B332869DB4}"/>
              </a:ext>
            </a:extLst>
          </p:cNvPr>
          <p:cNvSpPr>
            <a:spLocks noGrp="1"/>
          </p:cNvSpPr>
          <p:nvPr>
            <p:ph type="title"/>
          </p:nvPr>
        </p:nvSpPr>
        <p:spPr/>
        <p:txBody>
          <a:bodyPr/>
          <a:lstStyle/>
          <a:p>
            <a:r>
              <a:rPr lang="en-US" noProof="0" dirty="0">
                <a:sym typeface="Arial" pitchFamily="-65" charset="0"/>
              </a:rPr>
              <a:t>Supplier reliability vs. on-time delivery</a:t>
            </a:r>
            <a:endParaRPr lang="en-US" noProof="0" dirty="0"/>
          </a:p>
        </p:txBody>
      </p:sp>
      <p:sp>
        <p:nvSpPr>
          <p:cNvPr id="3" name="Slide Number Placeholder 2">
            <a:extLst>
              <a:ext uri="{FF2B5EF4-FFF2-40B4-BE49-F238E27FC236}">
                <a16:creationId xmlns:a16="http://schemas.microsoft.com/office/drawing/2014/main" id="{8163E258-F5BB-65A9-C93E-83CE4162B7B6}"/>
              </a:ext>
            </a:extLst>
          </p:cNvPr>
          <p:cNvSpPr>
            <a:spLocks noGrp="1"/>
          </p:cNvSpPr>
          <p:nvPr>
            <p:ph type="sldNum" sz="quarter" idx="12"/>
          </p:nvPr>
        </p:nvSpPr>
        <p:spPr/>
        <p:txBody>
          <a:bodyPr/>
          <a:lstStyle/>
          <a:p>
            <a:fld id="{AEC8D767-5246-2244-A4A3-B8AFB218393C}" type="slidenum">
              <a:rPr lang="en-GB" smtClean="0"/>
              <a:t>4</a:t>
            </a:fld>
            <a:endParaRPr lang="en-GB"/>
          </a:p>
        </p:txBody>
      </p:sp>
    </p:spTree>
    <p:extLst>
      <p:ext uri="{BB962C8B-B14F-4D97-AF65-F5344CB8AC3E}">
        <p14:creationId xmlns:p14="http://schemas.microsoft.com/office/powerpoint/2010/main" val="29560081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descr="Example table for styling guidance ">
            <a:extLst>
              <a:ext uri="{FF2B5EF4-FFF2-40B4-BE49-F238E27FC236}">
                <a16:creationId xmlns:a16="http://schemas.microsoft.com/office/drawing/2014/main" id="{1EE82C88-A9B0-A6D4-E73A-D02384009674}"/>
              </a:ext>
            </a:extLst>
          </p:cNvPr>
          <p:cNvGraphicFramePr>
            <a:graphicFrameLocks noGrp="1"/>
          </p:cNvGraphicFramePr>
          <p:nvPr>
            <p:ph type="tbl" sz="quarter" idx="13"/>
            <p:extLst>
              <p:ext uri="{D42A27DB-BD31-4B8C-83A1-F6EECF244321}">
                <p14:modId xmlns:p14="http://schemas.microsoft.com/office/powerpoint/2010/main" val="1981217009"/>
              </p:ext>
            </p:extLst>
          </p:nvPr>
        </p:nvGraphicFramePr>
        <p:xfrm>
          <a:off x="292100" y="2000250"/>
          <a:ext cx="11610975" cy="3008160"/>
        </p:xfrm>
        <a:graphic>
          <a:graphicData uri="http://schemas.openxmlformats.org/drawingml/2006/table">
            <a:tbl>
              <a:tblPr firstRow="1" firstCol="1">
                <a:tableStyleId>{2D5ABB26-0587-4C30-8999-92F81FD0307C}</a:tableStyleId>
              </a:tblPr>
              <a:tblGrid>
                <a:gridCol w="2322195">
                  <a:extLst>
                    <a:ext uri="{9D8B030D-6E8A-4147-A177-3AD203B41FA5}">
                      <a16:colId xmlns:a16="http://schemas.microsoft.com/office/drawing/2014/main" val="20000"/>
                    </a:ext>
                  </a:extLst>
                </a:gridCol>
                <a:gridCol w="2322195">
                  <a:extLst>
                    <a:ext uri="{9D8B030D-6E8A-4147-A177-3AD203B41FA5}">
                      <a16:colId xmlns:a16="http://schemas.microsoft.com/office/drawing/2014/main" val="20001"/>
                    </a:ext>
                  </a:extLst>
                </a:gridCol>
                <a:gridCol w="2322195">
                  <a:extLst>
                    <a:ext uri="{9D8B030D-6E8A-4147-A177-3AD203B41FA5}">
                      <a16:colId xmlns:a16="http://schemas.microsoft.com/office/drawing/2014/main" val="20002"/>
                    </a:ext>
                  </a:extLst>
                </a:gridCol>
                <a:gridCol w="2322195">
                  <a:extLst>
                    <a:ext uri="{9D8B030D-6E8A-4147-A177-3AD203B41FA5}">
                      <a16:colId xmlns:a16="http://schemas.microsoft.com/office/drawing/2014/main" val="20003"/>
                    </a:ext>
                  </a:extLst>
                </a:gridCol>
                <a:gridCol w="2322195">
                  <a:extLst>
                    <a:ext uri="{9D8B030D-6E8A-4147-A177-3AD203B41FA5}">
                      <a16:colId xmlns:a16="http://schemas.microsoft.com/office/drawing/2014/main" val="20004"/>
                    </a:ext>
                  </a:extLst>
                </a:gridCol>
              </a:tblGrid>
              <a:tr h="0">
                <a:tc>
                  <a:txBody>
                    <a:bodyPr/>
                    <a:lstStyle/>
                    <a:p>
                      <a:pPr marL="0" algn="l">
                        <a:lnSpc>
                          <a:spcPct val="100000"/>
                        </a:lnSpc>
                      </a:pPr>
                      <a:r>
                        <a:rPr sz="1400" b="0" i="0" dirty="0">
                          <a:latin typeface="+mn-lt"/>
                        </a:rPr>
                        <a:t>Component</a:t>
                      </a:r>
                    </a:p>
                  </a:txBody>
                  <a:tcPr marL="0" marR="0" marT="144000" marB="144000" anchor="ctr">
                    <a:lnL w="12700" cap="flat" cmpd="sng" algn="ctr">
                      <a:noFill/>
                      <a:prstDash val="solid"/>
                      <a:round/>
                      <a:headEnd type="none" w="med" len="med"/>
                      <a:tailEnd type="none" w="med" len="med"/>
                    </a:lnL>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marL="0" algn="r">
                        <a:lnSpc>
                          <a:spcPct val="100000"/>
                        </a:lnSpc>
                      </a:pPr>
                      <a:r>
                        <a:rPr sz="1400" b="0" i="0">
                          <a:latin typeface="+mn-lt"/>
                        </a:rPr>
                        <a:t>Supplier</a:t>
                      </a:r>
                    </a:p>
                  </a:txBody>
                  <a:tcPr marL="0" marR="0" marT="144000" marB="144000" anchor="ct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marL="0" algn="r">
                        <a:lnSpc>
                          <a:spcPct val="100000"/>
                        </a:lnSpc>
                      </a:pPr>
                      <a:r>
                        <a:rPr sz="1400" b="0" i="0">
                          <a:latin typeface="+mn-lt"/>
                        </a:rPr>
                        <a:t>Delivery (days)</a:t>
                      </a:r>
                    </a:p>
                  </a:txBody>
                  <a:tcPr marL="0" marR="0" marT="144000" marB="144000" anchor="ct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marL="0" algn="r">
                        <a:lnSpc>
                          <a:spcPct val="100000"/>
                        </a:lnSpc>
                      </a:pPr>
                      <a:r>
                        <a:rPr sz="1400" b="0" i="0">
                          <a:latin typeface="+mn-lt"/>
                        </a:rPr>
                        <a:t>On-Time</a:t>
                      </a:r>
                    </a:p>
                  </a:txBody>
                  <a:tcPr marL="0" marR="0" marT="144000" marB="144000" anchor="ct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marL="0" algn="r">
                        <a:lnSpc>
                          <a:spcPct val="100000"/>
                        </a:lnSpc>
                      </a:pPr>
                      <a:r>
                        <a:rPr sz="1400" b="0" i="0">
                          <a:latin typeface="+mn-lt"/>
                        </a:rPr>
                        <a:t>Lead Time Var (days)</a:t>
                      </a:r>
                    </a:p>
                  </a:txBody>
                  <a:tcPr marL="0" marR="0" marT="144000" marB="144000" anchor="ctr">
                    <a:lnR w="12700" cap="flat" cmpd="sng" algn="ctr">
                      <a:no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a:lnSpc>
                          <a:spcPct val="100000"/>
                        </a:lnSpc>
                        <a:spcBef>
                          <a:spcPts val="2150"/>
                        </a:spcBef>
                      </a:pPr>
                      <a:r>
                        <a:rPr sz="1400" b="0" i="0" dirty="0">
                          <a:latin typeface="+mn-lt"/>
                        </a:rPr>
                        <a:t>BIND567</a:t>
                      </a:r>
                    </a:p>
                  </a:txBody>
                  <a:tcPr marL="0" marR="0" marT="144000" marB="144000" anchor="ctr">
                    <a:lnL w="12700" cap="flat" cmpd="sng" algn="ctr">
                      <a:noFill/>
                      <a:prstDash val="solid"/>
                      <a:round/>
                      <a:headEnd type="none" w="med" len="med"/>
                      <a:tailEnd type="none" w="med" len="med"/>
                    </a:lnL>
                    <a:lnT w="2857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marL="0" algn="r">
                        <a:lnSpc>
                          <a:spcPct val="100000"/>
                        </a:lnSpc>
                        <a:spcBef>
                          <a:spcPts val="2150"/>
                        </a:spcBef>
                      </a:pPr>
                      <a:r>
                        <a:rPr sz="1400" b="0" i="0">
                          <a:latin typeface="+mn-lt"/>
                        </a:rPr>
                        <a:t>EcoSupply</a:t>
                      </a:r>
                    </a:p>
                  </a:txBody>
                  <a:tcPr marL="0" marR="0" marT="144000" marB="144000" anchor="ctr">
                    <a:lnT w="2857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marL="0" algn="r">
                        <a:lnSpc>
                          <a:spcPct val="100000"/>
                        </a:lnSpc>
                        <a:spcBef>
                          <a:spcPts val="2150"/>
                        </a:spcBef>
                      </a:pPr>
                      <a:r>
                        <a:rPr sz="1400" b="0" i="0">
                          <a:latin typeface="+mn-lt"/>
                        </a:rPr>
                        <a:t>64</a:t>
                      </a:r>
                    </a:p>
                  </a:txBody>
                  <a:tcPr marL="0" marR="0" marT="144000" marB="144000" anchor="ctr">
                    <a:lnT w="2857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marL="0" algn="r">
                        <a:lnSpc>
                          <a:spcPct val="100000"/>
                        </a:lnSpc>
                        <a:spcBef>
                          <a:spcPts val="2150"/>
                        </a:spcBef>
                      </a:pPr>
                      <a:r>
                        <a:rPr sz="1400" b="0" i="0" dirty="0">
                          <a:latin typeface="+mn-lt"/>
                        </a:rPr>
                        <a:t>99%</a:t>
                      </a:r>
                    </a:p>
                  </a:txBody>
                  <a:tcPr marL="0" marR="0" marT="144000" marB="144000" anchor="ctr">
                    <a:lnT w="2857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marL="0" algn="r">
                        <a:lnSpc>
                          <a:spcPct val="100000"/>
                        </a:lnSpc>
                        <a:spcBef>
                          <a:spcPts val="2150"/>
                        </a:spcBef>
                      </a:pPr>
                      <a:r>
                        <a:rPr sz="1400" b="0" i="0" dirty="0">
                          <a:latin typeface="+mn-lt"/>
                        </a:rPr>
                        <a:t>26</a:t>
                      </a:r>
                    </a:p>
                  </a:txBody>
                  <a:tcPr marL="0" marR="0" marT="144000" marB="144000" anchor="ctr">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marL="0" algn="l">
                        <a:lnSpc>
                          <a:spcPct val="100000"/>
                        </a:lnSpc>
                        <a:spcBef>
                          <a:spcPts val="2110"/>
                        </a:spcBef>
                      </a:pPr>
                      <a:r>
                        <a:rPr sz="1400" b="0" i="0" dirty="0">
                          <a:latin typeface="+mn-lt"/>
                        </a:rPr>
                        <a:t>CARB123</a:t>
                      </a:r>
                      <a:endParaRPr sz="1400" b="0" i="0" dirty="0">
                        <a:highlight>
                          <a:srgbClr val="00FF00"/>
                        </a:highlight>
                        <a:latin typeface="+mn-lt"/>
                      </a:endParaRPr>
                    </a:p>
                  </a:txBody>
                  <a:tcPr marL="0" marR="0" marT="144000" marB="144000" anchor="ctr">
                    <a:lnL w="12700" cap="flat" cmpd="sng" algn="ctr">
                      <a:noFill/>
                      <a:prstDash val="solid"/>
                      <a:round/>
                      <a:headEnd type="none" w="med" len="med"/>
                      <a:tailEnd type="none" w="med" len="med"/>
                    </a:lnL>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marL="0" algn="r">
                        <a:lnSpc>
                          <a:spcPct val="100000"/>
                        </a:lnSpc>
                        <a:spcBef>
                          <a:spcPts val="2110"/>
                        </a:spcBef>
                      </a:pPr>
                      <a:r>
                        <a:rPr sz="1400" b="0" i="0" dirty="0">
                          <a:latin typeface="+mn-lt"/>
                        </a:rPr>
                        <a:t>RawMatPlus</a:t>
                      </a:r>
                    </a:p>
                  </a:txBody>
                  <a:tcPr marL="0" marR="0" marT="144000" marB="144000"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marL="0" algn="r">
                        <a:lnSpc>
                          <a:spcPct val="100000"/>
                        </a:lnSpc>
                        <a:spcBef>
                          <a:spcPts val="2110"/>
                        </a:spcBef>
                      </a:pPr>
                      <a:r>
                        <a:rPr sz="1400" b="0" i="0">
                          <a:latin typeface="+mn-lt"/>
                        </a:rPr>
                        <a:t>62</a:t>
                      </a:r>
                    </a:p>
                  </a:txBody>
                  <a:tcPr marL="0" marR="0" marT="144000" marB="144000"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marL="0" algn="r">
                        <a:lnSpc>
                          <a:spcPct val="100000"/>
                        </a:lnSpc>
                        <a:spcBef>
                          <a:spcPts val="2110"/>
                        </a:spcBef>
                      </a:pPr>
                      <a:r>
                        <a:rPr sz="1400" b="0" i="0">
                          <a:latin typeface="+mn-lt"/>
                        </a:rPr>
                        <a:t>84%</a:t>
                      </a:r>
                    </a:p>
                  </a:txBody>
                  <a:tcPr marL="0" marR="0" marT="144000" marB="144000"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marL="0" algn="r">
                        <a:lnSpc>
                          <a:spcPct val="100000"/>
                        </a:lnSpc>
                        <a:spcBef>
                          <a:spcPts val="2110"/>
                        </a:spcBef>
                      </a:pPr>
                      <a:r>
                        <a:rPr sz="1400" b="0" i="0">
                          <a:latin typeface="+mn-lt"/>
                        </a:rPr>
                        <a:t>24</a:t>
                      </a:r>
                    </a:p>
                  </a:txBody>
                  <a:tcPr marL="0" marR="0" marT="144000" marB="144000" anchor="ctr">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0">
                <a:tc>
                  <a:txBody>
                    <a:bodyPr/>
                    <a:lstStyle/>
                    <a:p>
                      <a:pPr marL="0" algn="l">
                        <a:lnSpc>
                          <a:spcPct val="100000"/>
                        </a:lnSpc>
                        <a:spcBef>
                          <a:spcPts val="2110"/>
                        </a:spcBef>
                      </a:pPr>
                      <a:r>
                        <a:rPr sz="1400" b="0" i="0" dirty="0">
                          <a:latin typeface="+mn-lt"/>
                        </a:rPr>
                        <a:t>COAT890</a:t>
                      </a:r>
                    </a:p>
                  </a:txBody>
                  <a:tcPr marL="0" marR="0" marT="144000" marB="144000" anchor="ctr">
                    <a:lnL w="12700" cap="flat" cmpd="sng" algn="ctr">
                      <a:noFill/>
                      <a:prstDash val="solid"/>
                      <a:round/>
                      <a:headEnd type="none" w="med" len="med"/>
                      <a:tailEnd type="none" w="med" len="med"/>
                    </a:lnL>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marL="0" algn="r">
                        <a:lnSpc>
                          <a:spcPct val="100000"/>
                        </a:lnSpc>
                        <a:spcBef>
                          <a:spcPts val="2110"/>
                        </a:spcBef>
                      </a:pPr>
                      <a:r>
                        <a:rPr sz="1400" b="0" i="0" dirty="0">
                          <a:latin typeface="+mn-lt"/>
                        </a:rPr>
                        <a:t>GlobalChem</a:t>
                      </a:r>
                    </a:p>
                  </a:txBody>
                  <a:tcPr marL="0" marR="0" marT="144000" marB="144000"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marL="0" algn="r">
                        <a:lnSpc>
                          <a:spcPct val="100000"/>
                        </a:lnSpc>
                        <a:spcBef>
                          <a:spcPts val="2110"/>
                        </a:spcBef>
                      </a:pPr>
                      <a:r>
                        <a:rPr sz="1400" b="0" i="0" dirty="0">
                          <a:latin typeface="+mn-lt"/>
                        </a:rPr>
                        <a:t>60</a:t>
                      </a:r>
                    </a:p>
                  </a:txBody>
                  <a:tcPr marL="0" marR="0" marT="144000" marB="144000"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marL="0" algn="r">
                        <a:lnSpc>
                          <a:spcPct val="100000"/>
                        </a:lnSpc>
                        <a:spcBef>
                          <a:spcPts val="2110"/>
                        </a:spcBef>
                      </a:pPr>
                      <a:r>
                        <a:rPr sz="1400" b="0" i="0" dirty="0">
                          <a:latin typeface="+mn-lt"/>
                        </a:rPr>
                        <a:t>82%</a:t>
                      </a:r>
                    </a:p>
                  </a:txBody>
                  <a:tcPr marL="0" marR="0" marT="144000" marB="144000"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marL="0" algn="r">
                        <a:lnSpc>
                          <a:spcPct val="100000"/>
                        </a:lnSpc>
                        <a:spcBef>
                          <a:spcPts val="2110"/>
                        </a:spcBef>
                      </a:pPr>
                      <a:r>
                        <a:rPr sz="1400" b="0" i="0">
                          <a:latin typeface="+mn-lt"/>
                        </a:rPr>
                        <a:t>22</a:t>
                      </a:r>
                    </a:p>
                  </a:txBody>
                  <a:tcPr marL="0" marR="0" marT="144000" marB="144000" anchor="ctr">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marL="0" algn="l">
                        <a:lnSpc>
                          <a:spcPct val="100000"/>
                        </a:lnSpc>
                        <a:spcBef>
                          <a:spcPts val="2110"/>
                        </a:spcBef>
                      </a:pPr>
                      <a:r>
                        <a:rPr sz="1400" b="0" i="0" dirty="0">
                          <a:latin typeface="+mn-lt"/>
                        </a:rPr>
                        <a:t>COMP017</a:t>
                      </a:r>
                    </a:p>
                  </a:txBody>
                  <a:tcPr marL="0" marR="0" marT="144000" marB="144000" anchor="ctr">
                    <a:lnL w="12700" cap="flat" cmpd="sng" algn="ctr">
                      <a:noFill/>
                      <a:prstDash val="solid"/>
                      <a:round/>
                      <a:headEnd type="none" w="med" len="med"/>
                      <a:tailEnd type="none" w="med" len="med"/>
                    </a:lnL>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marL="0" algn="r">
                        <a:lnSpc>
                          <a:spcPct val="100000"/>
                        </a:lnSpc>
                        <a:spcBef>
                          <a:spcPts val="2110"/>
                        </a:spcBef>
                      </a:pPr>
                      <a:r>
                        <a:rPr sz="1400" b="0" i="0">
                          <a:latin typeface="+mn-lt"/>
                        </a:rPr>
                        <a:t>NextGen Pharma</a:t>
                      </a:r>
                    </a:p>
                  </a:txBody>
                  <a:tcPr marL="0" marR="0" marT="144000" marB="144000"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marL="0" algn="r">
                        <a:lnSpc>
                          <a:spcPct val="100000"/>
                        </a:lnSpc>
                        <a:spcBef>
                          <a:spcPts val="2110"/>
                        </a:spcBef>
                      </a:pPr>
                      <a:r>
                        <a:rPr sz="1400" b="0" i="0">
                          <a:latin typeface="+mn-lt"/>
                        </a:rPr>
                        <a:t>15</a:t>
                      </a:r>
                    </a:p>
                  </a:txBody>
                  <a:tcPr marL="0" marR="0" marT="144000" marB="144000"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marL="0" algn="r">
                        <a:lnSpc>
                          <a:spcPct val="100000"/>
                        </a:lnSpc>
                        <a:spcBef>
                          <a:spcPts val="2110"/>
                        </a:spcBef>
                      </a:pPr>
                      <a:r>
                        <a:rPr sz="1400" b="0" i="0">
                          <a:latin typeface="+mn-lt"/>
                        </a:rPr>
                        <a:t>86%</a:t>
                      </a:r>
                    </a:p>
                  </a:txBody>
                  <a:tcPr marL="0" marR="0" marT="144000" marB="144000"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marL="0" algn="r" rtl="0">
                        <a:lnSpc>
                          <a:spcPct val="100000"/>
                        </a:lnSpc>
                        <a:spcBef>
                          <a:spcPts val="2110"/>
                        </a:spcBef>
                      </a:pPr>
                      <a:r>
                        <a:rPr sz="1400" b="0" i="0" dirty="0">
                          <a:latin typeface="+mn-lt"/>
                        </a:rPr>
                        <a:t>1</a:t>
                      </a:r>
                    </a:p>
                  </a:txBody>
                  <a:tcPr marL="0" marR="0" marT="144000" marB="144000" anchor="ctr">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marL="0" algn="l">
                        <a:lnSpc>
                          <a:spcPct val="100000"/>
                        </a:lnSpc>
                        <a:spcBef>
                          <a:spcPts val="2110"/>
                        </a:spcBef>
                      </a:pPr>
                      <a:r>
                        <a:rPr sz="1400" b="0" i="0" dirty="0">
                          <a:latin typeface="+mn-lt"/>
                        </a:rPr>
                        <a:t>COMP030</a:t>
                      </a:r>
                    </a:p>
                  </a:txBody>
                  <a:tcPr marL="0" marR="0" marT="144000" marB="144000" anchor="ctr">
                    <a:lnL w="12700" cap="flat" cmpd="sng" algn="ctr">
                      <a:noFill/>
                      <a:prstDash val="solid"/>
                      <a:round/>
                      <a:headEnd type="none" w="med" len="med"/>
                      <a:tailEnd type="none" w="med" len="med"/>
                    </a:lnL>
                    <a:lnT w="952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algn="r">
                        <a:lnSpc>
                          <a:spcPct val="100000"/>
                        </a:lnSpc>
                        <a:spcBef>
                          <a:spcPts val="2110"/>
                        </a:spcBef>
                      </a:pPr>
                      <a:r>
                        <a:rPr sz="1400" b="0" i="0">
                          <a:latin typeface="+mn-lt"/>
                        </a:rPr>
                        <a:t>PrimeLogistics</a:t>
                      </a:r>
                    </a:p>
                  </a:txBody>
                  <a:tcPr marL="0" marR="0" marT="144000" marB="144000" anchor="ctr">
                    <a:lnT w="952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algn="r">
                        <a:lnSpc>
                          <a:spcPct val="100000"/>
                        </a:lnSpc>
                        <a:spcBef>
                          <a:spcPts val="2110"/>
                        </a:spcBef>
                      </a:pPr>
                      <a:r>
                        <a:rPr sz="1400" b="0" i="0">
                          <a:latin typeface="+mn-lt"/>
                        </a:rPr>
                        <a:t>14</a:t>
                      </a:r>
                    </a:p>
                  </a:txBody>
                  <a:tcPr marL="0" marR="0" marT="144000" marB="144000" anchor="ctr">
                    <a:lnT w="952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algn="r">
                        <a:lnSpc>
                          <a:spcPct val="100000"/>
                        </a:lnSpc>
                        <a:spcBef>
                          <a:spcPts val="2110"/>
                        </a:spcBef>
                      </a:pPr>
                      <a:r>
                        <a:rPr sz="1400" b="0" i="0">
                          <a:latin typeface="+mn-lt"/>
                        </a:rPr>
                        <a:t>87%</a:t>
                      </a:r>
                    </a:p>
                  </a:txBody>
                  <a:tcPr marL="0" marR="0" marT="144000" marB="144000" anchor="ctr">
                    <a:lnT w="952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algn="r" rtl="0">
                        <a:lnSpc>
                          <a:spcPct val="100000"/>
                        </a:lnSpc>
                        <a:spcBef>
                          <a:spcPts val="2110"/>
                        </a:spcBef>
                      </a:pPr>
                      <a:r>
                        <a:rPr sz="1400" b="0" i="0" dirty="0">
                          <a:latin typeface="+mn-lt"/>
                        </a:rPr>
                        <a:t>7</a:t>
                      </a:r>
                    </a:p>
                  </a:txBody>
                  <a:tcPr marL="0" marR="0" marT="144000" marB="144000" anchor="ctr">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
        <p:nvSpPr>
          <p:cNvPr id="5" name="Title 4">
            <a:extLst>
              <a:ext uri="{FF2B5EF4-FFF2-40B4-BE49-F238E27FC236}">
                <a16:creationId xmlns:a16="http://schemas.microsoft.com/office/drawing/2014/main" id="{5E27F75F-7A26-08DC-3DD3-4F864DFF32C1}"/>
              </a:ext>
            </a:extLst>
          </p:cNvPr>
          <p:cNvSpPr>
            <a:spLocks noGrp="1"/>
          </p:cNvSpPr>
          <p:nvPr>
            <p:ph type="title"/>
          </p:nvPr>
        </p:nvSpPr>
        <p:spPr/>
        <p:txBody>
          <a:bodyPr/>
          <a:lstStyle/>
          <a:p>
            <a:r>
              <a:rPr lang="en-US" b="1" dirty="0"/>
              <a:t>Most delayed components</a:t>
            </a:r>
          </a:p>
        </p:txBody>
      </p:sp>
      <p:sp>
        <p:nvSpPr>
          <p:cNvPr id="7" name="Text Placeholder 6">
            <a:extLst>
              <a:ext uri="{FF2B5EF4-FFF2-40B4-BE49-F238E27FC236}">
                <a16:creationId xmlns:a16="http://schemas.microsoft.com/office/drawing/2014/main" id="{B110C223-3207-0BC9-78C6-A7ABA4B5DC36}"/>
              </a:ext>
            </a:extLst>
          </p:cNvPr>
          <p:cNvSpPr>
            <a:spLocks noGrp="1"/>
          </p:cNvSpPr>
          <p:nvPr>
            <p:ph type="body" sz="quarter" idx="15"/>
          </p:nvPr>
        </p:nvSpPr>
        <p:spPr/>
        <p:txBody>
          <a:bodyPr/>
          <a:lstStyle/>
          <a:p>
            <a:r>
              <a:rPr lang="en-US" noProof="0" dirty="0"/>
              <a:t>Delayed components with delivery timeline, on-time rate and lead time variance.</a:t>
            </a:r>
          </a:p>
        </p:txBody>
      </p:sp>
      <p:sp>
        <p:nvSpPr>
          <p:cNvPr id="3" name="Slide Number Placeholder 2">
            <a:extLst>
              <a:ext uri="{FF2B5EF4-FFF2-40B4-BE49-F238E27FC236}">
                <a16:creationId xmlns:a16="http://schemas.microsoft.com/office/drawing/2014/main" id="{3C154CF6-EFCF-185E-77FD-61255C568292}"/>
              </a:ext>
            </a:extLst>
          </p:cNvPr>
          <p:cNvSpPr>
            <a:spLocks noGrp="1"/>
          </p:cNvSpPr>
          <p:nvPr>
            <p:ph type="sldNum" sz="quarter" idx="12"/>
          </p:nvPr>
        </p:nvSpPr>
        <p:spPr/>
        <p:txBody>
          <a:bodyPr/>
          <a:lstStyle/>
          <a:p>
            <a:fld id="{AEC8D767-5246-2244-A4A3-B8AFB218393C}" type="slidenum">
              <a:rPr lang="en-GB" smtClean="0"/>
              <a:t>5</a:t>
            </a:fld>
            <a:endParaRPr lang="en-GB"/>
          </a:p>
        </p:txBody>
      </p:sp>
    </p:spTree>
    <p:extLst>
      <p:ext uri="{BB962C8B-B14F-4D97-AF65-F5344CB8AC3E}">
        <p14:creationId xmlns:p14="http://schemas.microsoft.com/office/powerpoint/2010/main" val="4557868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F43777D-CF35-4B39-579A-74B332869DB4}"/>
              </a:ext>
            </a:extLst>
          </p:cNvPr>
          <p:cNvSpPr>
            <a:spLocks noGrp="1"/>
          </p:cNvSpPr>
          <p:nvPr>
            <p:ph type="title"/>
          </p:nvPr>
        </p:nvSpPr>
        <p:spPr/>
        <p:txBody>
          <a:bodyPr/>
          <a:lstStyle/>
          <a:p>
            <a:r>
              <a:rPr lang="en-US" noProof="0" dirty="0">
                <a:sym typeface="Arial" pitchFamily="-65" charset="0"/>
              </a:rPr>
              <a:t>Compliance implications and root causes</a:t>
            </a:r>
            <a:endParaRPr lang="en-US" noProof="0" dirty="0"/>
          </a:p>
        </p:txBody>
      </p:sp>
      <p:sp>
        <p:nvSpPr>
          <p:cNvPr id="5" name="Content Placeholder 4">
            <a:extLst>
              <a:ext uri="{FF2B5EF4-FFF2-40B4-BE49-F238E27FC236}">
                <a16:creationId xmlns:a16="http://schemas.microsoft.com/office/drawing/2014/main" id="{3AEEF438-F028-E5BB-44E2-F284B33F50FF}"/>
              </a:ext>
            </a:extLst>
          </p:cNvPr>
          <p:cNvSpPr>
            <a:spLocks noGrp="1"/>
          </p:cNvSpPr>
          <p:nvPr>
            <p:ph idx="1"/>
          </p:nvPr>
        </p:nvSpPr>
        <p:spPr/>
        <p:txBody>
          <a:bodyPr/>
          <a:lstStyle/>
          <a:p>
            <a:r>
              <a:rPr lang="en-US" b="1" noProof="0" dirty="0"/>
              <a:t>FDA compliance implications</a:t>
            </a:r>
          </a:p>
          <a:p>
            <a:r>
              <a:rPr lang="en-US" noProof="0" dirty="0"/>
              <a:t>Late deliveries threaten the continuity of supply required for Good Manufacturing Practices and raise audit exposure.</a:t>
            </a:r>
          </a:p>
          <a:p>
            <a:pPr lvl="1"/>
            <a:r>
              <a:rPr lang="en-US" noProof="0" dirty="0"/>
              <a:t>Continuity of supply: production halts risk costly delays and regulatory action.</a:t>
            </a:r>
          </a:p>
          <a:p>
            <a:pPr lvl="1"/>
            <a:r>
              <a:rPr lang="en-US" noProof="0" dirty="0"/>
              <a:t>Documentation: late deliveries demand enhanced traceability for audits.</a:t>
            </a:r>
          </a:p>
          <a:p>
            <a:pPr lvl="1"/>
            <a:r>
              <a:rPr lang="en-US" noProof="0" dirty="0"/>
              <a:t>Quality: unreliable suppliers risk non-compliant batches and recalls.</a:t>
            </a:r>
          </a:p>
        </p:txBody>
      </p:sp>
      <p:sp>
        <p:nvSpPr>
          <p:cNvPr id="9" name="Content Placeholder 8">
            <a:extLst>
              <a:ext uri="{FF2B5EF4-FFF2-40B4-BE49-F238E27FC236}">
                <a16:creationId xmlns:a16="http://schemas.microsoft.com/office/drawing/2014/main" id="{5B87B329-1CBF-7341-7763-8BC202731692}"/>
              </a:ext>
            </a:extLst>
          </p:cNvPr>
          <p:cNvSpPr>
            <a:spLocks noGrp="1"/>
          </p:cNvSpPr>
          <p:nvPr>
            <p:ph idx="13"/>
          </p:nvPr>
        </p:nvSpPr>
        <p:spPr/>
        <p:txBody>
          <a:bodyPr/>
          <a:lstStyle/>
          <a:p>
            <a:r>
              <a:rPr lang="en-US" b="1" noProof="0" dirty="0"/>
              <a:t>Primary delay drivers</a:t>
            </a:r>
          </a:p>
          <a:p>
            <a:r>
              <a:rPr lang="en-US" noProof="0" dirty="0"/>
              <a:t>Three components exceed 60-day delivery timelines, far above the 13.6-day benchmark.</a:t>
            </a:r>
          </a:p>
          <a:p>
            <a:pPr lvl="1"/>
            <a:r>
              <a:rPr lang="en-US" noProof="0" dirty="0"/>
              <a:t>Elevated lead time variance of 26, 24 and 22 days for the top three components.</a:t>
            </a:r>
          </a:p>
          <a:p>
            <a:pPr lvl="1"/>
            <a:r>
              <a:rPr lang="en-US" noProof="0" dirty="0"/>
              <a:t>Supplier gaps: EcoSupply (87.9%) and PrimeLogistics (88.0%) lag on on-time delivery.</a:t>
            </a:r>
          </a:p>
          <a:p>
            <a:pPr lvl="1"/>
            <a:r>
              <a:rPr lang="en-US" noProof="0" dirty="0"/>
              <a:t>High-risk concentration: RawMatPlus carries the most high-risk orders.</a:t>
            </a:r>
          </a:p>
        </p:txBody>
      </p:sp>
      <p:sp>
        <p:nvSpPr>
          <p:cNvPr id="3" name="Slide Number Placeholder 2">
            <a:extLst>
              <a:ext uri="{FF2B5EF4-FFF2-40B4-BE49-F238E27FC236}">
                <a16:creationId xmlns:a16="http://schemas.microsoft.com/office/drawing/2014/main" id="{6DC51B22-839B-DA1B-066D-266FCD2A50FF}"/>
              </a:ext>
            </a:extLst>
          </p:cNvPr>
          <p:cNvSpPr>
            <a:spLocks noGrp="1"/>
          </p:cNvSpPr>
          <p:nvPr>
            <p:ph type="sldNum" sz="quarter" idx="12"/>
          </p:nvPr>
        </p:nvSpPr>
        <p:spPr/>
        <p:txBody>
          <a:bodyPr/>
          <a:lstStyle/>
          <a:p>
            <a:fld id="{AEC8D767-5246-2244-A4A3-B8AFB218393C}" type="slidenum">
              <a:rPr lang="en-GB" smtClean="0"/>
              <a:t>6</a:t>
            </a:fld>
            <a:endParaRPr lang="en-GB"/>
          </a:p>
        </p:txBody>
      </p:sp>
    </p:spTree>
    <p:extLst>
      <p:ext uri="{BB962C8B-B14F-4D97-AF65-F5344CB8AC3E}">
        <p14:creationId xmlns:p14="http://schemas.microsoft.com/office/powerpoint/2010/main" val="42122039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F43777D-CF35-4B39-579A-74B332869DB4}"/>
              </a:ext>
            </a:extLst>
          </p:cNvPr>
          <p:cNvSpPr>
            <a:spLocks noGrp="1"/>
          </p:cNvSpPr>
          <p:nvPr>
            <p:ph type="title"/>
          </p:nvPr>
        </p:nvSpPr>
        <p:spPr/>
        <p:txBody>
          <a:bodyPr/>
          <a:lstStyle/>
          <a:p>
            <a:r>
              <a:rPr lang="en-US" noProof="0" dirty="0">
                <a:sym typeface="Arial" pitchFamily="-65" charset="0"/>
              </a:rPr>
              <a:t>Action plan and timeline</a:t>
            </a:r>
            <a:endParaRPr lang="en-US" noProof="0" dirty="0"/>
          </a:p>
        </p:txBody>
      </p:sp>
      <p:sp>
        <p:nvSpPr>
          <p:cNvPr id="5" name="Content Placeholder 4">
            <a:extLst>
              <a:ext uri="{FF2B5EF4-FFF2-40B4-BE49-F238E27FC236}">
                <a16:creationId xmlns:a16="http://schemas.microsoft.com/office/drawing/2014/main" id="{3AEEF438-F028-E5BB-44E2-F284B33F50FF}"/>
              </a:ext>
            </a:extLst>
          </p:cNvPr>
          <p:cNvSpPr>
            <a:spLocks noGrp="1"/>
          </p:cNvSpPr>
          <p:nvPr>
            <p:ph idx="1"/>
          </p:nvPr>
        </p:nvSpPr>
        <p:spPr/>
        <p:txBody>
          <a:bodyPr/>
          <a:lstStyle/>
          <a:p>
            <a:r>
              <a:rPr lang="en-US" b="1" noProof="0" dirty="0"/>
              <a:t>Immediate (0 to 1 week)</a:t>
            </a:r>
          </a:p>
          <a:p>
            <a:pPr lvl="1"/>
            <a:r>
              <a:rPr lang="en-US" noProof="0" dirty="0"/>
              <a:t>Notify suppliers of delays and request expedited shipping.</a:t>
            </a:r>
          </a:p>
          <a:p>
            <a:pPr lvl="1"/>
            <a:r>
              <a:rPr lang="en-US" noProof="0" dirty="0"/>
              <a:t>Run a rapid risk assessment for alternative suppliers.</a:t>
            </a:r>
          </a:p>
          <a:p>
            <a:pPr lvl="1"/>
            <a:r>
              <a:rPr lang="en-US" noProof="0" dirty="0"/>
              <a:t>Adjust production schedules within compliance windows.</a:t>
            </a:r>
          </a:p>
        </p:txBody>
      </p:sp>
      <p:sp>
        <p:nvSpPr>
          <p:cNvPr id="9" name="Content Placeholder 8">
            <a:extLst>
              <a:ext uri="{FF2B5EF4-FFF2-40B4-BE49-F238E27FC236}">
                <a16:creationId xmlns:a16="http://schemas.microsoft.com/office/drawing/2014/main" id="{5B87B329-1CBF-7341-7763-8BC202731692}"/>
              </a:ext>
            </a:extLst>
          </p:cNvPr>
          <p:cNvSpPr>
            <a:spLocks noGrp="1"/>
          </p:cNvSpPr>
          <p:nvPr>
            <p:ph idx="13"/>
          </p:nvPr>
        </p:nvSpPr>
        <p:spPr/>
        <p:txBody>
          <a:bodyPr/>
          <a:lstStyle/>
          <a:p>
            <a:r>
              <a:rPr lang="en-US" b="1" noProof="0" dirty="0"/>
              <a:t>Short-term (1 to 3 weeks)</a:t>
            </a:r>
          </a:p>
          <a:p>
            <a:pPr lvl="1"/>
            <a:r>
              <a:rPr lang="en-US" noProof="0" dirty="0"/>
              <a:t>Refine delivery schedules to cut lead time variance.</a:t>
            </a:r>
          </a:p>
          <a:p>
            <a:pPr lvl="1"/>
            <a:r>
              <a:rPr lang="en-US" noProof="0" dirty="0"/>
              <a:t>Update safety stock and inventory protocols.</a:t>
            </a:r>
          </a:p>
          <a:p>
            <a:pPr lvl="1"/>
            <a:r>
              <a:rPr lang="en-US" noProof="0" dirty="0"/>
              <a:t>Prepare compliance documentation for regulatory risk.</a:t>
            </a:r>
          </a:p>
        </p:txBody>
      </p:sp>
      <p:sp>
        <p:nvSpPr>
          <p:cNvPr id="10" name="Content Placeholder 9">
            <a:extLst>
              <a:ext uri="{FF2B5EF4-FFF2-40B4-BE49-F238E27FC236}">
                <a16:creationId xmlns:a16="http://schemas.microsoft.com/office/drawing/2014/main" id="{1ECBD382-409B-E13D-86B7-C21B40FAB25A}"/>
              </a:ext>
            </a:extLst>
          </p:cNvPr>
          <p:cNvSpPr>
            <a:spLocks noGrp="1"/>
          </p:cNvSpPr>
          <p:nvPr>
            <p:ph idx="14"/>
          </p:nvPr>
        </p:nvSpPr>
        <p:spPr/>
        <p:txBody>
          <a:bodyPr/>
          <a:lstStyle/>
          <a:p>
            <a:r>
              <a:rPr lang="en-US" b="1" noProof="0" dirty="0"/>
              <a:t>Long-term (1 to 3 months)</a:t>
            </a:r>
          </a:p>
          <a:p>
            <a:pPr lvl="1"/>
            <a:r>
              <a:rPr lang="en-US" noProof="0" dirty="0"/>
              <a:t>Qualify secondary suppliers and contingency agreements.</a:t>
            </a:r>
          </a:p>
          <a:p>
            <a:pPr lvl="1"/>
            <a:r>
              <a:rPr lang="en-US" noProof="0" dirty="0"/>
              <a:t>Deploy predictive supply chain analytics.</a:t>
            </a:r>
          </a:p>
          <a:p>
            <a:pPr lvl="1"/>
            <a:r>
              <a:rPr lang="en-US" noProof="0" dirty="0"/>
              <a:t>Evaluate suppliers for long-term partnerships.</a:t>
            </a:r>
          </a:p>
        </p:txBody>
      </p:sp>
      <p:sp>
        <p:nvSpPr>
          <p:cNvPr id="3" name="Slide Number Placeholder 2">
            <a:extLst>
              <a:ext uri="{FF2B5EF4-FFF2-40B4-BE49-F238E27FC236}">
                <a16:creationId xmlns:a16="http://schemas.microsoft.com/office/drawing/2014/main" id="{19293B16-81D8-49CC-FA25-0A5573866CF6}"/>
              </a:ext>
            </a:extLst>
          </p:cNvPr>
          <p:cNvSpPr>
            <a:spLocks noGrp="1"/>
          </p:cNvSpPr>
          <p:nvPr>
            <p:ph type="sldNum" sz="quarter" idx="12"/>
          </p:nvPr>
        </p:nvSpPr>
        <p:spPr/>
        <p:txBody>
          <a:bodyPr/>
          <a:lstStyle/>
          <a:p>
            <a:fld id="{AEC8D767-5246-2244-A4A3-B8AFB218393C}" type="slidenum">
              <a:rPr lang="en-GB" smtClean="0"/>
              <a:t>7</a:t>
            </a:fld>
            <a:endParaRPr lang="en-GB"/>
          </a:p>
        </p:txBody>
      </p:sp>
    </p:spTree>
    <p:extLst>
      <p:ext uri="{BB962C8B-B14F-4D97-AF65-F5344CB8AC3E}">
        <p14:creationId xmlns:p14="http://schemas.microsoft.com/office/powerpoint/2010/main" val="39273603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FFEC1A2D-BA44-5F1F-D830-22A2FF8F1DDC}"/>
              </a:ext>
            </a:extLst>
          </p:cNvPr>
          <p:cNvSpPr>
            <a:spLocks noGrp="1"/>
          </p:cNvSpPr>
          <p:nvPr>
            <p:ph type="ctrTitle"/>
          </p:nvPr>
        </p:nvSpPr>
        <p:spPr>
          <a:xfrm>
            <a:off x="291593" y="280800"/>
            <a:ext cx="5734050" cy="2620397"/>
          </a:xfrm>
        </p:spPr>
        <p:txBody>
          <a:bodyPr/>
          <a:lstStyle/>
          <a:p>
            <a:r>
              <a:rPr lang="en-US" noProof="0" dirty="0"/>
              <a:t>Thank you</a:t>
            </a:r>
          </a:p>
        </p:txBody>
      </p:sp>
      <p:sp>
        <p:nvSpPr>
          <p:cNvPr id="7" name="Text Placeholder 6">
            <a:extLst>
              <a:ext uri="{FF2B5EF4-FFF2-40B4-BE49-F238E27FC236}">
                <a16:creationId xmlns:a16="http://schemas.microsoft.com/office/drawing/2014/main" id="{C18A1516-4E09-4EE4-6EB1-A54831B0BCCF}"/>
              </a:ext>
            </a:extLst>
          </p:cNvPr>
          <p:cNvSpPr>
            <a:spLocks noGrp="1"/>
          </p:cNvSpPr>
          <p:nvPr>
            <p:ph type="body" sz="quarter" idx="10"/>
          </p:nvPr>
        </p:nvSpPr>
        <p:spPr>
          <a:xfrm>
            <a:off x="287338" y="5035735"/>
            <a:ext cx="2795587" cy="717180"/>
          </a:xfrm>
        </p:spPr>
        <p:txBody>
          <a:bodyPr/>
          <a:lstStyle/>
          <a:p>
            <a:r>
              <a:rPr lang="en-GB" dirty="0"/>
              <a:t>Questions on this report can be directed to:</a:t>
            </a:r>
          </a:p>
          <a:p>
            <a:r>
              <a:rPr lang="en-US" dirty="0"/>
              <a:t>Supply Chain Compliance Team</a:t>
            </a:r>
            <a:br>
              <a:rPr lang="en-US" dirty="0"/>
            </a:br>
            <a:r>
              <a:rPr lang="en-US" dirty="0"/>
              <a:t>supplychain.compliance@jnj.com</a:t>
            </a:r>
          </a:p>
        </p:txBody>
      </p:sp>
    </p:spTree>
    <p:extLst>
      <p:ext uri="{BB962C8B-B14F-4D97-AF65-F5344CB8AC3E}">
        <p14:creationId xmlns:p14="http://schemas.microsoft.com/office/powerpoint/2010/main" val="827589322"/>
      </p:ext>
    </p:extLst>
  </p:cSld>
  <p:clrMapOvr>
    <a:masterClrMapping/>
  </p:clrMapOvr>
</p:sld>
</file>

<file path=ppt/theme/theme1.xml><?xml version="1.0" encoding="utf-8"?>
<a:theme xmlns:a="http://schemas.openxmlformats.org/drawingml/2006/main" name="Johnson and Johnson: Innovation">
  <a:themeElements>
    <a:clrScheme name="JNJ">
      <a:dk1>
        <a:srgbClr val="000000"/>
      </a:dk1>
      <a:lt1>
        <a:srgbClr val="FFFFFF"/>
      </a:lt1>
      <a:dk2>
        <a:srgbClr val="F1EFED"/>
      </a:dk2>
      <a:lt2>
        <a:srgbClr val="6E6159"/>
      </a:lt2>
      <a:accent1>
        <a:srgbClr val="EB1700"/>
      </a:accent1>
      <a:accent2>
        <a:srgbClr val="D5CFC9"/>
      </a:accent2>
      <a:accent3>
        <a:srgbClr val="000000"/>
      </a:accent3>
      <a:accent4>
        <a:srgbClr val="A39992"/>
      </a:accent4>
      <a:accent5>
        <a:srgbClr val="69D0FF"/>
      </a:accent5>
      <a:accent6>
        <a:srgbClr val="004585"/>
      </a:accent6>
      <a:hlink>
        <a:srgbClr val="000000"/>
      </a:hlink>
      <a:folHlink>
        <a:srgbClr val="000000"/>
      </a:folHlink>
    </a:clrScheme>
    <a:fontScheme name="J&amp;J">
      <a:majorFont>
        <a:latin typeface="Johnson Display"/>
        <a:ea typeface=""/>
        <a:cs typeface=""/>
      </a:majorFont>
      <a:minorFont>
        <a:latin typeface="Johnson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smtClean="0">
            <a:latin typeface="+mn-lt"/>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marL="285750" indent="-285750" algn="l">
          <a:buFont typeface="Arial" panose="020B0604020202020204" pitchFamily="34" charset="0"/>
          <a:buChar char="•"/>
          <a:defRPr sz="1800" kern="1200" dirty="0" err="1" smtClean="0">
            <a:solidFill>
              <a:schemeClr val="tx1"/>
            </a:solidFill>
            <a:latin typeface="+mn-lt"/>
            <a:ea typeface="+mn-ea"/>
            <a:cs typeface="+mn-cs"/>
          </a:defRPr>
        </a:defPPr>
      </a:lstStyle>
    </a:txDef>
  </a:objectDefaults>
  <a:extraClrSchemeLst/>
  <a:extLst>
    <a:ext uri="{05A4C25C-085E-4340-85A3-A5531E510DB2}">
      <thm15:themeFamily xmlns:thm15="http://schemas.microsoft.com/office/thememl/2012/main" name="JJ_Innovation_PPT_Template_V4" id="{32D07478-A2A0-ED4D-9280-B8A63A9615C5}" vid="{C22F6154-032D-224D-BFC7-422C9AB85B7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3ca48ea3-8c75-4d36-b64f-70604b11fd22}" enabled="1" method="Standard" siteId="{3ac94b33-9135-4821-9502-eafda6592a35}" contentBits="0" removed="0"/>
</clbl:labelList>
</file>

<file path=docProps/app.xml><?xml version="1.0" encoding="utf-8"?>
<Properties xmlns="http://schemas.openxmlformats.org/officeDocument/2006/extended-properties" xmlns:vt="http://schemas.openxmlformats.org/officeDocument/2006/docPropsVTypes">
  <TotalTime>32</TotalTime>
  <Words>802</Words>
  <Application>Microsoft Office PowerPoint</Application>
  <PresentationFormat>Widescreen</PresentationFormat>
  <Paragraphs>103</Paragraphs>
  <Slides>8</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Johnson Text</vt:lpstr>
      <vt:lpstr>Johnson Display</vt:lpstr>
      <vt:lpstr>Arial</vt:lpstr>
      <vt:lpstr>Johnson and Johnson: Innovation</vt:lpstr>
      <vt:lpstr>Supply Chain Issue Compliance Report</vt:lpstr>
      <vt:lpstr>Executive summary</vt:lpstr>
      <vt:lpstr>Delivery performance by risk level</vt:lpstr>
      <vt:lpstr>Supplier reliability vs. on-time delivery</vt:lpstr>
      <vt:lpstr>Most delayed components</vt:lpstr>
      <vt:lpstr>Compliance implications and root causes</vt:lpstr>
      <vt:lpstr>Action plan and timeline</vt:lpstr>
      <vt:lpstr>Thank you</vt:lpstr>
    </vt:vector>
  </TitlesOfParts>
  <Company>JnJ</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Quiros, Virginia [JANUS]</dc:creator>
  <cp:lastModifiedBy>Quiros, Virginia [JANUS]</cp:lastModifiedBy>
  <cp:revision>1</cp:revision>
  <dcterms:created xsi:type="dcterms:W3CDTF">2026-06-24T20:28:01Z</dcterms:created>
  <dcterms:modified xsi:type="dcterms:W3CDTF">2026-06-24T21:00:18Z</dcterms:modified>
</cp:coreProperties>
</file>