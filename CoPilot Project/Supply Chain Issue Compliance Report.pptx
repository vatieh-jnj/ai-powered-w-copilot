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9" r:id="rId1"/>
  </p:sldMasterIdLst>
  <p:notesMasterIdLst>
    <p:notesMasterId r:id="rId8"/>
  </p:notesMasterIdLst>
  <p:sldIdLst>
    <p:sldId id="2147475067" r:id="rId2"/>
    <p:sldId id="2147475068" r:id="rId3"/>
    <p:sldId id="2147475069" r:id="rId4"/>
    <p:sldId id="2147475070" r:id="rId5"/>
    <p:sldId id="2147475071" r:id="rId6"/>
    <p:sldId id="2147474897" r:id="rId7"/>
  </p:sldIdLst>
  <p:sldSz cx="12192000" cy="6858000"/>
  <p:notesSz cx="6858000" cy="9144000"/>
  <p:embeddedFontLst>
    <p:embeddedFont>
      <p:font typeface="Johnson Display" panose="020B0604020202020204" charset="0"/>
      <p:regular r:id="rId9"/>
      <p:bold r:id="rId10"/>
      <p:italic r:id="rId11"/>
      <p:boldItalic r:id="rId12"/>
    </p:embeddedFont>
    <p:embeddedFont>
      <p:font typeface="Johnson Text" panose="020B060402020202020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5F3"/>
    <a:srgbClr val="F1EFED"/>
    <a:srgbClr val="F9F7F6"/>
    <a:srgbClr val="ECECEC"/>
    <a:srgbClr val="F5F3F2"/>
    <a:srgbClr val="F6F3F2"/>
    <a:srgbClr val="81766F"/>
    <a:srgbClr val="564C47"/>
    <a:srgbClr val="83786F"/>
    <a:srgbClr val="9834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56" d="100"/>
          <a:sy n="56" d="100"/>
        </p:scale>
        <p:origin x="64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b="1" dirty="0"/>
              <a:t>Avg delivery timeline by risk level (days)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484980995599028"/>
          <c:y val="0.17697177003266101"/>
          <c:w val="0.70904989521949768"/>
          <c:h val="0.646211921302628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delivery timeline (days)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bg1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11.25</c:v>
                </c:pt>
                <c:pt idx="1">
                  <c:v>15.13</c:v>
                </c:pt>
                <c:pt idx="2">
                  <c:v>12.86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6A-A242-A512-3970FEA8E5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823281519"/>
        <c:axId val="1823220831"/>
      </c:barChart>
      <c:catAx>
        <c:axId val="1823281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3220831"/>
        <c:crosses val="autoZero"/>
        <c:auto val="1"/>
        <c:lblAlgn val="ctr"/>
        <c:lblOffset val="100"/>
        <c:noMultiLvlLbl val="0"/>
      </c:catAx>
      <c:valAx>
        <c:axId val="1823220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A3999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3281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 sz="1000" b="0" i="0">
          <a:solidFill>
            <a:schemeClr val="tx1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Johnson Display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Johnson Display" pitchFamily="2" charset="77"/>
              </a:defRPr>
            </a:lvl1pPr>
          </a:lstStyle>
          <a:p>
            <a:fld id="{BA4529F8-1B9C-C04B-A698-DC6C48C547B6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Johnson Display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Johnson Display" pitchFamily="2" charset="77"/>
              </a:defRPr>
            </a:lvl1pPr>
          </a:lstStyle>
          <a:p>
            <a:fld id="{08B18E93-EE38-CB4F-AFC1-65CB91DBAD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57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stakeholders and frame this as a compliance-focused review of supply chain risk. The analysis draws on 50 component and order records and is a draft for stakeholder review dated June 25, 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headline issues: 11 components are currently delayed, average lead time has stretched to about 26 days, supplier on-time delivery has slipped to roughly 87.9%, and four suppliers fall in the high-risk band. These are the drivers behind the compliance concern.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chart of average delivery timeline by risk level: medium-risk components take longest at about 15 days. The table breaks down each supplier's order volume, on-time rate, defect rate and high-risk count. Flag NextGen Pharma and RawMatPlus as the largest-volume suppliers.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four mitigation pillars: expedite and recover delayed components, diversify and qualify secondary suppliers, rebuild buffer inventory, and deploy monitoring with supplier audits. Present these as parallel workstreams, not sequential steps.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 out the phased plan: immediate actions in the first week, short-term moves over one to three weeks, and longer-term structural changes across one to three months. Close by assigning owners and confirming the next review checkpoint.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reiterating the goal: reduce delayed components below five next cycle and lift on-time delivery toward 95%. Invite questions and direct follow-ups to the compliance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18E93-EE38-CB4F-AFC1-65CB91DBAD4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99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4806" y="262670"/>
            <a:ext cx="8676632" cy="3930563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8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42D80B8-9D94-A4FE-A104-C937BDCF89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5" y="4889500"/>
            <a:ext cx="5760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FC18C372-E3E1-FE2B-B432-BD1E63E9A760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AB8E24E-E435-1D31-7801-FC2E55A29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
Slide footer goes here if required. Turn off globally using the Header/Footer function (under the Insert menu).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9D4DE3A-C36D-9881-4613-8229E5B3BE56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00476" y="6347868"/>
            <a:ext cx="1017714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1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4805" y="261082"/>
            <a:ext cx="8676633" cy="3930563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80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A32A6B3-A100-17C8-83CF-514F06C3D0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5" y="4889500"/>
            <a:ext cx="4536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0C91DE01-8580-80A7-12D8-EA90EF5CA36F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accent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576F35B-873D-7A43-23A2-6F342CC81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E533CC4-44DA-8799-D31E-C61339C4A0C4}"/>
              </a:ext>
            </a:extLst>
          </p:cNvPr>
          <p:cNvPicPr>
            <a:picLocks noChangeAspect="1"/>
          </p:cNvPicPr>
          <p:nvPr userDrawn="1"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00476" y="6347868"/>
            <a:ext cx="1017714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1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Long titles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5980" y="266955"/>
            <a:ext cx="5734050" cy="3482172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  <a:br>
              <a:rPr lang="en-GB" dirty="0"/>
            </a:b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5738042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E1BD3F77-9A53-CD01-DCF8-3C90891AE6D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1457E6FC-210A-4A04-1640-ED8A61457C29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BDD11AC-89D9-1015-8860-013C40401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1771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16FE902-E07D-FA9C-4254-E4323042F21D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7450" y="6347868"/>
            <a:ext cx="1017714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98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anel Images - Long titles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5979" y="266955"/>
            <a:ext cx="8518155" cy="2946145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  <a:br>
              <a:rPr lang="en-GB" dirty="0"/>
            </a:b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4536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7" name="Graphic 2">
            <a:extLst>
              <a:ext uri="{FF2B5EF4-FFF2-40B4-BE49-F238E27FC236}">
                <a16:creationId xmlns:a16="http://schemas.microsoft.com/office/drawing/2014/main" id="{76E2EBF3-E47D-58C8-6929-CAE0CAEF897D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632A4B-C5F0-D069-7A23-AD8F76330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4536000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C7F486-1748-76DA-66A4-45ADEE59514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83403" y="3424232"/>
            <a:ext cx="3041422" cy="3433767"/>
          </a:xfrm>
          <a:solidFill>
            <a:schemeClr val="bg1"/>
          </a:solidFill>
        </p:spPr>
        <p:txBody>
          <a:bodyPr lIns="108000" tIns="72000" rIns="72000" bIns="72000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EB5B367-CE4D-1299-9064-51590557172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150578" y="0"/>
            <a:ext cx="3041422" cy="3424233"/>
          </a:xfrm>
          <a:solidFill>
            <a:schemeClr val="bg1"/>
          </a:solidFill>
        </p:spPr>
        <p:txBody>
          <a:bodyPr lIns="108000" tIns="72000" rIns="72000" bIns="72000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0F1D272-EEAE-905A-2A62-CF87B1E42173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00476" y="6347868"/>
            <a:ext cx="1017714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05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anel Images - Long titles [Accessible Version]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5979" y="266955"/>
            <a:ext cx="8518155" cy="2946145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  <a:br>
              <a:rPr lang="en-GB" dirty="0"/>
            </a:b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4531034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7" name="Graphic 2">
            <a:extLst>
              <a:ext uri="{FF2B5EF4-FFF2-40B4-BE49-F238E27FC236}">
                <a16:creationId xmlns:a16="http://schemas.microsoft.com/office/drawing/2014/main" id="{6FE39920-28CC-4C37-EC19-6F2C7A632392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accent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0A1E8EF-1DE0-EC73-1B00-F12B8E843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4527581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886367F5-983A-EDD5-0E7D-2D71962B94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83403" y="3424232"/>
            <a:ext cx="3041422" cy="3433767"/>
          </a:xfrm>
          <a:solidFill>
            <a:schemeClr val="tx2"/>
          </a:solidFill>
        </p:spPr>
        <p:txBody>
          <a:bodyPr lIns="108000" tIns="72000" rIns="72000" bIns="72000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1B21A53-5889-6EDC-41F9-2152FB8FD15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150578" y="0"/>
            <a:ext cx="3041422" cy="3424233"/>
          </a:xfrm>
          <a:solidFill>
            <a:schemeClr val="tx2"/>
          </a:solidFill>
        </p:spPr>
        <p:txBody>
          <a:bodyPr lIns="108000" tIns="72000" rIns="72000" bIns="72000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70EA5CE-79D9-1096-AAA1-E73718462916}"/>
              </a:ext>
            </a:extLst>
          </p:cNvPr>
          <p:cNvPicPr>
            <a:picLocks noChangeAspect="1"/>
          </p:cNvPicPr>
          <p:nvPr userDrawn="1"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00476" y="6347868"/>
            <a:ext cx="1017714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1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66400"/>
            <a:ext cx="8674100" cy="2770117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lang="en-GB" sz="7000" b="0" i="0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F639B-6480-4C85-354E-746014146F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5" y="4889500"/>
            <a:ext cx="5760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57462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1E30424-3D6B-9C32-D056-E12FEE15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4612" cy="1758623"/>
          </a:xfrm>
        </p:spPr>
        <p:txBody>
          <a:bodyPr anchor="t"/>
          <a:lstStyle>
            <a:lvl1pPr>
              <a:lnSpc>
                <a:spcPct val="80000"/>
              </a:lnSpc>
              <a:defRPr lang="en-GB" sz="7000" b="0" i="0" kern="1200" spc="0" baseline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2F9C5-6F6D-587C-351F-0B5583DF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742FCF-8FC7-F781-403E-AD00D1380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7801641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
Slide footer goes here if required. Turn off globally using the Header/Footer function (under the Insert menu).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137902E-418A-6086-125B-35CF695BBE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5" y="4889500"/>
            <a:ext cx="5760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D4E66-FCDE-4589-950A-448580DCE772}"/>
              </a:ext>
            </a:extLst>
          </p:cNvPr>
          <p:cNvSpPr/>
          <p:nvPr userDrawn="1"/>
        </p:nvSpPr>
        <p:spPr>
          <a:xfrm>
            <a:off x="8124825" y="2"/>
            <a:ext cx="4067175" cy="2282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983749-CBBE-20C9-5CE9-A0FB7E9642E0}"/>
              </a:ext>
            </a:extLst>
          </p:cNvPr>
          <p:cNvSpPr/>
          <p:nvPr userDrawn="1"/>
        </p:nvSpPr>
        <p:spPr>
          <a:xfrm>
            <a:off x="10186988" y="0"/>
            <a:ext cx="2005012" cy="4575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087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Red with Pane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1DFFC51-5FDD-DBA1-C803-B017E296ADB6}"/>
              </a:ext>
            </a:extLst>
          </p:cNvPr>
          <p:cNvSpPr/>
          <p:nvPr userDrawn="1"/>
        </p:nvSpPr>
        <p:spPr>
          <a:xfrm>
            <a:off x="8124825" y="2"/>
            <a:ext cx="4067175" cy="2282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4612" cy="1758623"/>
          </a:xfrm>
        </p:spPr>
        <p:txBody>
          <a:bodyPr anchor="t"/>
          <a:lstStyle>
            <a:lvl1pPr>
              <a:lnSpc>
                <a:spcPct val="80000"/>
              </a:lnSpc>
              <a:defRPr lang="en-GB" sz="7000" b="0" i="0" kern="1200" spc="0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96C02B-DDD3-6ECC-5C7A-81C542C2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A8361A8-BA28-9A97-B580-B5DE0DF2A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7801641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D2D3E5EB-2CF1-B717-DE02-644E2D3BED91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E0D41B9-C193-99A5-8526-5485CAF503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5" y="4889500"/>
            <a:ext cx="5760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33309B-1C6F-838B-4FB1-90C6D8B4502F}"/>
              </a:ext>
            </a:extLst>
          </p:cNvPr>
          <p:cNvSpPr/>
          <p:nvPr userDrawn="1"/>
        </p:nvSpPr>
        <p:spPr>
          <a:xfrm>
            <a:off x="10186988" y="0"/>
            <a:ext cx="2005012" cy="4575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EEBFE99-0778-DC53-A209-7ECEEA271C5D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2438" y="6396841"/>
            <a:ext cx="7874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7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8674100" cy="1758623"/>
          </a:xfrm>
        </p:spPr>
        <p:txBody>
          <a:bodyPr anchor="t">
            <a:spAutoFit/>
          </a:bodyPr>
          <a:lstStyle>
            <a:lvl1pPr>
              <a:lnSpc>
                <a:spcPct val="80000"/>
              </a:lnSpc>
              <a:defRPr lang="en-GB" sz="7000" b="0" i="0" kern="1200" spc="0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4D4C34F6-671F-EEC0-FEE1-02A18D85B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9" y="4389438"/>
            <a:ext cx="5760000" cy="13763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Supporting details.</a:t>
            </a:r>
            <a:r>
              <a:rPr lang="en-GB" dirty="0"/>
              <a:t> Delete if not required. </a:t>
            </a:r>
            <a:r>
              <a:rPr lang="en-US" noProof="0" dirty="0"/>
              <a:t>Right click on background &gt; Select ‘Format background’ &gt; Select color fill to change color.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3A6692-6756-028A-9F7E-2811210F0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5" name="Graphic 8">
            <a:extLst>
              <a:ext uri="{FF2B5EF4-FFF2-40B4-BE49-F238E27FC236}">
                <a16:creationId xmlns:a16="http://schemas.microsoft.com/office/drawing/2014/main" id="{C2666627-5EC6-6B74-6176-F0B74B3F4F65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166B3DA-D50A-BDD2-1CA8-834E493DC61B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2438" y="6396841"/>
            <a:ext cx="7874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7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with Full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anchor="ctr"/>
          <a:lstStyle>
            <a:lvl1pPr algn="ctr"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If using a title over the image, ensure the text is legible. Double click the image to adjust crop and scale.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8672054" cy="1758623"/>
          </a:xfrm>
        </p:spPr>
        <p:txBody>
          <a:bodyPr anchor="t">
            <a:spAutoFit/>
          </a:bodyPr>
          <a:lstStyle>
            <a:lvl1pPr>
              <a:lnSpc>
                <a:spcPct val="80000"/>
              </a:lnSpc>
              <a:defRPr lang="en-GB" sz="7000" b="0" i="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91BFCC-4CF5-814A-036A-AA78247FF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5A280A0E-8ABE-87F1-05FC-BB3C20B16178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150933 w 352800"/>
              <a:gd name="connsiteY0" fmla="*/ 75720 h 149403"/>
              <a:gd name="connsiteX1" fmla="*/ 138451 w 352800"/>
              <a:gd name="connsiteY1" fmla="*/ 101639 h 149403"/>
              <a:gd name="connsiteX2" fmla="*/ 170179 w 352800"/>
              <a:gd name="connsiteY2" fmla="*/ 134500 h 149403"/>
              <a:gd name="connsiteX3" fmla="*/ 197198 w 352800"/>
              <a:gd name="connsiteY3" fmla="*/ 126129 h 149403"/>
              <a:gd name="connsiteX4" fmla="*/ 194943 w 352800"/>
              <a:gd name="connsiteY4" fmla="*/ 61438 h 149403"/>
              <a:gd name="connsiteX5" fmla="*/ 175087 w 352800"/>
              <a:gd name="connsiteY5" fmla="*/ 65313 h 149403"/>
              <a:gd name="connsiteX6" fmla="*/ 215211 w 352800"/>
              <a:gd name="connsiteY6" fmla="*/ 109414 h 149403"/>
              <a:gd name="connsiteX7" fmla="*/ 221763 w 352800"/>
              <a:gd name="connsiteY7" fmla="*/ 87569 h 149403"/>
              <a:gd name="connsiteX8" fmla="*/ 194943 w 352800"/>
              <a:gd name="connsiteY8" fmla="*/ 61438 h 149403"/>
              <a:gd name="connsiteX9" fmla="*/ 170179 w 352800"/>
              <a:gd name="connsiteY9" fmla="*/ 10817 h 149403"/>
              <a:gd name="connsiteX10" fmla="*/ 150734 w 352800"/>
              <a:gd name="connsiteY10" fmla="*/ 29397 h 149403"/>
              <a:gd name="connsiteX11" fmla="*/ 160762 w 352800"/>
              <a:gd name="connsiteY11" fmla="*/ 49603 h 149403"/>
              <a:gd name="connsiteX12" fmla="*/ 169569 w 352800"/>
              <a:gd name="connsiteY12" fmla="*/ 59402 h 149403"/>
              <a:gd name="connsiteX13" fmla="*/ 189425 w 352800"/>
              <a:gd name="connsiteY13" fmla="*/ 30415 h 149403"/>
              <a:gd name="connsiteX14" fmla="*/ 170179 w 352800"/>
              <a:gd name="connsiteY14" fmla="*/ 10817 h 149403"/>
              <a:gd name="connsiteX15" fmla="*/ 327413 w 352800"/>
              <a:gd name="connsiteY15" fmla="*/ 3267 h 149403"/>
              <a:gd name="connsiteX16" fmla="*/ 352800 w 352800"/>
              <a:gd name="connsiteY16" fmla="*/ 3267 h 149403"/>
              <a:gd name="connsiteX17" fmla="*/ 352800 w 352800"/>
              <a:gd name="connsiteY17" fmla="*/ 102260 h 149403"/>
              <a:gd name="connsiteX18" fmla="*/ 305301 w 352800"/>
              <a:gd name="connsiteY18" fmla="*/ 149403 h 149403"/>
              <a:gd name="connsiteX19" fmla="*/ 257802 w 352800"/>
              <a:gd name="connsiteY19" fmla="*/ 102260 h 149403"/>
              <a:gd name="connsiteX20" fmla="*/ 257802 w 352800"/>
              <a:gd name="connsiteY20" fmla="*/ 93480 h 149403"/>
              <a:gd name="connsiteX21" fmla="*/ 283190 w 352800"/>
              <a:gd name="connsiteY21" fmla="*/ 87159 h 149403"/>
              <a:gd name="connsiteX22" fmla="*/ 283190 w 352800"/>
              <a:gd name="connsiteY22" fmla="*/ 106743 h 149403"/>
              <a:gd name="connsiteX23" fmla="*/ 305301 w 352800"/>
              <a:gd name="connsiteY23" fmla="*/ 136140 h 149403"/>
              <a:gd name="connsiteX24" fmla="*/ 327413 w 352800"/>
              <a:gd name="connsiteY24" fmla="*/ 108793 h 149403"/>
              <a:gd name="connsiteX25" fmla="*/ 69610 w 352800"/>
              <a:gd name="connsiteY25" fmla="*/ 3267 h 149403"/>
              <a:gd name="connsiteX26" fmla="*/ 94998 w 352800"/>
              <a:gd name="connsiteY26" fmla="*/ 3267 h 149403"/>
              <a:gd name="connsiteX27" fmla="*/ 94998 w 352800"/>
              <a:gd name="connsiteY27" fmla="*/ 102260 h 149403"/>
              <a:gd name="connsiteX28" fmla="*/ 47499 w 352800"/>
              <a:gd name="connsiteY28" fmla="*/ 149403 h 149403"/>
              <a:gd name="connsiteX29" fmla="*/ 0 w 352800"/>
              <a:gd name="connsiteY29" fmla="*/ 102260 h 149403"/>
              <a:gd name="connsiteX30" fmla="*/ 0 w 352800"/>
              <a:gd name="connsiteY30" fmla="*/ 93480 h 149403"/>
              <a:gd name="connsiteX31" fmla="*/ 25388 w 352800"/>
              <a:gd name="connsiteY31" fmla="*/ 87159 h 149403"/>
              <a:gd name="connsiteX32" fmla="*/ 25388 w 352800"/>
              <a:gd name="connsiteY32" fmla="*/ 106743 h 149403"/>
              <a:gd name="connsiteX33" fmla="*/ 47499 w 352800"/>
              <a:gd name="connsiteY33" fmla="*/ 136140 h 149403"/>
              <a:gd name="connsiteX34" fmla="*/ 69610 w 352800"/>
              <a:gd name="connsiteY34" fmla="*/ 108793 h 149403"/>
              <a:gd name="connsiteX35" fmla="*/ 170789 w 352800"/>
              <a:gd name="connsiteY35" fmla="*/ 0 h 149403"/>
              <a:gd name="connsiteX36" fmla="*/ 209282 w 352800"/>
              <a:gd name="connsiteY36" fmla="*/ 27757 h 149403"/>
              <a:gd name="connsiteX37" fmla="*/ 187171 w 352800"/>
              <a:gd name="connsiteY37" fmla="*/ 54694 h 149403"/>
              <a:gd name="connsiteX38" fmla="*/ 187582 w 352800"/>
              <a:gd name="connsiteY38" fmla="*/ 55514 h 149403"/>
              <a:gd name="connsiteX39" fmla="*/ 212147 w 352800"/>
              <a:gd name="connsiteY39" fmla="*/ 50621 h 149403"/>
              <a:gd name="connsiteX40" fmla="*/ 238967 w 352800"/>
              <a:gd name="connsiteY40" fmla="*/ 76540 h 149403"/>
              <a:gd name="connsiteX41" fmla="*/ 221565 w 352800"/>
              <a:gd name="connsiteY41" fmla="*/ 116344 h 149403"/>
              <a:gd name="connsiteX42" fmla="*/ 247748 w 352800"/>
              <a:gd name="connsiteY42" fmla="*/ 145119 h 149403"/>
              <a:gd name="connsiteX43" fmla="*/ 247748 w 352800"/>
              <a:gd name="connsiteY43" fmla="*/ 146137 h 149403"/>
              <a:gd name="connsiteX44" fmla="*/ 215609 w 352800"/>
              <a:gd name="connsiteY44" fmla="*/ 146137 h 149403"/>
              <a:gd name="connsiteX45" fmla="*/ 203326 w 352800"/>
              <a:gd name="connsiteY45" fmla="*/ 132873 h 149403"/>
              <a:gd name="connsiteX46" fmla="*/ 157061 w 352800"/>
              <a:gd name="connsiteY46" fmla="*/ 149403 h 149403"/>
              <a:gd name="connsiteX47" fmla="*/ 115915 w 352800"/>
              <a:gd name="connsiteY47" fmla="*/ 110829 h 149403"/>
              <a:gd name="connsiteX48" fmla="*/ 145190 w 352800"/>
              <a:gd name="connsiteY48" fmla="*/ 69809 h 149403"/>
              <a:gd name="connsiteX49" fmla="*/ 144991 w 352800"/>
              <a:gd name="connsiteY49" fmla="*/ 69399 h 149403"/>
              <a:gd name="connsiteX50" fmla="*/ 128609 w 352800"/>
              <a:gd name="connsiteY50" fmla="*/ 35308 h 149403"/>
              <a:gd name="connsiteX51" fmla="*/ 170789 w 352800"/>
              <a:gd name="connsiteY51" fmla="*/ 0 h 14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52800" h="149403">
                <a:moveTo>
                  <a:pt x="150933" y="75720"/>
                </a:moveTo>
                <a:cubicBezTo>
                  <a:pt x="143160" y="81221"/>
                  <a:pt x="138451" y="91020"/>
                  <a:pt x="138451" y="101639"/>
                </a:cubicBezTo>
                <a:cubicBezTo>
                  <a:pt x="138451" y="118579"/>
                  <a:pt x="150522" y="134500"/>
                  <a:pt x="170179" y="134500"/>
                </a:cubicBezTo>
                <a:cubicBezTo>
                  <a:pt x="178973" y="134500"/>
                  <a:pt x="188603" y="131234"/>
                  <a:pt x="197198" y="126129"/>
                </a:cubicBezTo>
                <a:close/>
                <a:moveTo>
                  <a:pt x="194943" y="61438"/>
                </a:moveTo>
                <a:cubicBezTo>
                  <a:pt x="189213" y="61438"/>
                  <a:pt x="182250" y="62456"/>
                  <a:pt x="175087" y="65313"/>
                </a:cubicBezTo>
                <a:lnTo>
                  <a:pt x="215211" y="109414"/>
                </a:lnTo>
                <a:cubicBezTo>
                  <a:pt x="219721" y="102472"/>
                  <a:pt x="221763" y="94921"/>
                  <a:pt x="221763" y="87569"/>
                </a:cubicBezTo>
                <a:cubicBezTo>
                  <a:pt x="221763" y="71026"/>
                  <a:pt x="211524" y="61438"/>
                  <a:pt x="194943" y="61438"/>
                </a:cubicBezTo>
                <a:close/>
                <a:moveTo>
                  <a:pt x="170179" y="10817"/>
                </a:moveTo>
                <a:cubicBezTo>
                  <a:pt x="158294" y="10817"/>
                  <a:pt x="150721" y="17548"/>
                  <a:pt x="150734" y="29397"/>
                </a:cubicBezTo>
                <a:cubicBezTo>
                  <a:pt x="150734" y="35718"/>
                  <a:pt x="152976" y="41034"/>
                  <a:pt x="160762" y="49603"/>
                </a:cubicBezTo>
                <a:lnTo>
                  <a:pt x="169569" y="59402"/>
                </a:lnTo>
                <a:cubicBezTo>
                  <a:pt x="183695" y="53068"/>
                  <a:pt x="189425" y="42052"/>
                  <a:pt x="189425" y="30415"/>
                </a:cubicBezTo>
                <a:cubicBezTo>
                  <a:pt x="189425" y="17760"/>
                  <a:pt x="182263" y="10817"/>
                  <a:pt x="170179" y="10817"/>
                </a:cubicBezTo>
                <a:close/>
                <a:moveTo>
                  <a:pt x="327413" y="3267"/>
                </a:moveTo>
                <a:lnTo>
                  <a:pt x="352800" y="3267"/>
                </a:lnTo>
                <a:lnTo>
                  <a:pt x="352800" y="102260"/>
                </a:lnTo>
                <a:cubicBezTo>
                  <a:pt x="352800" y="128986"/>
                  <a:pt x="339496" y="149403"/>
                  <a:pt x="305301" y="149403"/>
                </a:cubicBezTo>
                <a:cubicBezTo>
                  <a:pt x="271106" y="149403"/>
                  <a:pt x="257802" y="128999"/>
                  <a:pt x="257802" y="102260"/>
                </a:cubicBezTo>
                <a:lnTo>
                  <a:pt x="257802" y="93480"/>
                </a:lnTo>
                <a:lnTo>
                  <a:pt x="283190" y="87159"/>
                </a:lnTo>
                <a:lnTo>
                  <a:pt x="283190" y="106743"/>
                </a:lnTo>
                <a:cubicBezTo>
                  <a:pt x="283190" y="125323"/>
                  <a:pt x="289941" y="136140"/>
                  <a:pt x="305301" y="136140"/>
                </a:cubicBezTo>
                <a:cubicBezTo>
                  <a:pt x="320860" y="136140"/>
                  <a:pt x="327413" y="125931"/>
                  <a:pt x="327413" y="108793"/>
                </a:cubicBezTo>
                <a:close/>
                <a:moveTo>
                  <a:pt x="69610" y="3267"/>
                </a:moveTo>
                <a:lnTo>
                  <a:pt x="94998" y="3267"/>
                </a:lnTo>
                <a:lnTo>
                  <a:pt x="94998" y="102260"/>
                </a:lnTo>
                <a:cubicBezTo>
                  <a:pt x="94998" y="128986"/>
                  <a:pt x="81694" y="149403"/>
                  <a:pt x="47499" y="149403"/>
                </a:cubicBezTo>
                <a:cubicBezTo>
                  <a:pt x="13304" y="149403"/>
                  <a:pt x="0" y="128999"/>
                  <a:pt x="0" y="102260"/>
                </a:cubicBezTo>
                <a:lnTo>
                  <a:pt x="0" y="93480"/>
                </a:lnTo>
                <a:lnTo>
                  <a:pt x="25388" y="87159"/>
                </a:lnTo>
                <a:lnTo>
                  <a:pt x="25388" y="106743"/>
                </a:lnTo>
                <a:cubicBezTo>
                  <a:pt x="25388" y="125323"/>
                  <a:pt x="32139" y="136140"/>
                  <a:pt x="47499" y="136140"/>
                </a:cubicBezTo>
                <a:cubicBezTo>
                  <a:pt x="63058" y="136140"/>
                  <a:pt x="69610" y="125931"/>
                  <a:pt x="69610" y="108793"/>
                </a:cubicBezTo>
                <a:close/>
                <a:moveTo>
                  <a:pt x="170789" y="0"/>
                </a:moveTo>
                <a:cubicBezTo>
                  <a:pt x="195355" y="0"/>
                  <a:pt x="209282" y="12246"/>
                  <a:pt x="209282" y="27757"/>
                </a:cubicBezTo>
                <a:cubicBezTo>
                  <a:pt x="209282" y="38574"/>
                  <a:pt x="202729" y="46323"/>
                  <a:pt x="187171" y="54694"/>
                </a:cubicBezTo>
                <a:lnTo>
                  <a:pt x="187582" y="55514"/>
                </a:lnTo>
                <a:cubicBezTo>
                  <a:pt x="193922" y="53068"/>
                  <a:pt x="203552" y="50621"/>
                  <a:pt x="212147" y="50621"/>
                </a:cubicBezTo>
                <a:cubicBezTo>
                  <a:pt x="228528" y="50621"/>
                  <a:pt x="238967" y="61028"/>
                  <a:pt x="238967" y="76540"/>
                </a:cubicBezTo>
                <a:cubicBezTo>
                  <a:pt x="238967" y="88997"/>
                  <a:pt x="232627" y="103279"/>
                  <a:pt x="221565" y="116344"/>
                </a:cubicBezTo>
                <a:lnTo>
                  <a:pt x="247748" y="145119"/>
                </a:lnTo>
                <a:lnTo>
                  <a:pt x="247748" y="146137"/>
                </a:lnTo>
                <a:lnTo>
                  <a:pt x="215609" y="146137"/>
                </a:lnTo>
                <a:lnTo>
                  <a:pt x="203326" y="132873"/>
                </a:lnTo>
                <a:cubicBezTo>
                  <a:pt x="188179" y="143479"/>
                  <a:pt x="171386" y="149403"/>
                  <a:pt x="157061" y="149403"/>
                </a:cubicBezTo>
                <a:cubicBezTo>
                  <a:pt x="132085" y="149403"/>
                  <a:pt x="115915" y="131855"/>
                  <a:pt x="115915" y="110829"/>
                </a:cubicBezTo>
                <a:cubicBezTo>
                  <a:pt x="115915" y="94908"/>
                  <a:pt x="125134" y="79396"/>
                  <a:pt x="145190" y="69809"/>
                </a:cubicBezTo>
                <a:lnTo>
                  <a:pt x="144991" y="69399"/>
                </a:lnTo>
                <a:cubicBezTo>
                  <a:pt x="133119" y="56532"/>
                  <a:pt x="128609" y="45927"/>
                  <a:pt x="128609" y="35308"/>
                </a:cubicBezTo>
                <a:cubicBezTo>
                  <a:pt x="128609" y="15723"/>
                  <a:pt x="142537" y="0"/>
                  <a:pt x="170789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 dirty="0"/>
              <a:t> 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7FA108-29C1-EF3A-0837-89432CE7B9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5" y="4889500"/>
            <a:ext cx="5760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64" name="SmartArt Placeholder 63">
            <a:extLst>
              <a:ext uri="{FF2B5EF4-FFF2-40B4-BE49-F238E27FC236}">
                <a16:creationId xmlns:a16="http://schemas.microsoft.com/office/drawing/2014/main" id="{10167EE8-05D8-78B4-69FC-C125EE51CAC0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10620216" y="6422112"/>
            <a:ext cx="762734" cy="142875"/>
          </a:xfrm>
          <a:custGeom>
            <a:avLst/>
            <a:gdLst>
              <a:gd name="connsiteX0" fmla="*/ 648405 w 762734"/>
              <a:gd name="connsiteY0" fmla="*/ 125536 h 142875"/>
              <a:gd name="connsiteX1" fmla="*/ 648893 w 762734"/>
              <a:gd name="connsiteY1" fmla="*/ 125730 h 142875"/>
              <a:gd name="connsiteX2" fmla="*/ 647944 w 762734"/>
              <a:gd name="connsiteY2" fmla="*/ 125730 h 142875"/>
              <a:gd name="connsiteX3" fmla="*/ 320164 w 762734"/>
              <a:gd name="connsiteY3" fmla="*/ 125536 h 142875"/>
              <a:gd name="connsiteX4" fmla="*/ 320652 w 762734"/>
              <a:gd name="connsiteY4" fmla="*/ 125730 h 142875"/>
              <a:gd name="connsiteX5" fmla="*/ 319703 w 762734"/>
              <a:gd name="connsiteY5" fmla="*/ 125730 h 142875"/>
              <a:gd name="connsiteX6" fmla="*/ 487619 w 762734"/>
              <a:gd name="connsiteY6" fmla="*/ 84772 h 142875"/>
              <a:gd name="connsiteX7" fmla="*/ 479081 w 762734"/>
              <a:gd name="connsiteY7" fmla="*/ 87630 h 142875"/>
              <a:gd name="connsiteX8" fmla="*/ 468645 w 762734"/>
              <a:gd name="connsiteY8" fmla="*/ 90487 h 142875"/>
              <a:gd name="connsiteX9" fmla="*/ 457261 w 762734"/>
              <a:gd name="connsiteY9" fmla="*/ 102870 h 142875"/>
              <a:gd name="connsiteX10" fmla="*/ 461174 w 762734"/>
              <a:gd name="connsiteY10" fmla="*/ 111561 h 142875"/>
              <a:gd name="connsiteX11" fmla="*/ 471026 w 762734"/>
              <a:gd name="connsiteY11" fmla="*/ 115086 h 142875"/>
              <a:gd name="connsiteX12" fmla="*/ 470543 w 762734"/>
              <a:gd name="connsiteY12" fmla="*/ 115252 h 142875"/>
              <a:gd name="connsiteX13" fmla="*/ 471491 w 762734"/>
              <a:gd name="connsiteY13" fmla="*/ 115252 h 142875"/>
              <a:gd name="connsiteX14" fmla="*/ 471026 w 762734"/>
              <a:gd name="connsiteY14" fmla="*/ 115086 h 142875"/>
              <a:gd name="connsiteX15" fmla="*/ 482638 w 762734"/>
              <a:gd name="connsiteY15" fmla="*/ 111085 h 142875"/>
              <a:gd name="connsiteX16" fmla="*/ 487619 w 762734"/>
              <a:gd name="connsiteY16" fmla="*/ 99060 h 142875"/>
              <a:gd name="connsiteX17" fmla="*/ 648893 w 762734"/>
              <a:gd name="connsiteY17" fmla="*/ 58103 h 142875"/>
              <a:gd name="connsiteX18" fmla="*/ 628022 w 762734"/>
              <a:gd name="connsiteY18" fmla="*/ 85725 h 142875"/>
              <a:gd name="connsiteX19" fmla="*/ 648893 w 762734"/>
              <a:gd name="connsiteY19" fmla="*/ 113347 h 142875"/>
              <a:gd name="connsiteX20" fmla="*/ 669764 w 762734"/>
              <a:gd name="connsiteY20" fmla="*/ 85725 h 142875"/>
              <a:gd name="connsiteX21" fmla="*/ 648893 w 762734"/>
              <a:gd name="connsiteY21" fmla="*/ 58103 h 142875"/>
              <a:gd name="connsiteX22" fmla="*/ 320652 w 762734"/>
              <a:gd name="connsiteY22" fmla="*/ 58103 h 142875"/>
              <a:gd name="connsiteX23" fmla="*/ 299781 w 762734"/>
              <a:gd name="connsiteY23" fmla="*/ 85725 h 142875"/>
              <a:gd name="connsiteX24" fmla="*/ 320652 w 762734"/>
              <a:gd name="connsiteY24" fmla="*/ 113347 h 142875"/>
              <a:gd name="connsiteX25" fmla="*/ 341523 w 762734"/>
              <a:gd name="connsiteY25" fmla="*/ 85725 h 142875"/>
              <a:gd name="connsiteX26" fmla="*/ 320652 w 762734"/>
              <a:gd name="connsiteY26" fmla="*/ 58103 h 142875"/>
              <a:gd name="connsiteX27" fmla="*/ 582486 w 762734"/>
              <a:gd name="connsiteY27" fmla="*/ 47625 h 142875"/>
              <a:gd name="connsiteX28" fmla="*/ 596716 w 762734"/>
              <a:gd name="connsiteY28" fmla="*/ 47625 h 142875"/>
              <a:gd name="connsiteX29" fmla="*/ 596716 w 762734"/>
              <a:gd name="connsiteY29" fmla="*/ 123825 h 142875"/>
              <a:gd name="connsiteX30" fmla="*/ 582486 w 762734"/>
              <a:gd name="connsiteY30" fmla="*/ 123825 h 142875"/>
              <a:gd name="connsiteX31" fmla="*/ 365240 w 762734"/>
              <a:gd name="connsiteY31" fmla="*/ 47625 h 142875"/>
              <a:gd name="connsiteX32" fmla="*/ 380419 w 762734"/>
              <a:gd name="connsiteY32" fmla="*/ 47625 h 142875"/>
              <a:gd name="connsiteX33" fmla="*/ 399392 w 762734"/>
              <a:gd name="connsiteY33" fmla="*/ 108585 h 142875"/>
              <a:gd name="connsiteX34" fmla="*/ 418366 w 762734"/>
              <a:gd name="connsiteY34" fmla="*/ 47625 h 142875"/>
              <a:gd name="connsiteX35" fmla="*/ 432596 w 762734"/>
              <a:gd name="connsiteY35" fmla="*/ 47625 h 142875"/>
              <a:gd name="connsiteX36" fmla="*/ 407930 w 762734"/>
              <a:gd name="connsiteY36" fmla="*/ 123825 h 142875"/>
              <a:gd name="connsiteX37" fmla="*/ 389906 w 762734"/>
              <a:gd name="connsiteY37" fmla="*/ 123825 h 142875"/>
              <a:gd name="connsiteX38" fmla="*/ 738069 w 762734"/>
              <a:gd name="connsiteY38" fmla="*/ 45720 h 142875"/>
              <a:gd name="connsiteX39" fmla="*/ 762734 w 762734"/>
              <a:gd name="connsiteY39" fmla="*/ 71437 h 142875"/>
              <a:gd name="connsiteX40" fmla="*/ 762734 w 762734"/>
              <a:gd name="connsiteY40" fmla="*/ 123825 h 142875"/>
              <a:gd name="connsiteX41" fmla="*/ 748504 w 762734"/>
              <a:gd name="connsiteY41" fmla="*/ 123825 h 142875"/>
              <a:gd name="connsiteX42" fmla="*/ 748504 w 762734"/>
              <a:gd name="connsiteY42" fmla="*/ 73342 h 142875"/>
              <a:gd name="connsiteX43" fmla="*/ 732377 w 762734"/>
              <a:gd name="connsiteY43" fmla="*/ 56197 h 142875"/>
              <a:gd name="connsiteX44" fmla="*/ 716249 w 762734"/>
              <a:gd name="connsiteY44" fmla="*/ 73342 h 142875"/>
              <a:gd name="connsiteX45" fmla="*/ 716249 w 762734"/>
              <a:gd name="connsiteY45" fmla="*/ 123825 h 142875"/>
              <a:gd name="connsiteX46" fmla="*/ 702019 w 762734"/>
              <a:gd name="connsiteY46" fmla="*/ 123825 h 142875"/>
              <a:gd name="connsiteX47" fmla="*/ 702019 w 762734"/>
              <a:gd name="connsiteY47" fmla="*/ 47625 h 142875"/>
              <a:gd name="connsiteX48" fmla="*/ 716249 w 762734"/>
              <a:gd name="connsiteY48" fmla="*/ 47625 h 142875"/>
              <a:gd name="connsiteX49" fmla="*/ 716249 w 762734"/>
              <a:gd name="connsiteY49" fmla="*/ 59055 h 142875"/>
              <a:gd name="connsiteX50" fmla="*/ 738069 w 762734"/>
              <a:gd name="connsiteY50" fmla="*/ 45720 h 142875"/>
              <a:gd name="connsiteX51" fmla="*/ 649842 w 762734"/>
              <a:gd name="connsiteY51" fmla="*/ 45720 h 142875"/>
              <a:gd name="connsiteX52" fmla="*/ 683994 w 762734"/>
              <a:gd name="connsiteY52" fmla="*/ 84772 h 142875"/>
              <a:gd name="connsiteX53" fmla="*/ 674507 w 762734"/>
              <a:gd name="connsiteY53" fmla="*/ 114538 h 142875"/>
              <a:gd name="connsiteX54" fmla="*/ 648405 w 762734"/>
              <a:gd name="connsiteY54" fmla="*/ 125536 h 142875"/>
              <a:gd name="connsiteX55" fmla="*/ 623160 w 762734"/>
              <a:gd name="connsiteY55" fmla="*/ 115491 h 142875"/>
              <a:gd name="connsiteX56" fmla="*/ 613792 w 762734"/>
              <a:gd name="connsiteY56" fmla="*/ 86678 h 142875"/>
              <a:gd name="connsiteX57" fmla="*/ 649842 w 762734"/>
              <a:gd name="connsiteY57" fmla="*/ 45720 h 142875"/>
              <a:gd name="connsiteX58" fmla="*/ 321601 w 762734"/>
              <a:gd name="connsiteY58" fmla="*/ 45720 h 142875"/>
              <a:gd name="connsiteX59" fmla="*/ 355753 w 762734"/>
              <a:gd name="connsiteY59" fmla="*/ 84772 h 142875"/>
              <a:gd name="connsiteX60" fmla="*/ 346266 w 762734"/>
              <a:gd name="connsiteY60" fmla="*/ 114538 h 142875"/>
              <a:gd name="connsiteX61" fmla="*/ 320164 w 762734"/>
              <a:gd name="connsiteY61" fmla="*/ 125536 h 142875"/>
              <a:gd name="connsiteX62" fmla="*/ 294919 w 762734"/>
              <a:gd name="connsiteY62" fmla="*/ 115491 h 142875"/>
              <a:gd name="connsiteX63" fmla="*/ 285551 w 762734"/>
              <a:gd name="connsiteY63" fmla="*/ 86678 h 142875"/>
              <a:gd name="connsiteX64" fmla="*/ 321601 w 762734"/>
              <a:gd name="connsiteY64" fmla="*/ 45720 h 142875"/>
              <a:gd name="connsiteX65" fmla="*/ 244758 w 762734"/>
              <a:gd name="connsiteY65" fmla="*/ 45720 h 142875"/>
              <a:gd name="connsiteX66" fmla="*/ 269423 w 762734"/>
              <a:gd name="connsiteY66" fmla="*/ 71437 h 142875"/>
              <a:gd name="connsiteX67" fmla="*/ 269423 w 762734"/>
              <a:gd name="connsiteY67" fmla="*/ 123825 h 142875"/>
              <a:gd name="connsiteX68" fmla="*/ 255193 w 762734"/>
              <a:gd name="connsiteY68" fmla="*/ 123825 h 142875"/>
              <a:gd name="connsiteX69" fmla="*/ 255193 w 762734"/>
              <a:gd name="connsiteY69" fmla="*/ 73342 h 142875"/>
              <a:gd name="connsiteX70" fmla="*/ 239066 w 762734"/>
              <a:gd name="connsiteY70" fmla="*/ 56197 h 142875"/>
              <a:gd name="connsiteX71" fmla="*/ 222938 w 762734"/>
              <a:gd name="connsiteY71" fmla="*/ 73342 h 142875"/>
              <a:gd name="connsiteX72" fmla="*/ 222938 w 762734"/>
              <a:gd name="connsiteY72" fmla="*/ 123825 h 142875"/>
              <a:gd name="connsiteX73" fmla="*/ 208708 w 762734"/>
              <a:gd name="connsiteY73" fmla="*/ 123825 h 142875"/>
              <a:gd name="connsiteX74" fmla="*/ 208708 w 762734"/>
              <a:gd name="connsiteY74" fmla="*/ 47625 h 142875"/>
              <a:gd name="connsiteX75" fmla="*/ 222938 w 762734"/>
              <a:gd name="connsiteY75" fmla="*/ 47625 h 142875"/>
              <a:gd name="connsiteX76" fmla="*/ 222938 w 762734"/>
              <a:gd name="connsiteY76" fmla="*/ 59055 h 142875"/>
              <a:gd name="connsiteX77" fmla="*/ 244758 w 762734"/>
              <a:gd name="connsiteY77" fmla="*/ 45720 h 142875"/>
              <a:gd name="connsiteX78" fmla="*/ 165070 w 762734"/>
              <a:gd name="connsiteY78" fmla="*/ 45720 h 142875"/>
              <a:gd name="connsiteX79" fmla="*/ 189735 w 762734"/>
              <a:gd name="connsiteY79" fmla="*/ 71437 h 142875"/>
              <a:gd name="connsiteX80" fmla="*/ 189735 w 762734"/>
              <a:gd name="connsiteY80" fmla="*/ 123825 h 142875"/>
              <a:gd name="connsiteX81" fmla="*/ 175505 w 762734"/>
              <a:gd name="connsiteY81" fmla="*/ 123825 h 142875"/>
              <a:gd name="connsiteX82" fmla="*/ 175505 w 762734"/>
              <a:gd name="connsiteY82" fmla="*/ 73342 h 142875"/>
              <a:gd name="connsiteX83" fmla="*/ 159378 w 762734"/>
              <a:gd name="connsiteY83" fmla="*/ 56197 h 142875"/>
              <a:gd name="connsiteX84" fmla="*/ 143250 w 762734"/>
              <a:gd name="connsiteY84" fmla="*/ 73342 h 142875"/>
              <a:gd name="connsiteX85" fmla="*/ 143250 w 762734"/>
              <a:gd name="connsiteY85" fmla="*/ 123825 h 142875"/>
              <a:gd name="connsiteX86" fmla="*/ 129020 w 762734"/>
              <a:gd name="connsiteY86" fmla="*/ 123825 h 142875"/>
              <a:gd name="connsiteX87" fmla="*/ 129020 w 762734"/>
              <a:gd name="connsiteY87" fmla="*/ 47625 h 142875"/>
              <a:gd name="connsiteX88" fmla="*/ 143250 w 762734"/>
              <a:gd name="connsiteY88" fmla="*/ 47625 h 142875"/>
              <a:gd name="connsiteX89" fmla="*/ 143250 w 762734"/>
              <a:gd name="connsiteY89" fmla="*/ 59055 h 142875"/>
              <a:gd name="connsiteX90" fmla="*/ 165070 w 762734"/>
              <a:gd name="connsiteY90" fmla="*/ 45720 h 142875"/>
              <a:gd name="connsiteX91" fmla="*/ 475286 w 762734"/>
              <a:gd name="connsiteY91" fmla="*/ 44767 h 142875"/>
              <a:gd name="connsiteX92" fmla="*/ 502798 w 762734"/>
              <a:gd name="connsiteY92" fmla="*/ 68580 h 142875"/>
              <a:gd name="connsiteX93" fmla="*/ 502798 w 762734"/>
              <a:gd name="connsiteY93" fmla="*/ 106680 h 142875"/>
              <a:gd name="connsiteX94" fmla="*/ 504695 w 762734"/>
              <a:gd name="connsiteY94" fmla="*/ 122872 h 142875"/>
              <a:gd name="connsiteX95" fmla="*/ 490465 w 762734"/>
              <a:gd name="connsiteY95" fmla="*/ 122872 h 142875"/>
              <a:gd name="connsiteX96" fmla="*/ 488567 w 762734"/>
              <a:gd name="connsiteY96" fmla="*/ 111442 h 142875"/>
              <a:gd name="connsiteX97" fmla="*/ 466748 w 762734"/>
              <a:gd name="connsiteY97" fmla="*/ 123825 h 142875"/>
              <a:gd name="connsiteX98" fmla="*/ 466748 w 762734"/>
              <a:gd name="connsiteY98" fmla="*/ 125730 h 142875"/>
              <a:gd name="connsiteX99" fmla="*/ 443031 w 762734"/>
              <a:gd name="connsiteY99" fmla="*/ 103822 h 142875"/>
              <a:gd name="connsiteX100" fmla="*/ 462004 w 762734"/>
              <a:gd name="connsiteY100" fmla="*/ 81915 h 142875"/>
              <a:gd name="connsiteX101" fmla="*/ 483824 w 762734"/>
              <a:gd name="connsiteY101" fmla="*/ 76200 h 142875"/>
              <a:gd name="connsiteX102" fmla="*/ 488567 w 762734"/>
              <a:gd name="connsiteY102" fmla="*/ 70484 h 142875"/>
              <a:gd name="connsiteX103" fmla="*/ 488567 w 762734"/>
              <a:gd name="connsiteY103" fmla="*/ 68580 h 142875"/>
              <a:gd name="connsiteX104" fmla="*/ 474337 w 762734"/>
              <a:gd name="connsiteY104" fmla="*/ 56197 h 142875"/>
              <a:gd name="connsiteX105" fmla="*/ 457261 w 762734"/>
              <a:gd name="connsiteY105" fmla="*/ 71437 h 142875"/>
              <a:gd name="connsiteX106" fmla="*/ 443980 w 762734"/>
              <a:gd name="connsiteY106" fmla="*/ 68580 h 142875"/>
              <a:gd name="connsiteX107" fmla="*/ 475286 w 762734"/>
              <a:gd name="connsiteY107" fmla="*/ 44767 h 142875"/>
              <a:gd name="connsiteX108" fmla="*/ 543590 w 762734"/>
              <a:gd name="connsiteY108" fmla="*/ 24765 h 142875"/>
              <a:gd name="connsiteX109" fmla="*/ 543590 w 762734"/>
              <a:gd name="connsiteY109" fmla="*/ 46673 h 142875"/>
              <a:gd name="connsiteX110" fmla="*/ 565410 w 762734"/>
              <a:gd name="connsiteY110" fmla="*/ 46673 h 142875"/>
              <a:gd name="connsiteX111" fmla="*/ 565410 w 762734"/>
              <a:gd name="connsiteY111" fmla="*/ 58103 h 142875"/>
              <a:gd name="connsiteX112" fmla="*/ 543590 w 762734"/>
              <a:gd name="connsiteY112" fmla="*/ 58103 h 142875"/>
              <a:gd name="connsiteX113" fmla="*/ 543590 w 762734"/>
              <a:gd name="connsiteY113" fmla="*/ 100965 h 142875"/>
              <a:gd name="connsiteX114" fmla="*/ 554026 w 762734"/>
              <a:gd name="connsiteY114" fmla="*/ 112395 h 142875"/>
              <a:gd name="connsiteX115" fmla="*/ 565410 w 762734"/>
              <a:gd name="connsiteY115" fmla="*/ 109538 h 142875"/>
              <a:gd name="connsiteX116" fmla="*/ 564461 w 762734"/>
              <a:gd name="connsiteY116" fmla="*/ 110490 h 142875"/>
              <a:gd name="connsiteX117" fmla="*/ 568256 w 762734"/>
              <a:gd name="connsiteY117" fmla="*/ 120968 h 142875"/>
              <a:gd name="connsiteX118" fmla="*/ 552128 w 762734"/>
              <a:gd name="connsiteY118" fmla="*/ 125730 h 142875"/>
              <a:gd name="connsiteX119" fmla="*/ 529360 w 762734"/>
              <a:gd name="connsiteY119" fmla="*/ 103823 h 142875"/>
              <a:gd name="connsiteX120" fmla="*/ 529360 w 762734"/>
              <a:gd name="connsiteY120" fmla="*/ 59055 h 142875"/>
              <a:gd name="connsiteX121" fmla="*/ 515130 w 762734"/>
              <a:gd name="connsiteY121" fmla="*/ 59055 h 142875"/>
              <a:gd name="connsiteX122" fmla="*/ 515130 w 762734"/>
              <a:gd name="connsiteY122" fmla="*/ 47625 h 142875"/>
              <a:gd name="connsiteX123" fmla="*/ 529360 w 762734"/>
              <a:gd name="connsiteY123" fmla="*/ 47625 h 142875"/>
              <a:gd name="connsiteX124" fmla="*/ 529360 w 762734"/>
              <a:gd name="connsiteY124" fmla="*/ 28575 h 142875"/>
              <a:gd name="connsiteX125" fmla="*/ 93919 w 762734"/>
              <a:gd name="connsiteY125" fmla="*/ 17145 h 142875"/>
              <a:gd name="connsiteX126" fmla="*/ 109098 w 762734"/>
              <a:gd name="connsiteY126" fmla="*/ 17145 h 142875"/>
              <a:gd name="connsiteX127" fmla="*/ 109098 w 762734"/>
              <a:gd name="connsiteY127" fmla="*/ 123825 h 142875"/>
              <a:gd name="connsiteX128" fmla="*/ 93919 w 762734"/>
              <a:gd name="connsiteY128" fmla="*/ 123825 h 142875"/>
              <a:gd name="connsiteX129" fmla="*/ 589127 w 762734"/>
              <a:gd name="connsiteY129" fmla="*/ 14288 h 142875"/>
              <a:gd name="connsiteX130" fmla="*/ 598613 w 762734"/>
              <a:gd name="connsiteY130" fmla="*/ 23813 h 142875"/>
              <a:gd name="connsiteX131" fmla="*/ 589127 w 762734"/>
              <a:gd name="connsiteY131" fmla="*/ 33338 h 142875"/>
              <a:gd name="connsiteX132" fmla="*/ 579640 w 762734"/>
              <a:gd name="connsiteY132" fmla="*/ 23813 h 142875"/>
              <a:gd name="connsiteX133" fmla="*/ 589127 w 762734"/>
              <a:gd name="connsiteY133" fmla="*/ 14288 h 142875"/>
              <a:gd name="connsiteX134" fmla="*/ 0 w 762734"/>
              <a:gd name="connsiteY134" fmla="*/ 0 h 142875"/>
              <a:gd name="connsiteX135" fmla="*/ 14230 w 762734"/>
              <a:gd name="connsiteY135" fmla="*/ 0 h 142875"/>
              <a:gd name="connsiteX136" fmla="*/ 14230 w 762734"/>
              <a:gd name="connsiteY136" fmla="*/ 142875 h 142875"/>
              <a:gd name="connsiteX137" fmla="*/ 0 w 762734"/>
              <a:gd name="connsiteY137" fmla="*/ 142875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</a:cxnLst>
            <a:rect l="l" t="t" r="r" b="b"/>
            <a:pathLst>
              <a:path w="762734" h="142875">
                <a:moveTo>
                  <a:pt x="648405" y="125536"/>
                </a:moveTo>
                <a:lnTo>
                  <a:pt x="648893" y="125730"/>
                </a:lnTo>
                <a:lnTo>
                  <a:pt x="647944" y="125730"/>
                </a:lnTo>
                <a:close/>
                <a:moveTo>
                  <a:pt x="320164" y="125536"/>
                </a:moveTo>
                <a:lnTo>
                  <a:pt x="320652" y="125730"/>
                </a:lnTo>
                <a:lnTo>
                  <a:pt x="319703" y="125730"/>
                </a:lnTo>
                <a:close/>
                <a:moveTo>
                  <a:pt x="487619" y="84772"/>
                </a:moveTo>
                <a:cubicBezTo>
                  <a:pt x="486670" y="84772"/>
                  <a:pt x="483824" y="86677"/>
                  <a:pt x="479081" y="87630"/>
                </a:cubicBezTo>
                <a:lnTo>
                  <a:pt x="468645" y="90487"/>
                </a:lnTo>
                <a:cubicBezTo>
                  <a:pt x="461056" y="92392"/>
                  <a:pt x="457261" y="96202"/>
                  <a:pt x="457261" y="102870"/>
                </a:cubicBezTo>
                <a:cubicBezTo>
                  <a:pt x="457261" y="106204"/>
                  <a:pt x="458684" y="109299"/>
                  <a:pt x="461174" y="111561"/>
                </a:cubicBezTo>
                <a:lnTo>
                  <a:pt x="471026" y="115086"/>
                </a:lnTo>
                <a:lnTo>
                  <a:pt x="470543" y="115252"/>
                </a:lnTo>
                <a:lnTo>
                  <a:pt x="471491" y="115252"/>
                </a:lnTo>
                <a:lnTo>
                  <a:pt x="471026" y="115086"/>
                </a:lnTo>
                <a:lnTo>
                  <a:pt x="482638" y="111085"/>
                </a:lnTo>
                <a:cubicBezTo>
                  <a:pt x="485721" y="108347"/>
                  <a:pt x="487619" y="104299"/>
                  <a:pt x="487619" y="99060"/>
                </a:cubicBezTo>
                <a:close/>
                <a:moveTo>
                  <a:pt x="648893" y="58103"/>
                </a:moveTo>
                <a:cubicBezTo>
                  <a:pt x="636560" y="58103"/>
                  <a:pt x="628022" y="66675"/>
                  <a:pt x="628022" y="85725"/>
                </a:cubicBezTo>
                <a:cubicBezTo>
                  <a:pt x="628022" y="104775"/>
                  <a:pt x="636560" y="113347"/>
                  <a:pt x="648893" y="113347"/>
                </a:cubicBezTo>
                <a:cubicBezTo>
                  <a:pt x="661226" y="113347"/>
                  <a:pt x="669764" y="104775"/>
                  <a:pt x="669764" y="85725"/>
                </a:cubicBezTo>
                <a:cubicBezTo>
                  <a:pt x="669764" y="66675"/>
                  <a:pt x="661226" y="58103"/>
                  <a:pt x="648893" y="58103"/>
                </a:cubicBezTo>
                <a:close/>
                <a:moveTo>
                  <a:pt x="320652" y="58103"/>
                </a:moveTo>
                <a:cubicBezTo>
                  <a:pt x="308319" y="58103"/>
                  <a:pt x="299781" y="66675"/>
                  <a:pt x="299781" y="85725"/>
                </a:cubicBezTo>
                <a:cubicBezTo>
                  <a:pt x="299781" y="104775"/>
                  <a:pt x="308319" y="113347"/>
                  <a:pt x="320652" y="113347"/>
                </a:cubicBezTo>
                <a:cubicBezTo>
                  <a:pt x="332985" y="113347"/>
                  <a:pt x="341523" y="104775"/>
                  <a:pt x="341523" y="85725"/>
                </a:cubicBezTo>
                <a:cubicBezTo>
                  <a:pt x="341523" y="66675"/>
                  <a:pt x="332985" y="58103"/>
                  <a:pt x="320652" y="58103"/>
                </a:cubicBezTo>
                <a:close/>
                <a:moveTo>
                  <a:pt x="582486" y="47625"/>
                </a:moveTo>
                <a:lnTo>
                  <a:pt x="596716" y="47625"/>
                </a:lnTo>
                <a:lnTo>
                  <a:pt x="596716" y="123825"/>
                </a:lnTo>
                <a:lnTo>
                  <a:pt x="582486" y="123825"/>
                </a:lnTo>
                <a:close/>
                <a:moveTo>
                  <a:pt x="365240" y="47625"/>
                </a:moveTo>
                <a:lnTo>
                  <a:pt x="380419" y="47625"/>
                </a:lnTo>
                <a:lnTo>
                  <a:pt x="399392" y="108585"/>
                </a:lnTo>
                <a:lnTo>
                  <a:pt x="418366" y="47625"/>
                </a:lnTo>
                <a:lnTo>
                  <a:pt x="432596" y="47625"/>
                </a:lnTo>
                <a:lnTo>
                  <a:pt x="407930" y="123825"/>
                </a:lnTo>
                <a:lnTo>
                  <a:pt x="389906" y="123825"/>
                </a:lnTo>
                <a:close/>
                <a:moveTo>
                  <a:pt x="738069" y="45720"/>
                </a:moveTo>
                <a:cubicBezTo>
                  <a:pt x="753247" y="45720"/>
                  <a:pt x="762734" y="56197"/>
                  <a:pt x="762734" y="71437"/>
                </a:cubicBezTo>
                <a:lnTo>
                  <a:pt x="762734" y="123825"/>
                </a:lnTo>
                <a:lnTo>
                  <a:pt x="748504" y="123825"/>
                </a:lnTo>
                <a:lnTo>
                  <a:pt x="748504" y="73342"/>
                </a:lnTo>
                <a:cubicBezTo>
                  <a:pt x="748504" y="63817"/>
                  <a:pt x="743761" y="56197"/>
                  <a:pt x="732377" y="56197"/>
                </a:cubicBezTo>
                <a:cubicBezTo>
                  <a:pt x="720992" y="56197"/>
                  <a:pt x="716249" y="62865"/>
                  <a:pt x="716249" y="73342"/>
                </a:cubicBezTo>
                <a:lnTo>
                  <a:pt x="716249" y="123825"/>
                </a:lnTo>
                <a:lnTo>
                  <a:pt x="702019" y="123825"/>
                </a:lnTo>
                <a:lnTo>
                  <a:pt x="702019" y="47625"/>
                </a:lnTo>
                <a:lnTo>
                  <a:pt x="716249" y="47625"/>
                </a:lnTo>
                <a:lnTo>
                  <a:pt x="716249" y="59055"/>
                </a:lnTo>
                <a:cubicBezTo>
                  <a:pt x="719095" y="51435"/>
                  <a:pt x="726685" y="45720"/>
                  <a:pt x="738069" y="45720"/>
                </a:cubicBezTo>
                <a:close/>
                <a:moveTo>
                  <a:pt x="649842" y="45720"/>
                </a:moveTo>
                <a:cubicBezTo>
                  <a:pt x="672610" y="45720"/>
                  <a:pt x="683994" y="60008"/>
                  <a:pt x="683994" y="84772"/>
                </a:cubicBezTo>
                <a:cubicBezTo>
                  <a:pt x="683994" y="97155"/>
                  <a:pt x="680674" y="107395"/>
                  <a:pt x="674507" y="114538"/>
                </a:cubicBezTo>
                <a:lnTo>
                  <a:pt x="648405" y="125536"/>
                </a:lnTo>
                <a:lnTo>
                  <a:pt x="623160" y="115491"/>
                </a:lnTo>
                <a:cubicBezTo>
                  <a:pt x="617112" y="108824"/>
                  <a:pt x="613792" y="99061"/>
                  <a:pt x="613792" y="86678"/>
                </a:cubicBezTo>
                <a:cubicBezTo>
                  <a:pt x="613792" y="61912"/>
                  <a:pt x="627073" y="45720"/>
                  <a:pt x="649842" y="45720"/>
                </a:cubicBezTo>
                <a:close/>
                <a:moveTo>
                  <a:pt x="321601" y="45720"/>
                </a:moveTo>
                <a:cubicBezTo>
                  <a:pt x="344369" y="45720"/>
                  <a:pt x="355753" y="60008"/>
                  <a:pt x="355753" y="84772"/>
                </a:cubicBezTo>
                <a:cubicBezTo>
                  <a:pt x="355753" y="97155"/>
                  <a:pt x="352433" y="107395"/>
                  <a:pt x="346266" y="114538"/>
                </a:cubicBezTo>
                <a:lnTo>
                  <a:pt x="320164" y="125536"/>
                </a:lnTo>
                <a:lnTo>
                  <a:pt x="294919" y="115491"/>
                </a:lnTo>
                <a:cubicBezTo>
                  <a:pt x="288871" y="108824"/>
                  <a:pt x="285551" y="99061"/>
                  <a:pt x="285551" y="86678"/>
                </a:cubicBezTo>
                <a:cubicBezTo>
                  <a:pt x="285551" y="61912"/>
                  <a:pt x="298832" y="45720"/>
                  <a:pt x="321601" y="45720"/>
                </a:cubicBezTo>
                <a:close/>
                <a:moveTo>
                  <a:pt x="244758" y="45720"/>
                </a:moveTo>
                <a:cubicBezTo>
                  <a:pt x="259936" y="45720"/>
                  <a:pt x="269423" y="56197"/>
                  <a:pt x="269423" y="71437"/>
                </a:cubicBezTo>
                <a:lnTo>
                  <a:pt x="269423" y="123825"/>
                </a:lnTo>
                <a:lnTo>
                  <a:pt x="255193" y="123825"/>
                </a:lnTo>
                <a:lnTo>
                  <a:pt x="255193" y="73342"/>
                </a:lnTo>
                <a:cubicBezTo>
                  <a:pt x="255193" y="63817"/>
                  <a:pt x="250450" y="56197"/>
                  <a:pt x="239066" y="56197"/>
                </a:cubicBezTo>
                <a:cubicBezTo>
                  <a:pt x="227681" y="56197"/>
                  <a:pt x="222938" y="62865"/>
                  <a:pt x="222938" y="73342"/>
                </a:cubicBezTo>
                <a:lnTo>
                  <a:pt x="222938" y="123825"/>
                </a:lnTo>
                <a:lnTo>
                  <a:pt x="208708" y="123825"/>
                </a:lnTo>
                <a:lnTo>
                  <a:pt x="208708" y="47625"/>
                </a:lnTo>
                <a:lnTo>
                  <a:pt x="222938" y="47625"/>
                </a:lnTo>
                <a:lnTo>
                  <a:pt x="222938" y="59055"/>
                </a:lnTo>
                <a:cubicBezTo>
                  <a:pt x="225784" y="51435"/>
                  <a:pt x="233374" y="45720"/>
                  <a:pt x="244758" y="45720"/>
                </a:cubicBezTo>
                <a:close/>
                <a:moveTo>
                  <a:pt x="165070" y="45720"/>
                </a:moveTo>
                <a:cubicBezTo>
                  <a:pt x="180248" y="45720"/>
                  <a:pt x="189735" y="56197"/>
                  <a:pt x="189735" y="71437"/>
                </a:cubicBezTo>
                <a:lnTo>
                  <a:pt x="189735" y="123825"/>
                </a:lnTo>
                <a:lnTo>
                  <a:pt x="175505" y="123825"/>
                </a:lnTo>
                <a:lnTo>
                  <a:pt x="175505" y="73342"/>
                </a:lnTo>
                <a:cubicBezTo>
                  <a:pt x="175505" y="63817"/>
                  <a:pt x="170762" y="56197"/>
                  <a:pt x="159378" y="56197"/>
                </a:cubicBezTo>
                <a:cubicBezTo>
                  <a:pt x="147993" y="56197"/>
                  <a:pt x="143250" y="62865"/>
                  <a:pt x="143250" y="73342"/>
                </a:cubicBezTo>
                <a:lnTo>
                  <a:pt x="143250" y="123825"/>
                </a:lnTo>
                <a:lnTo>
                  <a:pt x="129020" y="123825"/>
                </a:lnTo>
                <a:lnTo>
                  <a:pt x="129020" y="47625"/>
                </a:lnTo>
                <a:lnTo>
                  <a:pt x="143250" y="47625"/>
                </a:lnTo>
                <a:lnTo>
                  <a:pt x="143250" y="59055"/>
                </a:lnTo>
                <a:cubicBezTo>
                  <a:pt x="146096" y="51435"/>
                  <a:pt x="153686" y="45720"/>
                  <a:pt x="165070" y="45720"/>
                </a:cubicBezTo>
                <a:close/>
                <a:moveTo>
                  <a:pt x="475286" y="44767"/>
                </a:moveTo>
                <a:cubicBezTo>
                  <a:pt x="494259" y="44767"/>
                  <a:pt x="502798" y="53340"/>
                  <a:pt x="502798" y="68580"/>
                </a:cubicBezTo>
                <a:lnTo>
                  <a:pt x="502798" y="106680"/>
                </a:lnTo>
                <a:cubicBezTo>
                  <a:pt x="502798" y="113347"/>
                  <a:pt x="502798" y="118110"/>
                  <a:pt x="504695" y="122872"/>
                </a:cubicBezTo>
                <a:lnTo>
                  <a:pt x="490465" y="122872"/>
                </a:lnTo>
                <a:cubicBezTo>
                  <a:pt x="490465" y="121920"/>
                  <a:pt x="488567" y="118110"/>
                  <a:pt x="488567" y="111442"/>
                </a:cubicBezTo>
                <a:cubicBezTo>
                  <a:pt x="486670" y="119062"/>
                  <a:pt x="478132" y="123825"/>
                  <a:pt x="466748" y="123825"/>
                </a:cubicBezTo>
                <a:lnTo>
                  <a:pt x="466748" y="125730"/>
                </a:lnTo>
                <a:cubicBezTo>
                  <a:pt x="453466" y="125730"/>
                  <a:pt x="443031" y="117157"/>
                  <a:pt x="443031" y="103822"/>
                </a:cubicBezTo>
                <a:cubicBezTo>
                  <a:pt x="443031" y="90487"/>
                  <a:pt x="450620" y="84772"/>
                  <a:pt x="462004" y="81915"/>
                </a:cubicBezTo>
                <a:lnTo>
                  <a:pt x="483824" y="76200"/>
                </a:lnTo>
                <a:cubicBezTo>
                  <a:pt x="487619" y="76200"/>
                  <a:pt x="488567" y="73342"/>
                  <a:pt x="488567" y="70484"/>
                </a:cubicBezTo>
                <a:lnTo>
                  <a:pt x="488567" y="68580"/>
                </a:lnTo>
                <a:cubicBezTo>
                  <a:pt x="488567" y="60959"/>
                  <a:pt x="483824" y="56197"/>
                  <a:pt x="474337" y="56197"/>
                </a:cubicBezTo>
                <a:cubicBezTo>
                  <a:pt x="464851" y="56197"/>
                  <a:pt x="457261" y="63817"/>
                  <a:pt x="457261" y="71437"/>
                </a:cubicBezTo>
                <a:lnTo>
                  <a:pt x="443980" y="68580"/>
                </a:lnTo>
                <a:cubicBezTo>
                  <a:pt x="443980" y="57150"/>
                  <a:pt x="456312" y="44767"/>
                  <a:pt x="475286" y="44767"/>
                </a:cubicBezTo>
                <a:close/>
                <a:moveTo>
                  <a:pt x="543590" y="24765"/>
                </a:moveTo>
                <a:lnTo>
                  <a:pt x="543590" y="46673"/>
                </a:lnTo>
                <a:lnTo>
                  <a:pt x="565410" y="46673"/>
                </a:lnTo>
                <a:lnTo>
                  <a:pt x="565410" y="58103"/>
                </a:lnTo>
                <a:lnTo>
                  <a:pt x="543590" y="58103"/>
                </a:lnTo>
                <a:lnTo>
                  <a:pt x="543590" y="100965"/>
                </a:lnTo>
                <a:cubicBezTo>
                  <a:pt x="543590" y="109538"/>
                  <a:pt x="547385" y="112395"/>
                  <a:pt x="554026" y="112395"/>
                </a:cubicBezTo>
                <a:cubicBezTo>
                  <a:pt x="560666" y="112395"/>
                  <a:pt x="565410" y="109538"/>
                  <a:pt x="565410" y="109538"/>
                </a:cubicBezTo>
                <a:lnTo>
                  <a:pt x="564461" y="110490"/>
                </a:lnTo>
                <a:lnTo>
                  <a:pt x="568256" y="120968"/>
                </a:lnTo>
                <a:cubicBezTo>
                  <a:pt x="566358" y="122873"/>
                  <a:pt x="560666" y="125730"/>
                  <a:pt x="552128" y="125730"/>
                </a:cubicBezTo>
                <a:cubicBezTo>
                  <a:pt x="535052" y="125730"/>
                  <a:pt x="529360" y="116205"/>
                  <a:pt x="529360" y="103823"/>
                </a:cubicBezTo>
                <a:lnTo>
                  <a:pt x="529360" y="59055"/>
                </a:lnTo>
                <a:lnTo>
                  <a:pt x="515130" y="59055"/>
                </a:lnTo>
                <a:lnTo>
                  <a:pt x="515130" y="47625"/>
                </a:lnTo>
                <a:lnTo>
                  <a:pt x="529360" y="47625"/>
                </a:lnTo>
                <a:lnTo>
                  <a:pt x="529360" y="28575"/>
                </a:lnTo>
                <a:close/>
                <a:moveTo>
                  <a:pt x="93919" y="17145"/>
                </a:moveTo>
                <a:lnTo>
                  <a:pt x="109098" y="17145"/>
                </a:lnTo>
                <a:lnTo>
                  <a:pt x="109098" y="123825"/>
                </a:lnTo>
                <a:lnTo>
                  <a:pt x="93919" y="123825"/>
                </a:lnTo>
                <a:close/>
                <a:moveTo>
                  <a:pt x="589127" y="14288"/>
                </a:moveTo>
                <a:cubicBezTo>
                  <a:pt x="594819" y="14288"/>
                  <a:pt x="598613" y="18098"/>
                  <a:pt x="598613" y="23813"/>
                </a:cubicBezTo>
                <a:cubicBezTo>
                  <a:pt x="598613" y="29528"/>
                  <a:pt x="594819" y="33338"/>
                  <a:pt x="589127" y="33338"/>
                </a:cubicBezTo>
                <a:cubicBezTo>
                  <a:pt x="583435" y="33338"/>
                  <a:pt x="579640" y="29528"/>
                  <a:pt x="579640" y="23813"/>
                </a:cubicBezTo>
                <a:cubicBezTo>
                  <a:pt x="579640" y="18098"/>
                  <a:pt x="583435" y="14288"/>
                  <a:pt x="589127" y="14288"/>
                </a:cubicBezTo>
                <a:close/>
                <a:moveTo>
                  <a:pt x="0" y="0"/>
                </a:moveTo>
                <a:lnTo>
                  <a:pt x="14230" y="0"/>
                </a:lnTo>
                <a:lnTo>
                  <a:pt x="14230" y="142875"/>
                </a:lnTo>
                <a:lnTo>
                  <a:pt x="0" y="14287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999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Full Dark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If using a title over the image, ensure the text is legible. Double click the image to adjust crop and scale.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8672054" cy="1758623"/>
          </a:xfrm>
        </p:spPr>
        <p:txBody>
          <a:bodyPr anchor="t">
            <a:spAutoFit/>
          </a:bodyPr>
          <a:lstStyle>
            <a:lvl1pPr>
              <a:lnSpc>
                <a:spcPct val="80000"/>
              </a:lnSpc>
              <a:defRPr lang="en-GB" sz="7000" b="0" i="0" kern="1200" spc="0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91BFCC-4CF5-814A-036A-AA78247FF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5A280A0E-8ABE-87F1-05FC-BB3C20B161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gm" sz="quarter" idx="14" hasCustomPrompt="1"/>
          </p:nvPr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150933 w 352800"/>
              <a:gd name="connsiteY0" fmla="*/ 75720 h 149403"/>
              <a:gd name="connsiteX1" fmla="*/ 138451 w 352800"/>
              <a:gd name="connsiteY1" fmla="*/ 101639 h 149403"/>
              <a:gd name="connsiteX2" fmla="*/ 170179 w 352800"/>
              <a:gd name="connsiteY2" fmla="*/ 134500 h 149403"/>
              <a:gd name="connsiteX3" fmla="*/ 197198 w 352800"/>
              <a:gd name="connsiteY3" fmla="*/ 126129 h 149403"/>
              <a:gd name="connsiteX4" fmla="*/ 194943 w 352800"/>
              <a:gd name="connsiteY4" fmla="*/ 61438 h 149403"/>
              <a:gd name="connsiteX5" fmla="*/ 175087 w 352800"/>
              <a:gd name="connsiteY5" fmla="*/ 65313 h 149403"/>
              <a:gd name="connsiteX6" fmla="*/ 215211 w 352800"/>
              <a:gd name="connsiteY6" fmla="*/ 109414 h 149403"/>
              <a:gd name="connsiteX7" fmla="*/ 221763 w 352800"/>
              <a:gd name="connsiteY7" fmla="*/ 87569 h 149403"/>
              <a:gd name="connsiteX8" fmla="*/ 194943 w 352800"/>
              <a:gd name="connsiteY8" fmla="*/ 61438 h 149403"/>
              <a:gd name="connsiteX9" fmla="*/ 170179 w 352800"/>
              <a:gd name="connsiteY9" fmla="*/ 10817 h 149403"/>
              <a:gd name="connsiteX10" fmla="*/ 150734 w 352800"/>
              <a:gd name="connsiteY10" fmla="*/ 29397 h 149403"/>
              <a:gd name="connsiteX11" fmla="*/ 160762 w 352800"/>
              <a:gd name="connsiteY11" fmla="*/ 49603 h 149403"/>
              <a:gd name="connsiteX12" fmla="*/ 169569 w 352800"/>
              <a:gd name="connsiteY12" fmla="*/ 59402 h 149403"/>
              <a:gd name="connsiteX13" fmla="*/ 189425 w 352800"/>
              <a:gd name="connsiteY13" fmla="*/ 30415 h 149403"/>
              <a:gd name="connsiteX14" fmla="*/ 170179 w 352800"/>
              <a:gd name="connsiteY14" fmla="*/ 10817 h 149403"/>
              <a:gd name="connsiteX15" fmla="*/ 327413 w 352800"/>
              <a:gd name="connsiteY15" fmla="*/ 3267 h 149403"/>
              <a:gd name="connsiteX16" fmla="*/ 352800 w 352800"/>
              <a:gd name="connsiteY16" fmla="*/ 3267 h 149403"/>
              <a:gd name="connsiteX17" fmla="*/ 352800 w 352800"/>
              <a:gd name="connsiteY17" fmla="*/ 102260 h 149403"/>
              <a:gd name="connsiteX18" fmla="*/ 305301 w 352800"/>
              <a:gd name="connsiteY18" fmla="*/ 149403 h 149403"/>
              <a:gd name="connsiteX19" fmla="*/ 257802 w 352800"/>
              <a:gd name="connsiteY19" fmla="*/ 102260 h 149403"/>
              <a:gd name="connsiteX20" fmla="*/ 257802 w 352800"/>
              <a:gd name="connsiteY20" fmla="*/ 93480 h 149403"/>
              <a:gd name="connsiteX21" fmla="*/ 283190 w 352800"/>
              <a:gd name="connsiteY21" fmla="*/ 87159 h 149403"/>
              <a:gd name="connsiteX22" fmla="*/ 283190 w 352800"/>
              <a:gd name="connsiteY22" fmla="*/ 106743 h 149403"/>
              <a:gd name="connsiteX23" fmla="*/ 305301 w 352800"/>
              <a:gd name="connsiteY23" fmla="*/ 136140 h 149403"/>
              <a:gd name="connsiteX24" fmla="*/ 327413 w 352800"/>
              <a:gd name="connsiteY24" fmla="*/ 108793 h 149403"/>
              <a:gd name="connsiteX25" fmla="*/ 69610 w 352800"/>
              <a:gd name="connsiteY25" fmla="*/ 3267 h 149403"/>
              <a:gd name="connsiteX26" fmla="*/ 94998 w 352800"/>
              <a:gd name="connsiteY26" fmla="*/ 3267 h 149403"/>
              <a:gd name="connsiteX27" fmla="*/ 94998 w 352800"/>
              <a:gd name="connsiteY27" fmla="*/ 102260 h 149403"/>
              <a:gd name="connsiteX28" fmla="*/ 47499 w 352800"/>
              <a:gd name="connsiteY28" fmla="*/ 149403 h 149403"/>
              <a:gd name="connsiteX29" fmla="*/ 0 w 352800"/>
              <a:gd name="connsiteY29" fmla="*/ 102260 h 149403"/>
              <a:gd name="connsiteX30" fmla="*/ 0 w 352800"/>
              <a:gd name="connsiteY30" fmla="*/ 93480 h 149403"/>
              <a:gd name="connsiteX31" fmla="*/ 25388 w 352800"/>
              <a:gd name="connsiteY31" fmla="*/ 87159 h 149403"/>
              <a:gd name="connsiteX32" fmla="*/ 25388 w 352800"/>
              <a:gd name="connsiteY32" fmla="*/ 106743 h 149403"/>
              <a:gd name="connsiteX33" fmla="*/ 47499 w 352800"/>
              <a:gd name="connsiteY33" fmla="*/ 136140 h 149403"/>
              <a:gd name="connsiteX34" fmla="*/ 69610 w 352800"/>
              <a:gd name="connsiteY34" fmla="*/ 108793 h 149403"/>
              <a:gd name="connsiteX35" fmla="*/ 170789 w 352800"/>
              <a:gd name="connsiteY35" fmla="*/ 0 h 149403"/>
              <a:gd name="connsiteX36" fmla="*/ 209282 w 352800"/>
              <a:gd name="connsiteY36" fmla="*/ 27757 h 149403"/>
              <a:gd name="connsiteX37" fmla="*/ 187171 w 352800"/>
              <a:gd name="connsiteY37" fmla="*/ 54694 h 149403"/>
              <a:gd name="connsiteX38" fmla="*/ 187582 w 352800"/>
              <a:gd name="connsiteY38" fmla="*/ 55514 h 149403"/>
              <a:gd name="connsiteX39" fmla="*/ 212147 w 352800"/>
              <a:gd name="connsiteY39" fmla="*/ 50621 h 149403"/>
              <a:gd name="connsiteX40" fmla="*/ 238967 w 352800"/>
              <a:gd name="connsiteY40" fmla="*/ 76540 h 149403"/>
              <a:gd name="connsiteX41" fmla="*/ 221565 w 352800"/>
              <a:gd name="connsiteY41" fmla="*/ 116344 h 149403"/>
              <a:gd name="connsiteX42" fmla="*/ 247748 w 352800"/>
              <a:gd name="connsiteY42" fmla="*/ 145119 h 149403"/>
              <a:gd name="connsiteX43" fmla="*/ 247748 w 352800"/>
              <a:gd name="connsiteY43" fmla="*/ 146137 h 149403"/>
              <a:gd name="connsiteX44" fmla="*/ 215609 w 352800"/>
              <a:gd name="connsiteY44" fmla="*/ 146137 h 149403"/>
              <a:gd name="connsiteX45" fmla="*/ 203326 w 352800"/>
              <a:gd name="connsiteY45" fmla="*/ 132873 h 149403"/>
              <a:gd name="connsiteX46" fmla="*/ 157061 w 352800"/>
              <a:gd name="connsiteY46" fmla="*/ 149403 h 149403"/>
              <a:gd name="connsiteX47" fmla="*/ 115915 w 352800"/>
              <a:gd name="connsiteY47" fmla="*/ 110829 h 149403"/>
              <a:gd name="connsiteX48" fmla="*/ 145190 w 352800"/>
              <a:gd name="connsiteY48" fmla="*/ 69809 h 149403"/>
              <a:gd name="connsiteX49" fmla="*/ 144991 w 352800"/>
              <a:gd name="connsiteY49" fmla="*/ 69399 h 149403"/>
              <a:gd name="connsiteX50" fmla="*/ 128609 w 352800"/>
              <a:gd name="connsiteY50" fmla="*/ 35308 h 149403"/>
              <a:gd name="connsiteX51" fmla="*/ 170789 w 352800"/>
              <a:gd name="connsiteY51" fmla="*/ 0 h 14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52800" h="149403">
                <a:moveTo>
                  <a:pt x="150933" y="75720"/>
                </a:moveTo>
                <a:cubicBezTo>
                  <a:pt x="143160" y="81221"/>
                  <a:pt x="138451" y="91020"/>
                  <a:pt x="138451" y="101639"/>
                </a:cubicBezTo>
                <a:cubicBezTo>
                  <a:pt x="138451" y="118579"/>
                  <a:pt x="150522" y="134500"/>
                  <a:pt x="170179" y="134500"/>
                </a:cubicBezTo>
                <a:cubicBezTo>
                  <a:pt x="178973" y="134500"/>
                  <a:pt x="188603" y="131234"/>
                  <a:pt x="197198" y="126129"/>
                </a:cubicBezTo>
                <a:close/>
                <a:moveTo>
                  <a:pt x="194943" y="61438"/>
                </a:moveTo>
                <a:cubicBezTo>
                  <a:pt x="189213" y="61438"/>
                  <a:pt x="182250" y="62456"/>
                  <a:pt x="175087" y="65313"/>
                </a:cubicBezTo>
                <a:lnTo>
                  <a:pt x="215211" y="109414"/>
                </a:lnTo>
                <a:cubicBezTo>
                  <a:pt x="219721" y="102472"/>
                  <a:pt x="221763" y="94921"/>
                  <a:pt x="221763" y="87569"/>
                </a:cubicBezTo>
                <a:cubicBezTo>
                  <a:pt x="221763" y="71026"/>
                  <a:pt x="211524" y="61438"/>
                  <a:pt x="194943" y="61438"/>
                </a:cubicBezTo>
                <a:close/>
                <a:moveTo>
                  <a:pt x="170179" y="10817"/>
                </a:moveTo>
                <a:cubicBezTo>
                  <a:pt x="158294" y="10817"/>
                  <a:pt x="150721" y="17548"/>
                  <a:pt x="150734" y="29397"/>
                </a:cubicBezTo>
                <a:cubicBezTo>
                  <a:pt x="150734" y="35718"/>
                  <a:pt x="152976" y="41034"/>
                  <a:pt x="160762" y="49603"/>
                </a:cubicBezTo>
                <a:lnTo>
                  <a:pt x="169569" y="59402"/>
                </a:lnTo>
                <a:cubicBezTo>
                  <a:pt x="183695" y="53068"/>
                  <a:pt x="189425" y="42052"/>
                  <a:pt x="189425" y="30415"/>
                </a:cubicBezTo>
                <a:cubicBezTo>
                  <a:pt x="189425" y="17760"/>
                  <a:pt x="182263" y="10817"/>
                  <a:pt x="170179" y="10817"/>
                </a:cubicBezTo>
                <a:close/>
                <a:moveTo>
                  <a:pt x="327413" y="3267"/>
                </a:moveTo>
                <a:lnTo>
                  <a:pt x="352800" y="3267"/>
                </a:lnTo>
                <a:lnTo>
                  <a:pt x="352800" y="102260"/>
                </a:lnTo>
                <a:cubicBezTo>
                  <a:pt x="352800" y="128986"/>
                  <a:pt x="339496" y="149403"/>
                  <a:pt x="305301" y="149403"/>
                </a:cubicBezTo>
                <a:cubicBezTo>
                  <a:pt x="271106" y="149403"/>
                  <a:pt x="257802" y="128999"/>
                  <a:pt x="257802" y="102260"/>
                </a:cubicBezTo>
                <a:lnTo>
                  <a:pt x="257802" y="93480"/>
                </a:lnTo>
                <a:lnTo>
                  <a:pt x="283190" y="87159"/>
                </a:lnTo>
                <a:lnTo>
                  <a:pt x="283190" y="106743"/>
                </a:lnTo>
                <a:cubicBezTo>
                  <a:pt x="283190" y="125323"/>
                  <a:pt x="289941" y="136140"/>
                  <a:pt x="305301" y="136140"/>
                </a:cubicBezTo>
                <a:cubicBezTo>
                  <a:pt x="320860" y="136140"/>
                  <a:pt x="327413" y="125931"/>
                  <a:pt x="327413" y="108793"/>
                </a:cubicBezTo>
                <a:close/>
                <a:moveTo>
                  <a:pt x="69610" y="3267"/>
                </a:moveTo>
                <a:lnTo>
                  <a:pt x="94998" y="3267"/>
                </a:lnTo>
                <a:lnTo>
                  <a:pt x="94998" y="102260"/>
                </a:lnTo>
                <a:cubicBezTo>
                  <a:pt x="94998" y="128986"/>
                  <a:pt x="81694" y="149403"/>
                  <a:pt x="47499" y="149403"/>
                </a:cubicBezTo>
                <a:cubicBezTo>
                  <a:pt x="13304" y="149403"/>
                  <a:pt x="0" y="128999"/>
                  <a:pt x="0" y="102260"/>
                </a:cubicBezTo>
                <a:lnTo>
                  <a:pt x="0" y="93480"/>
                </a:lnTo>
                <a:lnTo>
                  <a:pt x="25388" y="87159"/>
                </a:lnTo>
                <a:lnTo>
                  <a:pt x="25388" y="106743"/>
                </a:lnTo>
                <a:cubicBezTo>
                  <a:pt x="25388" y="125323"/>
                  <a:pt x="32139" y="136140"/>
                  <a:pt x="47499" y="136140"/>
                </a:cubicBezTo>
                <a:cubicBezTo>
                  <a:pt x="63058" y="136140"/>
                  <a:pt x="69610" y="125931"/>
                  <a:pt x="69610" y="108793"/>
                </a:cubicBezTo>
                <a:close/>
                <a:moveTo>
                  <a:pt x="170789" y="0"/>
                </a:moveTo>
                <a:cubicBezTo>
                  <a:pt x="195355" y="0"/>
                  <a:pt x="209282" y="12246"/>
                  <a:pt x="209282" y="27757"/>
                </a:cubicBezTo>
                <a:cubicBezTo>
                  <a:pt x="209282" y="38574"/>
                  <a:pt x="202729" y="46323"/>
                  <a:pt x="187171" y="54694"/>
                </a:cubicBezTo>
                <a:lnTo>
                  <a:pt x="187582" y="55514"/>
                </a:lnTo>
                <a:cubicBezTo>
                  <a:pt x="193922" y="53068"/>
                  <a:pt x="203552" y="50621"/>
                  <a:pt x="212147" y="50621"/>
                </a:cubicBezTo>
                <a:cubicBezTo>
                  <a:pt x="228528" y="50621"/>
                  <a:pt x="238967" y="61028"/>
                  <a:pt x="238967" y="76540"/>
                </a:cubicBezTo>
                <a:cubicBezTo>
                  <a:pt x="238967" y="88997"/>
                  <a:pt x="232627" y="103279"/>
                  <a:pt x="221565" y="116344"/>
                </a:cubicBezTo>
                <a:lnTo>
                  <a:pt x="247748" y="145119"/>
                </a:lnTo>
                <a:lnTo>
                  <a:pt x="247748" y="146137"/>
                </a:lnTo>
                <a:lnTo>
                  <a:pt x="215609" y="146137"/>
                </a:lnTo>
                <a:lnTo>
                  <a:pt x="203326" y="132873"/>
                </a:lnTo>
                <a:cubicBezTo>
                  <a:pt x="188179" y="143479"/>
                  <a:pt x="171386" y="149403"/>
                  <a:pt x="157061" y="149403"/>
                </a:cubicBezTo>
                <a:cubicBezTo>
                  <a:pt x="132085" y="149403"/>
                  <a:pt x="115915" y="131855"/>
                  <a:pt x="115915" y="110829"/>
                </a:cubicBezTo>
                <a:cubicBezTo>
                  <a:pt x="115915" y="94908"/>
                  <a:pt x="125134" y="79396"/>
                  <a:pt x="145190" y="69809"/>
                </a:cubicBezTo>
                <a:lnTo>
                  <a:pt x="144991" y="69399"/>
                </a:lnTo>
                <a:cubicBezTo>
                  <a:pt x="133119" y="56532"/>
                  <a:pt x="128609" y="45927"/>
                  <a:pt x="128609" y="35308"/>
                </a:cubicBezTo>
                <a:cubicBezTo>
                  <a:pt x="128609" y="15723"/>
                  <a:pt x="142537" y="0"/>
                  <a:pt x="17078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477576C-4DAC-133C-26FB-AA2139F258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5" y="4889500"/>
            <a:ext cx="5760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582DB593-3E28-D111-D858-2C2907D8A727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10620216" y="6422112"/>
            <a:ext cx="762734" cy="142875"/>
          </a:xfrm>
          <a:custGeom>
            <a:avLst/>
            <a:gdLst>
              <a:gd name="connsiteX0" fmla="*/ 648405 w 762734"/>
              <a:gd name="connsiteY0" fmla="*/ 125536 h 142875"/>
              <a:gd name="connsiteX1" fmla="*/ 648893 w 762734"/>
              <a:gd name="connsiteY1" fmla="*/ 125730 h 142875"/>
              <a:gd name="connsiteX2" fmla="*/ 647944 w 762734"/>
              <a:gd name="connsiteY2" fmla="*/ 125730 h 142875"/>
              <a:gd name="connsiteX3" fmla="*/ 320164 w 762734"/>
              <a:gd name="connsiteY3" fmla="*/ 125536 h 142875"/>
              <a:gd name="connsiteX4" fmla="*/ 320652 w 762734"/>
              <a:gd name="connsiteY4" fmla="*/ 125730 h 142875"/>
              <a:gd name="connsiteX5" fmla="*/ 319703 w 762734"/>
              <a:gd name="connsiteY5" fmla="*/ 125730 h 142875"/>
              <a:gd name="connsiteX6" fmla="*/ 487619 w 762734"/>
              <a:gd name="connsiteY6" fmla="*/ 84772 h 142875"/>
              <a:gd name="connsiteX7" fmla="*/ 479081 w 762734"/>
              <a:gd name="connsiteY7" fmla="*/ 87630 h 142875"/>
              <a:gd name="connsiteX8" fmla="*/ 468645 w 762734"/>
              <a:gd name="connsiteY8" fmla="*/ 90487 h 142875"/>
              <a:gd name="connsiteX9" fmla="*/ 457261 w 762734"/>
              <a:gd name="connsiteY9" fmla="*/ 102870 h 142875"/>
              <a:gd name="connsiteX10" fmla="*/ 461174 w 762734"/>
              <a:gd name="connsiteY10" fmla="*/ 111561 h 142875"/>
              <a:gd name="connsiteX11" fmla="*/ 471026 w 762734"/>
              <a:gd name="connsiteY11" fmla="*/ 115086 h 142875"/>
              <a:gd name="connsiteX12" fmla="*/ 470543 w 762734"/>
              <a:gd name="connsiteY12" fmla="*/ 115252 h 142875"/>
              <a:gd name="connsiteX13" fmla="*/ 471491 w 762734"/>
              <a:gd name="connsiteY13" fmla="*/ 115252 h 142875"/>
              <a:gd name="connsiteX14" fmla="*/ 471026 w 762734"/>
              <a:gd name="connsiteY14" fmla="*/ 115086 h 142875"/>
              <a:gd name="connsiteX15" fmla="*/ 482638 w 762734"/>
              <a:gd name="connsiteY15" fmla="*/ 111085 h 142875"/>
              <a:gd name="connsiteX16" fmla="*/ 487619 w 762734"/>
              <a:gd name="connsiteY16" fmla="*/ 99060 h 142875"/>
              <a:gd name="connsiteX17" fmla="*/ 648893 w 762734"/>
              <a:gd name="connsiteY17" fmla="*/ 58103 h 142875"/>
              <a:gd name="connsiteX18" fmla="*/ 628022 w 762734"/>
              <a:gd name="connsiteY18" fmla="*/ 85725 h 142875"/>
              <a:gd name="connsiteX19" fmla="*/ 648893 w 762734"/>
              <a:gd name="connsiteY19" fmla="*/ 113347 h 142875"/>
              <a:gd name="connsiteX20" fmla="*/ 669764 w 762734"/>
              <a:gd name="connsiteY20" fmla="*/ 85725 h 142875"/>
              <a:gd name="connsiteX21" fmla="*/ 648893 w 762734"/>
              <a:gd name="connsiteY21" fmla="*/ 58103 h 142875"/>
              <a:gd name="connsiteX22" fmla="*/ 320652 w 762734"/>
              <a:gd name="connsiteY22" fmla="*/ 58103 h 142875"/>
              <a:gd name="connsiteX23" fmla="*/ 299781 w 762734"/>
              <a:gd name="connsiteY23" fmla="*/ 85725 h 142875"/>
              <a:gd name="connsiteX24" fmla="*/ 320652 w 762734"/>
              <a:gd name="connsiteY24" fmla="*/ 113347 h 142875"/>
              <a:gd name="connsiteX25" fmla="*/ 341523 w 762734"/>
              <a:gd name="connsiteY25" fmla="*/ 85725 h 142875"/>
              <a:gd name="connsiteX26" fmla="*/ 320652 w 762734"/>
              <a:gd name="connsiteY26" fmla="*/ 58103 h 142875"/>
              <a:gd name="connsiteX27" fmla="*/ 582486 w 762734"/>
              <a:gd name="connsiteY27" fmla="*/ 47625 h 142875"/>
              <a:gd name="connsiteX28" fmla="*/ 596716 w 762734"/>
              <a:gd name="connsiteY28" fmla="*/ 47625 h 142875"/>
              <a:gd name="connsiteX29" fmla="*/ 596716 w 762734"/>
              <a:gd name="connsiteY29" fmla="*/ 123825 h 142875"/>
              <a:gd name="connsiteX30" fmla="*/ 582486 w 762734"/>
              <a:gd name="connsiteY30" fmla="*/ 123825 h 142875"/>
              <a:gd name="connsiteX31" fmla="*/ 365240 w 762734"/>
              <a:gd name="connsiteY31" fmla="*/ 47625 h 142875"/>
              <a:gd name="connsiteX32" fmla="*/ 380419 w 762734"/>
              <a:gd name="connsiteY32" fmla="*/ 47625 h 142875"/>
              <a:gd name="connsiteX33" fmla="*/ 399392 w 762734"/>
              <a:gd name="connsiteY33" fmla="*/ 108585 h 142875"/>
              <a:gd name="connsiteX34" fmla="*/ 418366 w 762734"/>
              <a:gd name="connsiteY34" fmla="*/ 47625 h 142875"/>
              <a:gd name="connsiteX35" fmla="*/ 432596 w 762734"/>
              <a:gd name="connsiteY35" fmla="*/ 47625 h 142875"/>
              <a:gd name="connsiteX36" fmla="*/ 407930 w 762734"/>
              <a:gd name="connsiteY36" fmla="*/ 123825 h 142875"/>
              <a:gd name="connsiteX37" fmla="*/ 389906 w 762734"/>
              <a:gd name="connsiteY37" fmla="*/ 123825 h 142875"/>
              <a:gd name="connsiteX38" fmla="*/ 738069 w 762734"/>
              <a:gd name="connsiteY38" fmla="*/ 45720 h 142875"/>
              <a:gd name="connsiteX39" fmla="*/ 762734 w 762734"/>
              <a:gd name="connsiteY39" fmla="*/ 71437 h 142875"/>
              <a:gd name="connsiteX40" fmla="*/ 762734 w 762734"/>
              <a:gd name="connsiteY40" fmla="*/ 123825 h 142875"/>
              <a:gd name="connsiteX41" fmla="*/ 748504 w 762734"/>
              <a:gd name="connsiteY41" fmla="*/ 123825 h 142875"/>
              <a:gd name="connsiteX42" fmla="*/ 748504 w 762734"/>
              <a:gd name="connsiteY42" fmla="*/ 73342 h 142875"/>
              <a:gd name="connsiteX43" fmla="*/ 732377 w 762734"/>
              <a:gd name="connsiteY43" fmla="*/ 56197 h 142875"/>
              <a:gd name="connsiteX44" fmla="*/ 716249 w 762734"/>
              <a:gd name="connsiteY44" fmla="*/ 73342 h 142875"/>
              <a:gd name="connsiteX45" fmla="*/ 716249 w 762734"/>
              <a:gd name="connsiteY45" fmla="*/ 123825 h 142875"/>
              <a:gd name="connsiteX46" fmla="*/ 702019 w 762734"/>
              <a:gd name="connsiteY46" fmla="*/ 123825 h 142875"/>
              <a:gd name="connsiteX47" fmla="*/ 702019 w 762734"/>
              <a:gd name="connsiteY47" fmla="*/ 47625 h 142875"/>
              <a:gd name="connsiteX48" fmla="*/ 716249 w 762734"/>
              <a:gd name="connsiteY48" fmla="*/ 47625 h 142875"/>
              <a:gd name="connsiteX49" fmla="*/ 716249 w 762734"/>
              <a:gd name="connsiteY49" fmla="*/ 59055 h 142875"/>
              <a:gd name="connsiteX50" fmla="*/ 738069 w 762734"/>
              <a:gd name="connsiteY50" fmla="*/ 45720 h 142875"/>
              <a:gd name="connsiteX51" fmla="*/ 649842 w 762734"/>
              <a:gd name="connsiteY51" fmla="*/ 45720 h 142875"/>
              <a:gd name="connsiteX52" fmla="*/ 683994 w 762734"/>
              <a:gd name="connsiteY52" fmla="*/ 84772 h 142875"/>
              <a:gd name="connsiteX53" fmla="*/ 674507 w 762734"/>
              <a:gd name="connsiteY53" fmla="*/ 114538 h 142875"/>
              <a:gd name="connsiteX54" fmla="*/ 648405 w 762734"/>
              <a:gd name="connsiteY54" fmla="*/ 125536 h 142875"/>
              <a:gd name="connsiteX55" fmla="*/ 623160 w 762734"/>
              <a:gd name="connsiteY55" fmla="*/ 115491 h 142875"/>
              <a:gd name="connsiteX56" fmla="*/ 613792 w 762734"/>
              <a:gd name="connsiteY56" fmla="*/ 86678 h 142875"/>
              <a:gd name="connsiteX57" fmla="*/ 649842 w 762734"/>
              <a:gd name="connsiteY57" fmla="*/ 45720 h 142875"/>
              <a:gd name="connsiteX58" fmla="*/ 321601 w 762734"/>
              <a:gd name="connsiteY58" fmla="*/ 45720 h 142875"/>
              <a:gd name="connsiteX59" fmla="*/ 355753 w 762734"/>
              <a:gd name="connsiteY59" fmla="*/ 84772 h 142875"/>
              <a:gd name="connsiteX60" fmla="*/ 346266 w 762734"/>
              <a:gd name="connsiteY60" fmla="*/ 114538 h 142875"/>
              <a:gd name="connsiteX61" fmla="*/ 320164 w 762734"/>
              <a:gd name="connsiteY61" fmla="*/ 125536 h 142875"/>
              <a:gd name="connsiteX62" fmla="*/ 294919 w 762734"/>
              <a:gd name="connsiteY62" fmla="*/ 115491 h 142875"/>
              <a:gd name="connsiteX63" fmla="*/ 285551 w 762734"/>
              <a:gd name="connsiteY63" fmla="*/ 86678 h 142875"/>
              <a:gd name="connsiteX64" fmla="*/ 321601 w 762734"/>
              <a:gd name="connsiteY64" fmla="*/ 45720 h 142875"/>
              <a:gd name="connsiteX65" fmla="*/ 244758 w 762734"/>
              <a:gd name="connsiteY65" fmla="*/ 45720 h 142875"/>
              <a:gd name="connsiteX66" fmla="*/ 269423 w 762734"/>
              <a:gd name="connsiteY66" fmla="*/ 71437 h 142875"/>
              <a:gd name="connsiteX67" fmla="*/ 269423 w 762734"/>
              <a:gd name="connsiteY67" fmla="*/ 123825 h 142875"/>
              <a:gd name="connsiteX68" fmla="*/ 255193 w 762734"/>
              <a:gd name="connsiteY68" fmla="*/ 123825 h 142875"/>
              <a:gd name="connsiteX69" fmla="*/ 255193 w 762734"/>
              <a:gd name="connsiteY69" fmla="*/ 73342 h 142875"/>
              <a:gd name="connsiteX70" fmla="*/ 239066 w 762734"/>
              <a:gd name="connsiteY70" fmla="*/ 56197 h 142875"/>
              <a:gd name="connsiteX71" fmla="*/ 222938 w 762734"/>
              <a:gd name="connsiteY71" fmla="*/ 73342 h 142875"/>
              <a:gd name="connsiteX72" fmla="*/ 222938 w 762734"/>
              <a:gd name="connsiteY72" fmla="*/ 123825 h 142875"/>
              <a:gd name="connsiteX73" fmla="*/ 208708 w 762734"/>
              <a:gd name="connsiteY73" fmla="*/ 123825 h 142875"/>
              <a:gd name="connsiteX74" fmla="*/ 208708 w 762734"/>
              <a:gd name="connsiteY74" fmla="*/ 47625 h 142875"/>
              <a:gd name="connsiteX75" fmla="*/ 222938 w 762734"/>
              <a:gd name="connsiteY75" fmla="*/ 47625 h 142875"/>
              <a:gd name="connsiteX76" fmla="*/ 222938 w 762734"/>
              <a:gd name="connsiteY76" fmla="*/ 59055 h 142875"/>
              <a:gd name="connsiteX77" fmla="*/ 244758 w 762734"/>
              <a:gd name="connsiteY77" fmla="*/ 45720 h 142875"/>
              <a:gd name="connsiteX78" fmla="*/ 165070 w 762734"/>
              <a:gd name="connsiteY78" fmla="*/ 45720 h 142875"/>
              <a:gd name="connsiteX79" fmla="*/ 189735 w 762734"/>
              <a:gd name="connsiteY79" fmla="*/ 71437 h 142875"/>
              <a:gd name="connsiteX80" fmla="*/ 189735 w 762734"/>
              <a:gd name="connsiteY80" fmla="*/ 123825 h 142875"/>
              <a:gd name="connsiteX81" fmla="*/ 175505 w 762734"/>
              <a:gd name="connsiteY81" fmla="*/ 123825 h 142875"/>
              <a:gd name="connsiteX82" fmla="*/ 175505 w 762734"/>
              <a:gd name="connsiteY82" fmla="*/ 73342 h 142875"/>
              <a:gd name="connsiteX83" fmla="*/ 159378 w 762734"/>
              <a:gd name="connsiteY83" fmla="*/ 56197 h 142875"/>
              <a:gd name="connsiteX84" fmla="*/ 143250 w 762734"/>
              <a:gd name="connsiteY84" fmla="*/ 73342 h 142875"/>
              <a:gd name="connsiteX85" fmla="*/ 143250 w 762734"/>
              <a:gd name="connsiteY85" fmla="*/ 123825 h 142875"/>
              <a:gd name="connsiteX86" fmla="*/ 129020 w 762734"/>
              <a:gd name="connsiteY86" fmla="*/ 123825 h 142875"/>
              <a:gd name="connsiteX87" fmla="*/ 129020 w 762734"/>
              <a:gd name="connsiteY87" fmla="*/ 47625 h 142875"/>
              <a:gd name="connsiteX88" fmla="*/ 143250 w 762734"/>
              <a:gd name="connsiteY88" fmla="*/ 47625 h 142875"/>
              <a:gd name="connsiteX89" fmla="*/ 143250 w 762734"/>
              <a:gd name="connsiteY89" fmla="*/ 59055 h 142875"/>
              <a:gd name="connsiteX90" fmla="*/ 165070 w 762734"/>
              <a:gd name="connsiteY90" fmla="*/ 45720 h 142875"/>
              <a:gd name="connsiteX91" fmla="*/ 475286 w 762734"/>
              <a:gd name="connsiteY91" fmla="*/ 44767 h 142875"/>
              <a:gd name="connsiteX92" fmla="*/ 502798 w 762734"/>
              <a:gd name="connsiteY92" fmla="*/ 68580 h 142875"/>
              <a:gd name="connsiteX93" fmla="*/ 502798 w 762734"/>
              <a:gd name="connsiteY93" fmla="*/ 106680 h 142875"/>
              <a:gd name="connsiteX94" fmla="*/ 504695 w 762734"/>
              <a:gd name="connsiteY94" fmla="*/ 122872 h 142875"/>
              <a:gd name="connsiteX95" fmla="*/ 490465 w 762734"/>
              <a:gd name="connsiteY95" fmla="*/ 122872 h 142875"/>
              <a:gd name="connsiteX96" fmla="*/ 488567 w 762734"/>
              <a:gd name="connsiteY96" fmla="*/ 111442 h 142875"/>
              <a:gd name="connsiteX97" fmla="*/ 466748 w 762734"/>
              <a:gd name="connsiteY97" fmla="*/ 123825 h 142875"/>
              <a:gd name="connsiteX98" fmla="*/ 466748 w 762734"/>
              <a:gd name="connsiteY98" fmla="*/ 125730 h 142875"/>
              <a:gd name="connsiteX99" fmla="*/ 443031 w 762734"/>
              <a:gd name="connsiteY99" fmla="*/ 103822 h 142875"/>
              <a:gd name="connsiteX100" fmla="*/ 462004 w 762734"/>
              <a:gd name="connsiteY100" fmla="*/ 81915 h 142875"/>
              <a:gd name="connsiteX101" fmla="*/ 483824 w 762734"/>
              <a:gd name="connsiteY101" fmla="*/ 76200 h 142875"/>
              <a:gd name="connsiteX102" fmla="*/ 488567 w 762734"/>
              <a:gd name="connsiteY102" fmla="*/ 70484 h 142875"/>
              <a:gd name="connsiteX103" fmla="*/ 488567 w 762734"/>
              <a:gd name="connsiteY103" fmla="*/ 68580 h 142875"/>
              <a:gd name="connsiteX104" fmla="*/ 474337 w 762734"/>
              <a:gd name="connsiteY104" fmla="*/ 56197 h 142875"/>
              <a:gd name="connsiteX105" fmla="*/ 457261 w 762734"/>
              <a:gd name="connsiteY105" fmla="*/ 71437 h 142875"/>
              <a:gd name="connsiteX106" fmla="*/ 443980 w 762734"/>
              <a:gd name="connsiteY106" fmla="*/ 68580 h 142875"/>
              <a:gd name="connsiteX107" fmla="*/ 475286 w 762734"/>
              <a:gd name="connsiteY107" fmla="*/ 44767 h 142875"/>
              <a:gd name="connsiteX108" fmla="*/ 543590 w 762734"/>
              <a:gd name="connsiteY108" fmla="*/ 24765 h 142875"/>
              <a:gd name="connsiteX109" fmla="*/ 543590 w 762734"/>
              <a:gd name="connsiteY109" fmla="*/ 46673 h 142875"/>
              <a:gd name="connsiteX110" fmla="*/ 565410 w 762734"/>
              <a:gd name="connsiteY110" fmla="*/ 46673 h 142875"/>
              <a:gd name="connsiteX111" fmla="*/ 565410 w 762734"/>
              <a:gd name="connsiteY111" fmla="*/ 58103 h 142875"/>
              <a:gd name="connsiteX112" fmla="*/ 543590 w 762734"/>
              <a:gd name="connsiteY112" fmla="*/ 58103 h 142875"/>
              <a:gd name="connsiteX113" fmla="*/ 543590 w 762734"/>
              <a:gd name="connsiteY113" fmla="*/ 100965 h 142875"/>
              <a:gd name="connsiteX114" fmla="*/ 554026 w 762734"/>
              <a:gd name="connsiteY114" fmla="*/ 112395 h 142875"/>
              <a:gd name="connsiteX115" fmla="*/ 565410 w 762734"/>
              <a:gd name="connsiteY115" fmla="*/ 109538 h 142875"/>
              <a:gd name="connsiteX116" fmla="*/ 564461 w 762734"/>
              <a:gd name="connsiteY116" fmla="*/ 110490 h 142875"/>
              <a:gd name="connsiteX117" fmla="*/ 568256 w 762734"/>
              <a:gd name="connsiteY117" fmla="*/ 120968 h 142875"/>
              <a:gd name="connsiteX118" fmla="*/ 552128 w 762734"/>
              <a:gd name="connsiteY118" fmla="*/ 125730 h 142875"/>
              <a:gd name="connsiteX119" fmla="*/ 529360 w 762734"/>
              <a:gd name="connsiteY119" fmla="*/ 103823 h 142875"/>
              <a:gd name="connsiteX120" fmla="*/ 529360 w 762734"/>
              <a:gd name="connsiteY120" fmla="*/ 59055 h 142875"/>
              <a:gd name="connsiteX121" fmla="*/ 515130 w 762734"/>
              <a:gd name="connsiteY121" fmla="*/ 59055 h 142875"/>
              <a:gd name="connsiteX122" fmla="*/ 515130 w 762734"/>
              <a:gd name="connsiteY122" fmla="*/ 47625 h 142875"/>
              <a:gd name="connsiteX123" fmla="*/ 529360 w 762734"/>
              <a:gd name="connsiteY123" fmla="*/ 47625 h 142875"/>
              <a:gd name="connsiteX124" fmla="*/ 529360 w 762734"/>
              <a:gd name="connsiteY124" fmla="*/ 28575 h 142875"/>
              <a:gd name="connsiteX125" fmla="*/ 93919 w 762734"/>
              <a:gd name="connsiteY125" fmla="*/ 17145 h 142875"/>
              <a:gd name="connsiteX126" fmla="*/ 109098 w 762734"/>
              <a:gd name="connsiteY126" fmla="*/ 17145 h 142875"/>
              <a:gd name="connsiteX127" fmla="*/ 109098 w 762734"/>
              <a:gd name="connsiteY127" fmla="*/ 123825 h 142875"/>
              <a:gd name="connsiteX128" fmla="*/ 93919 w 762734"/>
              <a:gd name="connsiteY128" fmla="*/ 123825 h 142875"/>
              <a:gd name="connsiteX129" fmla="*/ 589127 w 762734"/>
              <a:gd name="connsiteY129" fmla="*/ 14288 h 142875"/>
              <a:gd name="connsiteX130" fmla="*/ 598613 w 762734"/>
              <a:gd name="connsiteY130" fmla="*/ 23813 h 142875"/>
              <a:gd name="connsiteX131" fmla="*/ 589127 w 762734"/>
              <a:gd name="connsiteY131" fmla="*/ 33338 h 142875"/>
              <a:gd name="connsiteX132" fmla="*/ 579640 w 762734"/>
              <a:gd name="connsiteY132" fmla="*/ 23813 h 142875"/>
              <a:gd name="connsiteX133" fmla="*/ 589127 w 762734"/>
              <a:gd name="connsiteY133" fmla="*/ 14288 h 142875"/>
              <a:gd name="connsiteX134" fmla="*/ 0 w 762734"/>
              <a:gd name="connsiteY134" fmla="*/ 0 h 142875"/>
              <a:gd name="connsiteX135" fmla="*/ 14230 w 762734"/>
              <a:gd name="connsiteY135" fmla="*/ 0 h 142875"/>
              <a:gd name="connsiteX136" fmla="*/ 14230 w 762734"/>
              <a:gd name="connsiteY136" fmla="*/ 142875 h 142875"/>
              <a:gd name="connsiteX137" fmla="*/ 0 w 762734"/>
              <a:gd name="connsiteY137" fmla="*/ 142875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</a:cxnLst>
            <a:rect l="l" t="t" r="r" b="b"/>
            <a:pathLst>
              <a:path w="762734" h="142875">
                <a:moveTo>
                  <a:pt x="648405" y="125536"/>
                </a:moveTo>
                <a:lnTo>
                  <a:pt x="648893" y="125730"/>
                </a:lnTo>
                <a:lnTo>
                  <a:pt x="647944" y="125730"/>
                </a:lnTo>
                <a:close/>
                <a:moveTo>
                  <a:pt x="320164" y="125536"/>
                </a:moveTo>
                <a:lnTo>
                  <a:pt x="320652" y="125730"/>
                </a:lnTo>
                <a:lnTo>
                  <a:pt x="319703" y="125730"/>
                </a:lnTo>
                <a:close/>
                <a:moveTo>
                  <a:pt x="487619" y="84772"/>
                </a:moveTo>
                <a:cubicBezTo>
                  <a:pt x="486670" y="84772"/>
                  <a:pt x="483824" y="86677"/>
                  <a:pt x="479081" y="87630"/>
                </a:cubicBezTo>
                <a:lnTo>
                  <a:pt x="468645" y="90487"/>
                </a:lnTo>
                <a:cubicBezTo>
                  <a:pt x="461056" y="92392"/>
                  <a:pt x="457261" y="96202"/>
                  <a:pt x="457261" y="102870"/>
                </a:cubicBezTo>
                <a:cubicBezTo>
                  <a:pt x="457261" y="106204"/>
                  <a:pt x="458684" y="109299"/>
                  <a:pt x="461174" y="111561"/>
                </a:cubicBezTo>
                <a:lnTo>
                  <a:pt x="471026" y="115086"/>
                </a:lnTo>
                <a:lnTo>
                  <a:pt x="470543" y="115252"/>
                </a:lnTo>
                <a:lnTo>
                  <a:pt x="471491" y="115252"/>
                </a:lnTo>
                <a:lnTo>
                  <a:pt x="471026" y="115086"/>
                </a:lnTo>
                <a:lnTo>
                  <a:pt x="482638" y="111085"/>
                </a:lnTo>
                <a:cubicBezTo>
                  <a:pt x="485721" y="108347"/>
                  <a:pt x="487619" y="104299"/>
                  <a:pt x="487619" y="99060"/>
                </a:cubicBezTo>
                <a:close/>
                <a:moveTo>
                  <a:pt x="648893" y="58103"/>
                </a:moveTo>
                <a:cubicBezTo>
                  <a:pt x="636560" y="58103"/>
                  <a:pt x="628022" y="66675"/>
                  <a:pt x="628022" y="85725"/>
                </a:cubicBezTo>
                <a:cubicBezTo>
                  <a:pt x="628022" y="104775"/>
                  <a:pt x="636560" y="113347"/>
                  <a:pt x="648893" y="113347"/>
                </a:cubicBezTo>
                <a:cubicBezTo>
                  <a:pt x="661226" y="113347"/>
                  <a:pt x="669764" y="104775"/>
                  <a:pt x="669764" y="85725"/>
                </a:cubicBezTo>
                <a:cubicBezTo>
                  <a:pt x="669764" y="66675"/>
                  <a:pt x="661226" y="58103"/>
                  <a:pt x="648893" y="58103"/>
                </a:cubicBezTo>
                <a:close/>
                <a:moveTo>
                  <a:pt x="320652" y="58103"/>
                </a:moveTo>
                <a:cubicBezTo>
                  <a:pt x="308319" y="58103"/>
                  <a:pt x="299781" y="66675"/>
                  <a:pt x="299781" y="85725"/>
                </a:cubicBezTo>
                <a:cubicBezTo>
                  <a:pt x="299781" y="104775"/>
                  <a:pt x="308319" y="113347"/>
                  <a:pt x="320652" y="113347"/>
                </a:cubicBezTo>
                <a:cubicBezTo>
                  <a:pt x="332985" y="113347"/>
                  <a:pt x="341523" y="104775"/>
                  <a:pt x="341523" y="85725"/>
                </a:cubicBezTo>
                <a:cubicBezTo>
                  <a:pt x="341523" y="66675"/>
                  <a:pt x="332985" y="58103"/>
                  <a:pt x="320652" y="58103"/>
                </a:cubicBezTo>
                <a:close/>
                <a:moveTo>
                  <a:pt x="582486" y="47625"/>
                </a:moveTo>
                <a:lnTo>
                  <a:pt x="596716" y="47625"/>
                </a:lnTo>
                <a:lnTo>
                  <a:pt x="596716" y="123825"/>
                </a:lnTo>
                <a:lnTo>
                  <a:pt x="582486" y="123825"/>
                </a:lnTo>
                <a:close/>
                <a:moveTo>
                  <a:pt x="365240" y="47625"/>
                </a:moveTo>
                <a:lnTo>
                  <a:pt x="380419" y="47625"/>
                </a:lnTo>
                <a:lnTo>
                  <a:pt x="399392" y="108585"/>
                </a:lnTo>
                <a:lnTo>
                  <a:pt x="418366" y="47625"/>
                </a:lnTo>
                <a:lnTo>
                  <a:pt x="432596" y="47625"/>
                </a:lnTo>
                <a:lnTo>
                  <a:pt x="407930" y="123825"/>
                </a:lnTo>
                <a:lnTo>
                  <a:pt x="389906" y="123825"/>
                </a:lnTo>
                <a:close/>
                <a:moveTo>
                  <a:pt x="738069" y="45720"/>
                </a:moveTo>
                <a:cubicBezTo>
                  <a:pt x="753247" y="45720"/>
                  <a:pt x="762734" y="56197"/>
                  <a:pt x="762734" y="71437"/>
                </a:cubicBezTo>
                <a:lnTo>
                  <a:pt x="762734" y="123825"/>
                </a:lnTo>
                <a:lnTo>
                  <a:pt x="748504" y="123825"/>
                </a:lnTo>
                <a:lnTo>
                  <a:pt x="748504" y="73342"/>
                </a:lnTo>
                <a:cubicBezTo>
                  <a:pt x="748504" y="63817"/>
                  <a:pt x="743761" y="56197"/>
                  <a:pt x="732377" y="56197"/>
                </a:cubicBezTo>
                <a:cubicBezTo>
                  <a:pt x="720992" y="56197"/>
                  <a:pt x="716249" y="62865"/>
                  <a:pt x="716249" y="73342"/>
                </a:cubicBezTo>
                <a:lnTo>
                  <a:pt x="716249" y="123825"/>
                </a:lnTo>
                <a:lnTo>
                  <a:pt x="702019" y="123825"/>
                </a:lnTo>
                <a:lnTo>
                  <a:pt x="702019" y="47625"/>
                </a:lnTo>
                <a:lnTo>
                  <a:pt x="716249" y="47625"/>
                </a:lnTo>
                <a:lnTo>
                  <a:pt x="716249" y="59055"/>
                </a:lnTo>
                <a:cubicBezTo>
                  <a:pt x="719095" y="51435"/>
                  <a:pt x="726685" y="45720"/>
                  <a:pt x="738069" y="45720"/>
                </a:cubicBezTo>
                <a:close/>
                <a:moveTo>
                  <a:pt x="649842" y="45720"/>
                </a:moveTo>
                <a:cubicBezTo>
                  <a:pt x="672610" y="45720"/>
                  <a:pt x="683994" y="60008"/>
                  <a:pt x="683994" y="84772"/>
                </a:cubicBezTo>
                <a:cubicBezTo>
                  <a:pt x="683994" y="97155"/>
                  <a:pt x="680674" y="107395"/>
                  <a:pt x="674507" y="114538"/>
                </a:cubicBezTo>
                <a:lnTo>
                  <a:pt x="648405" y="125536"/>
                </a:lnTo>
                <a:lnTo>
                  <a:pt x="623160" y="115491"/>
                </a:lnTo>
                <a:cubicBezTo>
                  <a:pt x="617112" y="108824"/>
                  <a:pt x="613792" y="99061"/>
                  <a:pt x="613792" y="86678"/>
                </a:cubicBezTo>
                <a:cubicBezTo>
                  <a:pt x="613792" y="61912"/>
                  <a:pt x="627073" y="45720"/>
                  <a:pt x="649842" y="45720"/>
                </a:cubicBezTo>
                <a:close/>
                <a:moveTo>
                  <a:pt x="321601" y="45720"/>
                </a:moveTo>
                <a:cubicBezTo>
                  <a:pt x="344369" y="45720"/>
                  <a:pt x="355753" y="60008"/>
                  <a:pt x="355753" y="84772"/>
                </a:cubicBezTo>
                <a:cubicBezTo>
                  <a:pt x="355753" y="97155"/>
                  <a:pt x="352433" y="107395"/>
                  <a:pt x="346266" y="114538"/>
                </a:cubicBezTo>
                <a:lnTo>
                  <a:pt x="320164" y="125536"/>
                </a:lnTo>
                <a:lnTo>
                  <a:pt x="294919" y="115491"/>
                </a:lnTo>
                <a:cubicBezTo>
                  <a:pt x="288871" y="108824"/>
                  <a:pt x="285551" y="99061"/>
                  <a:pt x="285551" y="86678"/>
                </a:cubicBezTo>
                <a:cubicBezTo>
                  <a:pt x="285551" y="61912"/>
                  <a:pt x="298832" y="45720"/>
                  <a:pt x="321601" y="45720"/>
                </a:cubicBezTo>
                <a:close/>
                <a:moveTo>
                  <a:pt x="244758" y="45720"/>
                </a:moveTo>
                <a:cubicBezTo>
                  <a:pt x="259936" y="45720"/>
                  <a:pt x="269423" y="56197"/>
                  <a:pt x="269423" y="71437"/>
                </a:cubicBezTo>
                <a:lnTo>
                  <a:pt x="269423" y="123825"/>
                </a:lnTo>
                <a:lnTo>
                  <a:pt x="255193" y="123825"/>
                </a:lnTo>
                <a:lnTo>
                  <a:pt x="255193" y="73342"/>
                </a:lnTo>
                <a:cubicBezTo>
                  <a:pt x="255193" y="63817"/>
                  <a:pt x="250450" y="56197"/>
                  <a:pt x="239066" y="56197"/>
                </a:cubicBezTo>
                <a:cubicBezTo>
                  <a:pt x="227681" y="56197"/>
                  <a:pt x="222938" y="62865"/>
                  <a:pt x="222938" y="73342"/>
                </a:cubicBezTo>
                <a:lnTo>
                  <a:pt x="222938" y="123825"/>
                </a:lnTo>
                <a:lnTo>
                  <a:pt x="208708" y="123825"/>
                </a:lnTo>
                <a:lnTo>
                  <a:pt x="208708" y="47625"/>
                </a:lnTo>
                <a:lnTo>
                  <a:pt x="222938" y="47625"/>
                </a:lnTo>
                <a:lnTo>
                  <a:pt x="222938" y="59055"/>
                </a:lnTo>
                <a:cubicBezTo>
                  <a:pt x="225784" y="51435"/>
                  <a:pt x="233374" y="45720"/>
                  <a:pt x="244758" y="45720"/>
                </a:cubicBezTo>
                <a:close/>
                <a:moveTo>
                  <a:pt x="165070" y="45720"/>
                </a:moveTo>
                <a:cubicBezTo>
                  <a:pt x="180248" y="45720"/>
                  <a:pt x="189735" y="56197"/>
                  <a:pt x="189735" y="71437"/>
                </a:cubicBezTo>
                <a:lnTo>
                  <a:pt x="189735" y="123825"/>
                </a:lnTo>
                <a:lnTo>
                  <a:pt x="175505" y="123825"/>
                </a:lnTo>
                <a:lnTo>
                  <a:pt x="175505" y="73342"/>
                </a:lnTo>
                <a:cubicBezTo>
                  <a:pt x="175505" y="63817"/>
                  <a:pt x="170762" y="56197"/>
                  <a:pt x="159378" y="56197"/>
                </a:cubicBezTo>
                <a:cubicBezTo>
                  <a:pt x="147993" y="56197"/>
                  <a:pt x="143250" y="62865"/>
                  <a:pt x="143250" y="73342"/>
                </a:cubicBezTo>
                <a:lnTo>
                  <a:pt x="143250" y="123825"/>
                </a:lnTo>
                <a:lnTo>
                  <a:pt x="129020" y="123825"/>
                </a:lnTo>
                <a:lnTo>
                  <a:pt x="129020" y="47625"/>
                </a:lnTo>
                <a:lnTo>
                  <a:pt x="143250" y="47625"/>
                </a:lnTo>
                <a:lnTo>
                  <a:pt x="143250" y="59055"/>
                </a:lnTo>
                <a:cubicBezTo>
                  <a:pt x="146096" y="51435"/>
                  <a:pt x="153686" y="45720"/>
                  <a:pt x="165070" y="45720"/>
                </a:cubicBezTo>
                <a:close/>
                <a:moveTo>
                  <a:pt x="475286" y="44767"/>
                </a:moveTo>
                <a:cubicBezTo>
                  <a:pt x="494259" y="44767"/>
                  <a:pt x="502798" y="53340"/>
                  <a:pt x="502798" y="68580"/>
                </a:cubicBezTo>
                <a:lnTo>
                  <a:pt x="502798" y="106680"/>
                </a:lnTo>
                <a:cubicBezTo>
                  <a:pt x="502798" y="113347"/>
                  <a:pt x="502798" y="118110"/>
                  <a:pt x="504695" y="122872"/>
                </a:cubicBezTo>
                <a:lnTo>
                  <a:pt x="490465" y="122872"/>
                </a:lnTo>
                <a:cubicBezTo>
                  <a:pt x="490465" y="121920"/>
                  <a:pt x="488567" y="118110"/>
                  <a:pt x="488567" y="111442"/>
                </a:cubicBezTo>
                <a:cubicBezTo>
                  <a:pt x="486670" y="119062"/>
                  <a:pt x="478132" y="123825"/>
                  <a:pt x="466748" y="123825"/>
                </a:cubicBezTo>
                <a:lnTo>
                  <a:pt x="466748" y="125730"/>
                </a:lnTo>
                <a:cubicBezTo>
                  <a:pt x="453466" y="125730"/>
                  <a:pt x="443031" y="117157"/>
                  <a:pt x="443031" y="103822"/>
                </a:cubicBezTo>
                <a:cubicBezTo>
                  <a:pt x="443031" y="90487"/>
                  <a:pt x="450620" y="84772"/>
                  <a:pt x="462004" y="81915"/>
                </a:cubicBezTo>
                <a:lnTo>
                  <a:pt x="483824" y="76200"/>
                </a:lnTo>
                <a:cubicBezTo>
                  <a:pt x="487619" y="76200"/>
                  <a:pt x="488567" y="73342"/>
                  <a:pt x="488567" y="70484"/>
                </a:cubicBezTo>
                <a:lnTo>
                  <a:pt x="488567" y="68580"/>
                </a:lnTo>
                <a:cubicBezTo>
                  <a:pt x="488567" y="60959"/>
                  <a:pt x="483824" y="56197"/>
                  <a:pt x="474337" y="56197"/>
                </a:cubicBezTo>
                <a:cubicBezTo>
                  <a:pt x="464851" y="56197"/>
                  <a:pt x="457261" y="63817"/>
                  <a:pt x="457261" y="71437"/>
                </a:cubicBezTo>
                <a:lnTo>
                  <a:pt x="443980" y="68580"/>
                </a:lnTo>
                <a:cubicBezTo>
                  <a:pt x="443980" y="57150"/>
                  <a:pt x="456312" y="44767"/>
                  <a:pt x="475286" y="44767"/>
                </a:cubicBezTo>
                <a:close/>
                <a:moveTo>
                  <a:pt x="543590" y="24765"/>
                </a:moveTo>
                <a:lnTo>
                  <a:pt x="543590" y="46673"/>
                </a:lnTo>
                <a:lnTo>
                  <a:pt x="565410" y="46673"/>
                </a:lnTo>
                <a:lnTo>
                  <a:pt x="565410" y="58103"/>
                </a:lnTo>
                <a:lnTo>
                  <a:pt x="543590" y="58103"/>
                </a:lnTo>
                <a:lnTo>
                  <a:pt x="543590" y="100965"/>
                </a:lnTo>
                <a:cubicBezTo>
                  <a:pt x="543590" y="109538"/>
                  <a:pt x="547385" y="112395"/>
                  <a:pt x="554026" y="112395"/>
                </a:cubicBezTo>
                <a:cubicBezTo>
                  <a:pt x="560666" y="112395"/>
                  <a:pt x="565410" y="109538"/>
                  <a:pt x="565410" y="109538"/>
                </a:cubicBezTo>
                <a:lnTo>
                  <a:pt x="564461" y="110490"/>
                </a:lnTo>
                <a:lnTo>
                  <a:pt x="568256" y="120968"/>
                </a:lnTo>
                <a:cubicBezTo>
                  <a:pt x="566358" y="122873"/>
                  <a:pt x="560666" y="125730"/>
                  <a:pt x="552128" y="125730"/>
                </a:cubicBezTo>
                <a:cubicBezTo>
                  <a:pt x="535052" y="125730"/>
                  <a:pt x="529360" y="116205"/>
                  <a:pt x="529360" y="103823"/>
                </a:cubicBezTo>
                <a:lnTo>
                  <a:pt x="529360" y="59055"/>
                </a:lnTo>
                <a:lnTo>
                  <a:pt x="515130" y="59055"/>
                </a:lnTo>
                <a:lnTo>
                  <a:pt x="515130" y="47625"/>
                </a:lnTo>
                <a:lnTo>
                  <a:pt x="529360" y="47625"/>
                </a:lnTo>
                <a:lnTo>
                  <a:pt x="529360" y="28575"/>
                </a:lnTo>
                <a:close/>
                <a:moveTo>
                  <a:pt x="93919" y="17145"/>
                </a:moveTo>
                <a:lnTo>
                  <a:pt x="109098" y="17145"/>
                </a:lnTo>
                <a:lnTo>
                  <a:pt x="109098" y="123825"/>
                </a:lnTo>
                <a:lnTo>
                  <a:pt x="93919" y="123825"/>
                </a:lnTo>
                <a:close/>
                <a:moveTo>
                  <a:pt x="589127" y="14288"/>
                </a:moveTo>
                <a:cubicBezTo>
                  <a:pt x="594819" y="14288"/>
                  <a:pt x="598613" y="18098"/>
                  <a:pt x="598613" y="23813"/>
                </a:cubicBezTo>
                <a:cubicBezTo>
                  <a:pt x="598613" y="29528"/>
                  <a:pt x="594819" y="33338"/>
                  <a:pt x="589127" y="33338"/>
                </a:cubicBezTo>
                <a:cubicBezTo>
                  <a:pt x="583435" y="33338"/>
                  <a:pt x="579640" y="29528"/>
                  <a:pt x="579640" y="23813"/>
                </a:cubicBezTo>
                <a:cubicBezTo>
                  <a:pt x="579640" y="18098"/>
                  <a:pt x="583435" y="14288"/>
                  <a:pt x="589127" y="14288"/>
                </a:cubicBezTo>
                <a:close/>
                <a:moveTo>
                  <a:pt x="0" y="0"/>
                </a:moveTo>
                <a:lnTo>
                  <a:pt x="14230" y="0"/>
                </a:lnTo>
                <a:lnTo>
                  <a:pt x="14230" y="142875"/>
                </a:lnTo>
                <a:lnTo>
                  <a:pt x="0" y="142875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2940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Red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384" y="266399"/>
            <a:ext cx="5732004" cy="3965875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lang="en-GB" sz="7000" b="0" i="0" kern="1200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7474C3C3-E6CF-FCE1-1181-F02BC23A101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65851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340F79D8-9CB3-8533-8439-9D23904770BB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25F254E-C308-E8CA-73B7-DF67D354B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2004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F9D9E1F-908D-AE0A-5E38-471673E1AA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5762426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BCD9248-DD06-E461-030C-D312ECB178E6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7297" y="6396841"/>
            <a:ext cx="7874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97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384" y="269999"/>
            <a:ext cx="5732004" cy="3962275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lang="en-GB" sz="7000" b="0" i="0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C3BD605-06B1-68EF-DD24-2EA9D4780A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65851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39B618F-2071-CF8F-C3F6-63092DC24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2004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E68614-F52A-AD0A-D435-2C2D756FA9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5762426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87ABC11-140B-555C-3628-7FE71796B333}"/>
              </a:ext>
            </a:extLst>
          </p:cNvPr>
          <p:cNvPicPr>
            <a:picLocks noChangeAspect="1"/>
          </p:cNvPicPr>
          <p:nvPr userDrawn="1"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7297" y="6396841"/>
            <a:ext cx="7874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88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488600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3D73DEF-9C82-2768-837B-EB448FCEC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1771425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4000" y="231771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4000" y="625471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44000" y="1022195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44000" y="141891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44000" y="1815643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644000" y="2212367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644000" y="2607652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44000" y="3002937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644000" y="3398222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644000" y="3793507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644000" y="4185778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644000" y="457804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44000" y="496901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644000" y="535998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BF28211-1086-A258-4B97-2558FD5CB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3032853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115670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1273176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4000" y="231771"/>
            <a:ext cx="4317438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7977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801573"/>
            <a:ext cx="1273176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4000" y="801573"/>
            <a:ext cx="4317438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801573"/>
            <a:ext cx="2794059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371375"/>
            <a:ext cx="1273176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44000" y="1371375"/>
            <a:ext cx="4317438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371375"/>
            <a:ext cx="2794059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73362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941177"/>
            <a:ext cx="1273176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44000" y="1941177"/>
            <a:ext cx="4317438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941177"/>
            <a:ext cx="2794059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23105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2510979"/>
            <a:ext cx="1273176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44000" y="2510979"/>
            <a:ext cx="4317438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2510979"/>
            <a:ext cx="2794059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88747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3080781"/>
            <a:ext cx="1273176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644000" y="3080781"/>
            <a:ext cx="4317438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3080781"/>
            <a:ext cx="2794059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346440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3650583"/>
            <a:ext cx="1273176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644000" y="3650583"/>
            <a:ext cx="4317438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3650583"/>
            <a:ext cx="2794059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404132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4220385"/>
            <a:ext cx="1273176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44000" y="4220385"/>
            <a:ext cx="4317438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4220385"/>
            <a:ext cx="2794059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46182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4790187"/>
            <a:ext cx="1273176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644000" y="4790187"/>
            <a:ext cx="4317438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4790187"/>
            <a:ext cx="2794059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5195175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1273176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644000" y="5359989"/>
            <a:ext cx="4317438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BF28211-1086-A258-4B97-2558FD5CB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1093976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495918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07596-CD4E-AD17-0A30-209981645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10680237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43DFA16-4809-A367-8DA1-8599EDC67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279466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1A9DEC-1972-000C-297E-FD62059EE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raphic 8">
            <a:extLst>
              <a:ext uri="{FF2B5EF4-FFF2-40B4-BE49-F238E27FC236}">
                <a16:creationId xmlns:a16="http://schemas.microsoft.com/office/drawing/2014/main" id="{584D2C57-3904-61FA-F2B5-C74EFBC4BE0A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4B41FEE-3CA9-4BB8-611D-AC4BB7693BF9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2438" y="6396841"/>
            <a:ext cx="7874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17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FE0DB2D-5681-9C6E-43DA-7FD40833A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279466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1395241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88F223-1D7A-707E-10AB-5C41663BE54B}"/>
              </a:ext>
            </a:extLst>
          </p:cNvPr>
          <p:cNvSpPr/>
          <p:nvPr userDrawn="1"/>
        </p:nvSpPr>
        <p:spPr>
          <a:xfrm>
            <a:off x="6583680" y="0"/>
            <a:ext cx="56083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3085" cy="3427413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4" cy="454529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5733084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949BE1-5181-CCD9-89D9-3FDED9684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5337" y="2338388"/>
            <a:ext cx="4757737" cy="3427412"/>
          </a:xfrm>
        </p:spPr>
        <p:txBody>
          <a:bodyPr/>
          <a:lstStyle>
            <a:lvl1pPr>
              <a:lnSpc>
                <a:spcPct val="80000"/>
              </a:lnSpc>
              <a:defRPr sz="5400">
                <a:solidFill>
                  <a:schemeClr val="bg1"/>
                </a:solidFill>
                <a:latin typeface="+mj-lt"/>
              </a:defRPr>
            </a:lvl1pPr>
            <a:lvl2pPr>
              <a:defRPr lang="en-GB" dirty="0" smtClean="0">
                <a:solidFill>
                  <a:schemeClr val="bg1"/>
                </a:solidFill>
              </a:defRPr>
            </a:lvl2pPr>
            <a:lvl3pPr>
              <a:defRPr lang="en-GB" dirty="0" smtClean="0">
                <a:solidFill>
                  <a:schemeClr val="bg1"/>
                </a:solidFill>
              </a:defRPr>
            </a:lvl3pPr>
            <a:lvl4pPr>
              <a:defRPr lang="en-GB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“Quote goes here. Delete speech marks if not required.”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616647F-6551-5C71-EECF-7BC298E933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GB" dirty="0"/>
              <a:t>Click to add text. Delete if not required.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EC8F6E-46BB-F39D-C0DC-751CB8913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3129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2675256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[Accessible Version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8"/>
            <a:ext cx="5733085" cy="3427412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4" cy="454529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5733084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949BE1-5181-CCD9-89D9-3FDED9684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5337" y="2338388"/>
            <a:ext cx="4757737" cy="3427412"/>
          </a:xfrm>
        </p:spPr>
        <p:txBody>
          <a:bodyPr/>
          <a:lstStyle>
            <a:lvl1pPr>
              <a:lnSpc>
                <a:spcPct val="80000"/>
              </a:lnSpc>
              <a:defRPr sz="5400" i="0">
                <a:solidFill>
                  <a:schemeClr val="accent1"/>
                </a:solidFill>
                <a:latin typeface="+mj-lt"/>
              </a:defRPr>
            </a:lvl1pPr>
            <a:lvl2pPr>
              <a:defRPr lang="en-GB" dirty="0" smtClean="0">
                <a:solidFill>
                  <a:schemeClr val="tx1"/>
                </a:solidFill>
              </a:defRPr>
            </a:lvl2pPr>
            <a:lvl3pPr>
              <a:defRPr lang="en-GB" dirty="0" smtClean="0">
                <a:solidFill>
                  <a:schemeClr val="tx1"/>
                </a:solidFill>
              </a:defRPr>
            </a:lvl3pPr>
            <a:lvl4pPr>
              <a:defRPr lang="en-GB" dirty="0" smtClean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“Quote goes here. Delete speech marks if not required.”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62EBE26-5504-780B-C8F1-AFCE930394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5227C2-8D93-ABD3-A0D2-E4BD40BC7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3084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lang="en-US" dirty="0"/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GB" dirty="0"/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348373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 dirty="0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5495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3867150"/>
            <a:ext cx="3778250" cy="1816002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9011399-EA78-1501-D5C3-39F7E534C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4548758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22584444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3943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1879708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39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39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39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7699C8C-E675-503A-24B2-BFCC24CE4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3564980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50A90C1-8224-5C16-1EC9-D3E24C8CF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11937236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3943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FD518FF-79D2-C6D5-01D5-64DFE2312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5040002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CAB8AB-4C0B-7253-B5CE-B910AD2A2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6073345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1599"/>
            <a:ext cx="2793541" cy="1902675"/>
          </a:xfrm>
        </p:spPr>
        <p:txBody>
          <a:bodyPr/>
          <a:lstStyle>
            <a:lvl1pPr>
              <a:defRPr lang="en-GB" sz="1400" dirty="0" smtClean="0"/>
            </a:lvl1pPr>
            <a:lvl2pPr>
              <a:defRPr lang="en-GB" sz="1400" dirty="0" smtClean="0"/>
            </a:lvl2pPr>
            <a:lvl3pPr>
              <a:defRPr lang="en-GB" sz="1200" dirty="0" smtClean="0"/>
            </a:lvl3pPr>
            <a:lvl4pPr>
              <a:defRPr lang="en-GB" sz="1200" dirty="0" smtClean="0"/>
            </a:lvl4pPr>
            <a:lvl5pPr>
              <a:defRPr lang="en-GB" sz="8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21599"/>
            <a:ext cx="2793542" cy="1902675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21599"/>
            <a:ext cx="2803525" cy="1902675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21599"/>
            <a:ext cx="2793997" cy="1902675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902673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902674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902673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902674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3B6904-8EEB-8C52-41B0-27C88B555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15230076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459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4E01DA7-F0B0-D0D7-0F82-2CEA27458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3129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28833133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440113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1480" y="4894903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440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06874" y="4894903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440113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4205" y="4894903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BE4CD19-6DA9-A930-91EE-59CB48D4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42685606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2917825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0F27FF6-CF7D-B29E-40F2-BF449AACF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FCDADD7-2ADE-F7A6-3ACF-DBB0741F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037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4313EC1-0D30-C944-21E6-B89F8290D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18412525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6A8E91-3BCB-12F2-1699-CC1C37680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36715394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If using a title or subtitle over the image, ensure the text is legible.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10632110" cy="4685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title. Black or white text only.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1063210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1440509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GB" dirty="0"/>
              <a:t>Click to add text – delete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66620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427413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 dirty="0"/>
              <a:t>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9517692-C189-7E0D-4346-7FEE15476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2003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25539496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Content Right S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620397"/>
          </a:xfrm>
        </p:spPr>
        <p:txBody>
          <a:bodyPr/>
          <a:lstStyle>
            <a:lvl1pPr>
              <a:lnSpc>
                <a:spcPct val="80000"/>
              </a:lnSpc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3713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8"/>
            <a:ext cx="5732003" cy="3429000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391A549-7A5F-703E-A3A1-F1639A673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2003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
Slide footer goes here if required. Turn off globally using the Header/Footer function (under the Insert menu).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7244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3010694" cy="3429000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429001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D46F191-1605-B6DF-5A57-92E681348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2003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
Slide footer goes here if required. Turn off globally using the Header/Footer function (under the Insert menu).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9075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427413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CA9CB80-774D-68B5-7E25-86D9D123D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2003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
Slide footer goes here if required. Turn off globally using the Header/Footer function (under the Insert menu).</a:t>
            </a:r>
            <a:endParaRPr lang="en-US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964239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427413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00874E2-51B6-C9BA-5767-10D0B2852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9479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30969652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5" y="2338387"/>
            <a:ext cx="4750422" cy="3427413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F0325E1-B647-A8E5-18BB-BF2ED4C7A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7693690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32407084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eft Side, Two Images and Text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0" y="0"/>
            <a:ext cx="5041900" cy="3357563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75560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98741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Images and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42933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chemeClr val="bg1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lang="en-GB" sz="7000" b="0" i="0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 dirty="0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lang="en-GB" sz="7000" b="0" i="0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 dirty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7017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70614" y="0"/>
            <a:ext cx="6021385" cy="6858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 Double click the image to adjust crop and scale.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4889500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C40E4DC1-BB74-3975-DFE6-D6234B08E410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D9D9B0-873B-B8A9-1B63-57E03B292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5733085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7E7F3D-E3D7-E83F-B9A2-937E0A3F5B56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7297" y="6396841"/>
            <a:ext cx="7874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953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9"/>
            <a:ext cx="377507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4376739"/>
            <a:ext cx="3778250" cy="13890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9"/>
            <a:ext cx="377507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9B23211-718F-C72D-C415-24096BDEE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
Slide footer goes here if required. Turn off globally using the Header/Footer function (under the Insert menu).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0BAE1C4-8C53-F889-33BD-2F49ACEA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482CECF5-BBCB-3C3C-5C16-98CE56519A6A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B0847BB-4949-C8D1-EA3D-B694D3EC7FC4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2438" y="6396841"/>
            <a:ext cx="7874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305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9"/>
            <a:ext cx="2794731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4376739"/>
            <a:ext cx="2776485" cy="13890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498F38D-E287-CD9F-9BFC-10B3256FE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
Slide footer goes here if required. Turn off globally using the Header/Footer function (under the Insert menu).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29701B-BA59-63AC-184E-531FE07F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9E2456D6-0DCE-CB9D-60A5-2CD05AD6A4F2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99CFD56-A118-D7E6-7E32-B698266A5AF6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2438" y="6396841"/>
            <a:ext cx="7874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138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9"/>
            <a:ext cx="2794731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9"/>
            <a:ext cx="2794731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606912E-45D9-5EEE-9496-4E85E1874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35200805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46859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736E8E3-26E6-DF9F-264A-BFE1AD9B0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24376319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627257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434392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627257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434392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627257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434392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627257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434392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627257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434392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627257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 </a:t>
            </a:r>
            <a:r>
              <a:rPr lang="en-US" dirty="0"/>
              <a:t>Double click the image to adjust crop and scale.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434392"/>
            <a:ext cx="1811338" cy="33201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0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46859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FD0E279-D09C-E44C-0FD5-7AAE367C5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
Slide footer goes here if required. Turn off globally using the Header/Footer function (under the Insert menu).</a:t>
            </a:r>
            <a:endParaRPr lang="en-US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22932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AAB40DC-44BE-A1E0-6E1F-CF02BAF6369A}"/>
              </a:ext>
            </a:extLst>
          </p:cNvPr>
          <p:cNvSpPr/>
          <p:nvPr userDrawn="1"/>
        </p:nvSpPr>
        <p:spPr>
          <a:xfrm>
            <a:off x="288259" y="1821888"/>
            <a:ext cx="11610516" cy="3943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C6A2D-F931-C4C5-30C6-2E186C6A2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526835" cy="468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D07494-4670-F788-0B7B-CDECB5C343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
Slide footer goes here if required. Turn off globally using the Header/Footer function (under the Insert menu).</a:t>
            </a:r>
            <a:endParaRPr lang="en-US" b="0" i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F351E-E868-5A2C-F848-1DC22079E0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EA2C9E9-BF34-BFF2-3A81-A88FDB54A8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918C55-57D9-4EE4-9CD8-C0D261DA35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83488" y="2286003"/>
            <a:ext cx="2736000" cy="1214437"/>
          </a:xfrm>
          <a:noFill/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AA09275-5FA2-8270-DAFD-D4026DB25E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3488" y="1971675"/>
            <a:ext cx="2736000" cy="313766"/>
          </a:xfrm>
          <a:noFill/>
        </p:spPr>
        <p:txBody>
          <a:bodyPr/>
          <a:lstStyle>
            <a:lvl1pPr>
              <a:defRPr kumimoji="0" lang="en-US" sz="14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GB" dirty="0"/>
              <a:t>Phase 00</a:t>
            </a:r>
            <a:endParaRPr lang="en-US" dirty="0"/>
          </a:p>
        </p:txBody>
      </p:sp>
      <p:sp>
        <p:nvSpPr>
          <p:cNvPr id="12" name="SmartArt Placeholder 11">
            <a:extLst>
              <a:ext uri="{FF2B5EF4-FFF2-40B4-BE49-F238E27FC236}">
                <a16:creationId xmlns:a16="http://schemas.microsoft.com/office/drawing/2014/main" id="{55873F6C-B0A8-6E35-15C1-25D0E34CEC4E}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>
          <a:xfrm>
            <a:off x="288259" y="3571875"/>
            <a:ext cx="2902669" cy="302400"/>
          </a:xfrm>
          <a:solidFill>
            <a:schemeClr val="accent1"/>
          </a:solidFill>
        </p:spPr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F773288-1063-C5B2-C27E-37E03FC0BA3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83488" y="4425283"/>
            <a:ext cx="2736000" cy="1040481"/>
          </a:xfrm>
          <a:noFill/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E76A6D6-2D0B-2A2F-1255-78F1513183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3488" y="4157907"/>
            <a:ext cx="2736000" cy="217128"/>
          </a:xfrm>
          <a:noFill/>
        </p:spPr>
        <p:txBody>
          <a:bodyPr/>
          <a:lstStyle>
            <a:lvl1pPr>
              <a:defRPr kumimoji="0" lang="en-US" sz="14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GB" dirty="0"/>
              <a:t>Deliverables</a:t>
            </a:r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9C3E72A-FE10-0AB5-5752-6B2A751E67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19655" y="2286003"/>
            <a:ext cx="2736000" cy="1214437"/>
          </a:xfrm>
          <a:noFill/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BB75E8C6-EB09-D73E-A707-2366E1F4C74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219655" y="1971675"/>
            <a:ext cx="2736000" cy="313766"/>
          </a:xfrm>
          <a:noFill/>
        </p:spPr>
        <p:txBody>
          <a:bodyPr/>
          <a:lstStyle>
            <a:lvl1pPr>
              <a:defRPr kumimoji="0" lang="en-US" sz="14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GB" dirty="0"/>
              <a:t>Phase 00</a:t>
            </a:r>
            <a:endParaRPr lang="en-US" dirty="0"/>
          </a:p>
        </p:txBody>
      </p:sp>
      <p:sp>
        <p:nvSpPr>
          <p:cNvPr id="23" name="SmartArt Placeholder 11">
            <a:extLst>
              <a:ext uri="{FF2B5EF4-FFF2-40B4-BE49-F238E27FC236}">
                <a16:creationId xmlns:a16="http://schemas.microsoft.com/office/drawing/2014/main" id="{B1E237C6-B05A-E1DF-0A22-7D05D57E5975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3190875" y="3571875"/>
            <a:ext cx="2902669" cy="302400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B21FFA25-0545-CDE3-456F-4268B34561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90875" y="4425283"/>
            <a:ext cx="2736000" cy="1040481"/>
          </a:xfrm>
          <a:noFill/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F0884733-C572-CBCD-9690-04342EF46F1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190875" y="4157907"/>
            <a:ext cx="2736000" cy="217128"/>
          </a:xfrm>
          <a:noFill/>
        </p:spPr>
        <p:txBody>
          <a:bodyPr/>
          <a:lstStyle>
            <a:lvl1pPr>
              <a:defRPr kumimoji="0" lang="en-US" sz="14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GB" dirty="0"/>
              <a:t>Deliverables</a:t>
            </a:r>
            <a:endParaRPr lang="en-US" dirty="0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800DB16B-CADC-0894-C333-9E6A385E98A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093491" y="2286003"/>
            <a:ext cx="2736000" cy="1214437"/>
          </a:xfrm>
          <a:noFill/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68CCF615-0269-2C1D-9F20-E6EF09EB30B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3491" y="1971675"/>
            <a:ext cx="2736000" cy="313766"/>
          </a:xfrm>
          <a:noFill/>
        </p:spPr>
        <p:txBody>
          <a:bodyPr/>
          <a:lstStyle>
            <a:lvl1pPr>
              <a:defRPr kumimoji="0" lang="en-US" sz="14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GB" dirty="0"/>
              <a:t>Phase 00</a:t>
            </a:r>
            <a:endParaRPr lang="en-US" dirty="0"/>
          </a:p>
        </p:txBody>
      </p:sp>
      <p:sp>
        <p:nvSpPr>
          <p:cNvPr id="28" name="SmartArt Placeholder 11">
            <a:extLst>
              <a:ext uri="{FF2B5EF4-FFF2-40B4-BE49-F238E27FC236}">
                <a16:creationId xmlns:a16="http://schemas.microsoft.com/office/drawing/2014/main" id="{AF39ACC0-96AB-02B7-6670-B6F2B7BB4028}"/>
              </a:ext>
            </a:extLst>
          </p:cNvPr>
          <p:cNvSpPr>
            <a:spLocks noGrp="1"/>
          </p:cNvSpPr>
          <p:nvPr>
            <p:ph type="dgm" sz="quarter" idx="44" hasCustomPrompt="1"/>
          </p:nvPr>
        </p:nvSpPr>
        <p:spPr>
          <a:xfrm>
            <a:off x="6093491" y="3571875"/>
            <a:ext cx="2902669" cy="302400"/>
          </a:xfrm>
          <a:solidFill>
            <a:schemeClr val="tx1"/>
          </a:solidFill>
        </p:spPr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B573707A-D85A-428E-3184-E60BCE49A3D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093491" y="4425283"/>
            <a:ext cx="2736000" cy="1040481"/>
          </a:xfrm>
          <a:noFill/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43010A02-56BE-F403-59A7-F5151E2A4BF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093491" y="4157907"/>
            <a:ext cx="2736000" cy="217128"/>
          </a:xfrm>
          <a:noFill/>
        </p:spPr>
        <p:txBody>
          <a:bodyPr/>
          <a:lstStyle>
            <a:lvl1pPr>
              <a:defRPr kumimoji="0" lang="en-US" sz="14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GB" dirty="0"/>
              <a:t>Deliverables</a:t>
            </a:r>
            <a:endParaRPr lang="en-US" dirty="0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500C5E8D-3929-303A-F8EB-EAA6B4BCDA0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67327" y="2286003"/>
            <a:ext cx="2736000" cy="1214437"/>
          </a:xfrm>
          <a:noFill/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C115BDF6-4422-7C92-242E-E17AE7A5DC2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67327" y="1971675"/>
            <a:ext cx="2736000" cy="313766"/>
          </a:xfrm>
          <a:noFill/>
        </p:spPr>
        <p:txBody>
          <a:bodyPr/>
          <a:lstStyle>
            <a:lvl1pPr>
              <a:defRPr kumimoji="0" lang="en-US" sz="14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GB" dirty="0"/>
              <a:t>Phase 00</a:t>
            </a:r>
            <a:endParaRPr lang="en-US" dirty="0"/>
          </a:p>
        </p:txBody>
      </p:sp>
      <p:sp>
        <p:nvSpPr>
          <p:cNvPr id="33" name="SmartArt Placeholder 11">
            <a:extLst>
              <a:ext uri="{FF2B5EF4-FFF2-40B4-BE49-F238E27FC236}">
                <a16:creationId xmlns:a16="http://schemas.microsoft.com/office/drawing/2014/main" id="{3BFAFF7B-D35C-05C8-816F-E3A5B8692852}"/>
              </a:ext>
            </a:extLst>
          </p:cNvPr>
          <p:cNvSpPr>
            <a:spLocks noGrp="1"/>
          </p:cNvSpPr>
          <p:nvPr>
            <p:ph type="dgm" sz="quarter" idx="49" hasCustomPrompt="1"/>
          </p:nvPr>
        </p:nvSpPr>
        <p:spPr>
          <a:xfrm>
            <a:off x="8996106" y="3571875"/>
            <a:ext cx="2902669" cy="302400"/>
          </a:xfrm>
          <a:solidFill>
            <a:schemeClr val="accent4"/>
          </a:solidFill>
        </p:spPr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BB7BA504-3F5C-EC94-5E3B-5B567B921D1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996106" y="4425283"/>
            <a:ext cx="2736000" cy="1040481"/>
          </a:xfrm>
          <a:noFill/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A7B4235-A52C-B233-0DD5-212A185AD44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996106" y="4157907"/>
            <a:ext cx="2736000" cy="217128"/>
          </a:xfrm>
          <a:noFill/>
        </p:spPr>
        <p:txBody>
          <a:bodyPr/>
          <a:lstStyle>
            <a:lvl1pPr>
              <a:defRPr kumimoji="0" lang="en-US" sz="14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Arial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600"/>
            </a:lvl5pPr>
          </a:lstStyle>
          <a:p>
            <a:pPr lvl="0"/>
            <a:r>
              <a:rPr lang="en-GB" dirty="0"/>
              <a:t>Deliverables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7480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lang="en-GB" sz="7000" b="0" i="0" kern="1200" spc="0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B7E02200-51E6-11EB-F9C2-B25EC78CCA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8" y="5035735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596B4D9D-1962-9920-7F5F-A7A616FD4C77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F83807D-037C-F9E0-B36F-4A6D1A028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04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
Slide footer goes here if required. Turn off globally using the Header/Footer function (under the Insert menu).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9C6D3AA-64FA-0831-23CB-EC52AFCF2099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00476" y="6347868"/>
            <a:ext cx="1017714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6152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8" y="5035735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lang="en-GB" sz="7000" b="0" i="0" kern="1200" spc="0" baseline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EA53A9D8-7E77-B7F4-501A-731F65EFB066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accent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9AA450-74CC-6E04-66DE-F7E1FFED1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
Slide footer goes here if required. Turn off globally using the Header/Footer function (under the Insert menu).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ABCDE75-A24F-32EE-F89B-F5AA42F6C4E6}"/>
              </a:ext>
            </a:extLst>
          </p:cNvPr>
          <p:cNvPicPr>
            <a:picLocks noChangeAspect="1"/>
          </p:cNvPicPr>
          <p:nvPr userDrawn="1"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00476" y="6347868"/>
            <a:ext cx="1017714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6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6859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1"/>
            <a:ext cx="11610516" cy="3943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1942" y="6433878"/>
            <a:ext cx="320674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71D9F931-ED36-50EC-E2EC-55287206CF4F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accent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8630E4-6781-8452-9C5A-7AE9368215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0612438" y="6396841"/>
            <a:ext cx="7874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6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730" r:id="rId2"/>
    <p:sldLayoutId id="2147483745" r:id="rId3"/>
    <p:sldLayoutId id="2147483746" r:id="rId4"/>
    <p:sldLayoutId id="2147483737" r:id="rId5"/>
    <p:sldLayoutId id="2147483682" r:id="rId6"/>
    <p:sldLayoutId id="2147483747" r:id="rId7"/>
    <p:sldLayoutId id="2147483748" r:id="rId8"/>
    <p:sldLayoutId id="2147483691" r:id="rId9"/>
    <p:sldLayoutId id="2147483742" r:id="rId10"/>
    <p:sldLayoutId id="2147483749" r:id="rId11"/>
    <p:sldLayoutId id="2147483692" r:id="rId12"/>
    <p:sldLayoutId id="2147483693" r:id="rId13"/>
    <p:sldLayoutId id="2147483689" r:id="rId14"/>
    <p:sldLayoutId id="2147483690" r:id="rId15"/>
    <p:sldLayoutId id="2147483750" r:id="rId16"/>
    <p:sldLayoutId id="2147483694" r:id="rId17"/>
    <p:sldLayoutId id="2147483696" r:id="rId18"/>
    <p:sldLayoutId id="2147483728" r:id="rId19"/>
    <p:sldLayoutId id="2147483743" r:id="rId20"/>
    <p:sldLayoutId id="2147483744" r:id="rId21"/>
    <p:sldLayoutId id="2147483732" r:id="rId22"/>
    <p:sldLayoutId id="2147483681" r:id="rId23"/>
    <p:sldLayoutId id="2147483683" r:id="rId24"/>
    <p:sldLayoutId id="2147483699" r:id="rId25"/>
    <p:sldLayoutId id="2147483710" r:id="rId26"/>
    <p:sldLayoutId id="2147483700" r:id="rId27"/>
    <p:sldLayoutId id="2147483711" r:id="rId28"/>
    <p:sldLayoutId id="2147483701" r:id="rId29"/>
    <p:sldLayoutId id="2147483722" r:id="rId30"/>
    <p:sldLayoutId id="2147483723" r:id="rId31"/>
    <p:sldLayoutId id="2147483716" r:id="rId32"/>
    <p:sldLayoutId id="2147483685" r:id="rId33"/>
    <p:sldLayoutId id="2147483686" r:id="rId34"/>
    <p:sldLayoutId id="2147483702" r:id="rId35"/>
    <p:sldLayoutId id="2147483703" r:id="rId36"/>
    <p:sldLayoutId id="2147483704" r:id="rId37"/>
    <p:sldLayoutId id="2147483727" r:id="rId38"/>
    <p:sldLayoutId id="2147483705" r:id="rId39"/>
    <p:sldLayoutId id="2147483706" r:id="rId40"/>
    <p:sldLayoutId id="2147483707" r:id="rId41"/>
    <p:sldLayoutId id="2147483708" r:id="rId42"/>
    <p:sldLayoutId id="2147483709" r:id="rId43"/>
    <p:sldLayoutId id="2147483725" r:id="rId44"/>
    <p:sldLayoutId id="2147483714" r:id="rId45"/>
    <p:sldLayoutId id="2147483715" r:id="rId46"/>
    <p:sldLayoutId id="2147483712" r:id="rId47"/>
    <p:sldLayoutId id="2147483739" r:id="rId48"/>
    <p:sldLayoutId id="2147483740" r:id="rId49"/>
    <p:sldLayoutId id="2147483741" r:id="rId50"/>
    <p:sldLayoutId id="2147483736" r:id="rId51"/>
    <p:sldLayoutId id="2147483688" r:id="rId52"/>
    <p:sldLayoutId id="2147483733" r:id="rId53"/>
    <p:sldLayoutId id="2147483751" r:id="rId54"/>
    <p:sldLayoutId id="2147483726" r:id="rId55"/>
    <p:sldLayoutId id="2147483729" r:id="rId56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8568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EC91AC-C302-AEC3-1CD4-A5616037B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6" y="262670"/>
            <a:ext cx="8676632" cy="3930563"/>
          </a:xfrm>
        </p:spPr>
        <p:txBody>
          <a:bodyPr>
            <a:normAutofit/>
          </a:bodyPr>
          <a:lstStyle/>
          <a:p>
            <a:r>
              <a:rPr lang="en-US" noProof="0" dirty="0"/>
              <a:t>Supply Chain Issue Compliance Report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86BEC38-9E71-C103-1617-B1156CA65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806" y="4889500"/>
            <a:ext cx="2795587" cy="865834"/>
          </a:xfrm>
        </p:spPr>
        <p:txBody>
          <a:bodyPr/>
          <a:lstStyle/>
          <a:p>
            <a:r>
              <a:rPr lang="en-US" dirty="0" err="1"/>
              <a:t>Supply Chain Operations &amp; Compliance</a:t>
            </a:r>
            <a:br>
              <a:rPr lang="en-US" dirty="0"/>
            </a:br>
            <a:r>
              <a:rPr lang="en-US" dirty="0"/>
              <a:t>Supply chain risk and FDA compliance review</a:t>
            </a:r>
          </a:p>
          <a:p>
            <a:r>
              <a:rPr lang="en-US" dirty="0"/>
              <a:t>June 25, 2026</a:t>
            </a:r>
            <a:br>
              <a:rPr lang="en-US" dirty="0"/>
            </a:br>
            <a:r>
              <a:rPr lang="en-US" dirty="0"/>
              <a:t>Based on 50 component and order records</a:t>
            </a:r>
          </a:p>
          <a:p>
            <a:r>
              <a:rPr lang="en-US" dirty="0"/>
              <a:t>Draft for stakeholder review</a:t>
            </a:r>
          </a:p>
        </p:txBody>
      </p:sp>
    </p:spTree>
    <p:extLst>
      <p:ext uri="{BB962C8B-B14F-4D97-AF65-F5344CB8AC3E}">
        <p14:creationId xmlns:p14="http://schemas.microsoft.com/office/powerpoint/2010/main" val="3179324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43777D-CF35-4B39-579A-74B33286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ym typeface="Arial" pitchFamily="-65" charset="0"/>
              </a:rPr>
              <a:t>Summary of key issues</a:t>
            </a:r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EEF438-F028-E5BB-44E2-F284B33F5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7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400" dirty="0">
                <a:solidFill>
                  <a:schemeClr val="accent1"/>
                </a:solidFill>
                <a:latin typeface="Johnson Display"/>
              </a:rPr>
              <a:t>11</a:t>
            </a:r>
          </a:p>
          <a:p>
            <a:r>
              <a:rPr lang="en-US" noProof="0" dirty="0"/>
              <a:t>Delayed components breach the 13.56-day delivery benchmark; three exceed 60 days. Target is fewer than 5 next cycle.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87B329-1CBF-7341-7763-8BC20273169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>
              <a:lnSpc>
                <a:spcPct val="7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400" dirty="0">
                <a:solidFill>
                  <a:schemeClr val="accent1"/>
                </a:solidFill>
                <a:latin typeface="Johnson Display"/>
              </a:rPr>
              <a:t>87.9%</a:t>
            </a:r>
          </a:p>
          <a:p>
            <a:r>
              <a:rPr lang="en-US" noProof="0" dirty="0"/>
              <a:t>Lowest supplier on-time rate (EcoSupply); PrimeLogistics close behind at 88.0%, both under the 95% goal.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31638B-7C24-E08F-6502-BB74601DEDB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>
              <a:lnSpc>
                <a:spcPct val="7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400" dirty="0">
                <a:solidFill>
                  <a:schemeClr val="accent1"/>
                </a:solidFill>
                <a:latin typeface="Johnson Display"/>
              </a:rPr>
              <a:t>26 days</a:t>
            </a:r>
          </a:p>
          <a:p>
            <a:r>
              <a:rPr lang="en-US" noProof="0" dirty="0"/>
              <a:t>Peak lead-time variance (BIND567); CARB123 and COAT890 also run high at 24 and 22 days.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8D4A7-FC71-6FA9-DA8D-E74F12F6215B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>
              <a:lnSpc>
                <a:spcPct val="7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400" dirty="0">
                <a:solidFill>
                  <a:schemeClr val="accent1"/>
                </a:solidFill>
                <a:latin typeface="Johnson Display"/>
              </a:rPr>
              <a:t>4</a:t>
            </a:r>
          </a:p>
          <a:p>
            <a:r>
              <a:rPr lang="en-US" noProof="0" dirty="0"/>
              <a:t>Most high-risk orders sit with RawMatPlus; EcoSupply and NextGen Pharma each carry three.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6D227B-03C2-CC73-24D7-4431512D3C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F4492CEA-B96C-7D4F-C8B9-7F5680DC5D3C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7D4AC-33A4-2F3E-79FB-35F5B01C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4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able Heading"/>
          <p:cNvSpPr txBox="1"/>
          <p:nvPr/>
        </p:nvSpPr>
        <p:spPr>
          <a:xfrm>
            <a:off x="288000" y="1306513"/>
            <a:ext cx="5600000" cy="38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  <a:latin typeface="Johnson Text"/>
              </a:rPr>
              <a:t>Supplier performance (averages)</a:t>
            </a:r>
          </a:p>
        </p:txBody>
      </p:sp>
      <p:graphicFrame>
        <p:nvGraphicFramePr>
          <p:cNvPr id="41" name="Supplier Performa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233865"/>
              </p:ext>
            </p:extLst>
          </p:nvPr>
        </p:nvGraphicFramePr>
        <p:xfrm>
          <a:off x="288000" y="1760000"/>
          <a:ext cx="5600000" cy="2930000"/>
        </p:xfrm>
        <a:graphic>
          <a:graphicData uri="http://schemas.openxmlformats.org/drawingml/2006/table">
            <a:tbl>
              <a:tblPr firstRow="1"/>
              <a:tblGrid>
                <a:gridCol w="17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Johnson Text"/>
                        </a:rPr>
                        <a:t>Supplier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EB17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Johnson Text"/>
                        </a:rPr>
                        <a:t>Orders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EB17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Johnson Text"/>
                        </a:rPr>
                        <a:t>On-time %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EB17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Johnson Text"/>
                        </a:rPr>
                        <a:t>Defect %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EB17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Johnson Text"/>
                        </a:rPr>
                        <a:t>High-risk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EB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Johnson Text"/>
                        </a:rPr>
                        <a:t>EcoSupply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10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87.9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2.5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3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Johnson Text"/>
                        </a:rPr>
                        <a:t>GlobalChem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1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9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1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90.9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1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2.6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1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0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1EF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Johnson Text"/>
                        </a:rPr>
                        <a:t>NextGen Pharma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11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91.6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2.2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3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Johnson Text"/>
                        </a:rPr>
                        <a:t>PrimeLogistics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1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7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1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88.0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1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2.9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1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2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1EF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Johnson Text"/>
                        </a:rPr>
                        <a:t>RawMatPlus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13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90.6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2.6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Johnson Text"/>
                        </a:rPr>
                        <a:t>4</a:t>
                      </a:r>
                    </a:p>
                  </a:txBody>
                  <a:tcPr marL="64008" marR="64008" marT="28004" marB="28004" anchor="ctr">
                    <a:lnL w="6350">
                      <a:solidFill>
                        <a:srgbClr val="A39992"/>
                      </a:solidFill>
                    </a:lnL>
                    <a:lnR w="6350">
                      <a:solidFill>
                        <a:srgbClr val="A39992"/>
                      </a:solidFill>
                    </a:lnR>
                    <a:lnT w="6350">
                      <a:solidFill>
                        <a:srgbClr val="A39992"/>
                      </a:solidFill>
                    </a:lnT>
                    <a:lnB w="6350">
                      <a:solidFill>
                        <a:srgbClr val="A3999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Chart Placeholder 10" descr="Example stacked column chart for styling guidance">
            <a:extLst>
              <a:ext uri="{FF2B5EF4-FFF2-40B4-BE49-F238E27FC236}">
                <a16:creationId xmlns:a16="http://schemas.microsoft.com/office/drawing/2014/main" id="{D26A86CC-5370-D96F-138E-A95EA95850B6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2902779355"/>
              </p:ext>
            </p:extLst>
          </p:nvPr>
        </p:nvGraphicFramePr>
        <p:xfrm>
          <a:off x="6165850" y="1306513"/>
          <a:ext cx="5737225" cy="4964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4004E2-7AC7-FF02-4EDC-FDFD822F5A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Source: Expanded Supply Chain Metrics (50 records)</a:t>
            </a:r>
          </a:p>
          <a:p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43777D-CF35-4B39-579A-74B33286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Arial" pitchFamily="-65" charset="0"/>
              </a:rPr>
              <a:t>Excel data analysis findings</a:t>
            </a:r>
            <a:endParaRPr lang="en-US" noProof="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BF234CD-FC77-66A7-3051-1870CB833A4F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9156A4-B2A0-E536-DAC0-C48DFA22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914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43777D-CF35-4B39-579A-74B33286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ym typeface="Arial" pitchFamily="-65" charset="0"/>
              </a:rPr>
              <a:t>Proposed solutions</a:t>
            </a:r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EEF438-F028-E5BB-44E2-F284B33F5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Expedite and recover</a:t>
            </a:r>
          </a:p>
          <a:p>
            <a:r>
              <a:rPr lang="en-US" noProof="0" dirty="0"/>
              <a:t>Prioritize expedited shipping for delayed components and build recovery plans for BIND567, CARB123 and COAT890.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87B329-1CBF-7341-7763-8BC20273169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b="1" noProof="0" dirty="0"/>
              <a:t>Buffer inventory</a:t>
            </a:r>
          </a:p>
          <a:p>
            <a:r>
              <a:rPr lang="en-US" noProof="0" dirty="0"/>
              <a:t>Reassess safety stock and reorder points to absorb delays without breaching production or compliance windows.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31638B-7C24-E08F-6502-BB74601DEDB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b="1" noProof="0" dirty="0"/>
              <a:t>Diversify supply</a:t>
            </a:r>
          </a:p>
          <a:p>
            <a:r>
              <a:rPr lang="en-US" noProof="0" dirty="0"/>
              <a:t>Qualify secondary suppliers and source alternative paths, starting with COAT890 from GlobalChem and other single-source risks.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8D4A7-FC71-6FA9-DA8D-E74F12F6215B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b="1" noProof="0" dirty="0"/>
              <a:t>Monitor and audit</a:t>
            </a:r>
          </a:p>
          <a:p>
            <a:r>
              <a:rPr lang="en-US" noProof="0" dirty="0"/>
              <a:t>Deploy AI-driven supply chain monitoring and run supplier audits to surface systemic issues early.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04EE34-AF07-208F-0FBD-B7DE25C499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75841D8-A0A9-7DB7-6551-267CA0084A8C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DD342-91CB-4917-7A28-512D8FC2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4</a:t>
            </a:fld>
            <a:endParaRPr lang="en-GB"/>
          </a:p>
        </p:txBody>
      </p:sp>
      <p:pic>
        <p:nvPicPr>
          <p:cNvPr id="60" name="Icon Exped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154" y="1180000"/>
            <a:ext cx="520000" cy="520000"/>
          </a:xfrm>
          <a:prstGeom prst="rect">
            <a:avLst/>
          </a:prstGeom>
        </p:spPr>
      </p:pic>
      <p:pic>
        <p:nvPicPr>
          <p:cNvPr id="61" name="Icon Diversif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572" y="1180000"/>
            <a:ext cx="520000" cy="520000"/>
          </a:xfrm>
          <a:prstGeom prst="rect">
            <a:avLst/>
          </a:prstGeom>
        </p:spPr>
      </p:pic>
      <p:pic>
        <p:nvPicPr>
          <p:cNvPr id="62" name="Icon Buff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646" y="1180000"/>
            <a:ext cx="520000" cy="520000"/>
          </a:xfrm>
          <a:prstGeom prst="rect">
            <a:avLst/>
          </a:prstGeom>
        </p:spPr>
      </p:pic>
      <p:pic>
        <p:nvPicPr>
          <p:cNvPr id="63" name="Icon Moni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2106" y="1180000"/>
            <a:ext cx="520000" cy="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03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43777D-CF35-4B39-579A-74B33286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ym typeface="Arial" pitchFamily="-65" charset="0"/>
              </a:rPr>
              <a:t>Implementation plan</a:t>
            </a:r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EEF438-F028-E5BB-44E2-F284B33F5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Immediate – 0 to 1 week</a:t>
            </a:r>
          </a:p>
          <a:p>
            <a:pPr lvl="1"/>
            <a:r>
              <a:rPr lang="en-US" noProof="0" dirty="0"/>
              <a:t>Notify suppliers and request expedited shipping options.</a:t>
            </a:r>
          </a:p>
          <a:p>
            <a:pPr lvl="1"/>
            <a:r>
              <a:rPr lang="en-US" noProof="0" dirty="0"/>
              <a:t>Run a rapid risk assessment of alternative suppliers.</a:t>
            </a:r>
          </a:p>
          <a:p>
            <a:pPr lvl="1"/>
            <a:r>
              <a:rPr lang="en-US" noProof="0" dirty="0"/>
              <a:t>Adjust production schedules within compliance windows.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87B329-1CBF-7341-7763-8BC20273169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b="1" noProof="0" dirty="0"/>
              <a:t>Short-term – 1 to 3 weeks</a:t>
            </a:r>
          </a:p>
          <a:p>
            <a:pPr lvl="1"/>
            <a:r>
              <a:rPr lang="en-US" noProof="0" dirty="0"/>
              <a:t>Refine delivery schedules to cut lead-time variance.</a:t>
            </a:r>
          </a:p>
          <a:p>
            <a:pPr lvl="1"/>
            <a:r>
              <a:rPr lang="en-US" noProof="0" dirty="0"/>
              <a:t>Update safety-stock and inventory protocols.</a:t>
            </a:r>
            <a:endParaRPr lang="en-US" dirty="0"/>
          </a:p>
          <a:p>
            <a:pPr lvl="1"/>
            <a:r>
              <a:rPr lang="en-US" noProof="0" dirty="0"/>
              <a:t>Prepare compliance documentation for delays.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ECBD382-409B-E13D-86B7-C21B40FAB25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b="1" noProof="0" dirty="0"/>
              <a:t>Long-term – 1 to 3 months</a:t>
            </a:r>
          </a:p>
          <a:p>
            <a:pPr lvl="1"/>
            <a:r>
              <a:rPr lang="en-US" noProof="0" dirty="0"/>
              <a:t>Evaluate suppliers for long-term partnerships.</a:t>
            </a:r>
          </a:p>
          <a:p>
            <a:pPr lvl="1"/>
            <a:r>
              <a:rPr lang="en-US" noProof="0" dirty="0"/>
              <a:t>Deploy predictive supply chain analytics.</a:t>
            </a:r>
            <a:endParaRPr lang="en-US" dirty="0"/>
          </a:p>
          <a:p>
            <a:pPr lvl="1"/>
            <a:r>
              <a:rPr lang="en-US" noProof="0" dirty="0"/>
              <a:t>Establish contingency agreements with secondary suppliers.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5C01DC-EBC0-1956-5512-38BC330CAD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CC91DD5-6A84-506C-3747-2B73AF14C234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93B16-81D8-49CC-FA25-0A5573866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5</a:t>
            </a:fld>
            <a:endParaRPr lang="en-GB"/>
          </a:p>
        </p:txBody>
      </p:sp>
      <p:pic>
        <p:nvPicPr>
          <p:cNvPr id="60" name="Icon Immedi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98" y="1180000"/>
            <a:ext cx="520000" cy="520000"/>
          </a:xfrm>
          <a:prstGeom prst="rect">
            <a:avLst/>
          </a:prstGeom>
        </p:spPr>
      </p:pic>
      <p:pic>
        <p:nvPicPr>
          <p:cNvPr id="61" name="Icon Sho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437" y="1180000"/>
            <a:ext cx="520000" cy="520000"/>
          </a:xfrm>
          <a:prstGeom prst="rect">
            <a:avLst/>
          </a:prstGeom>
        </p:spPr>
      </p:pic>
      <p:pic>
        <p:nvPicPr>
          <p:cNvPr id="62" name="Icon Lo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101" y="1180000"/>
            <a:ext cx="520000" cy="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60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EC1A2D-BA44-5F1F-D830-22A2FF8F1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/>
          <a:lstStyle/>
          <a:p>
            <a:r>
              <a:rPr lang="en-US" noProof="0" dirty="0"/>
              <a:t>Thank you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8A1516-4E09-4EE4-6EB1-A54831B0BC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338" y="5035735"/>
            <a:ext cx="2795587" cy="717180"/>
          </a:xfrm>
        </p:spPr>
        <p:txBody>
          <a:bodyPr/>
          <a:lstStyle/>
          <a:p>
            <a:r>
              <a:rPr lang="en-GB" dirty="0"/>
              <a:t>Questions on this report can be directed to:</a:t>
            </a:r>
          </a:p>
          <a:p>
            <a:r>
              <a:rPr lang="en-US" dirty="0"/>
              <a:t>Supply Chain Compliance Team</a:t>
            </a:r>
            <a:br>
              <a:rPr lang="en-US" dirty="0"/>
            </a:br>
            <a:r>
              <a:rPr lang="en-US" dirty="0"/>
              <a:t>supplychain.compliance@jnj.com</a:t>
            </a:r>
          </a:p>
        </p:txBody>
      </p:sp>
    </p:spTree>
    <p:extLst>
      <p:ext uri="{BB962C8B-B14F-4D97-AF65-F5344CB8AC3E}">
        <p14:creationId xmlns:p14="http://schemas.microsoft.com/office/powerpoint/2010/main" val="827589322"/>
      </p:ext>
    </p:extLst>
  </p:cSld>
  <p:clrMapOvr>
    <a:masterClrMapping/>
  </p:clrMapOvr>
</p:sld>
</file>

<file path=ppt/theme/theme1.xml><?xml version="1.0" encoding="utf-8"?>
<a:theme xmlns:a="http://schemas.openxmlformats.org/drawingml/2006/main" name="Johnson and Johnson: Innovation">
  <a:themeElements>
    <a:clrScheme name="JNJ">
      <a:dk1>
        <a:srgbClr val="000000"/>
      </a:dk1>
      <a:lt1>
        <a:srgbClr val="FFFFFF"/>
      </a:lt1>
      <a:dk2>
        <a:srgbClr val="F1EFED"/>
      </a:dk2>
      <a:lt2>
        <a:srgbClr val="6E6159"/>
      </a:lt2>
      <a:accent1>
        <a:srgbClr val="EB1700"/>
      </a:accent1>
      <a:accent2>
        <a:srgbClr val="D5CFC9"/>
      </a:accent2>
      <a:accent3>
        <a:srgbClr val="000000"/>
      </a:accent3>
      <a:accent4>
        <a:srgbClr val="A39992"/>
      </a:accent4>
      <a:accent5>
        <a:srgbClr val="69D0FF"/>
      </a:accent5>
      <a:accent6>
        <a:srgbClr val="004585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J_Innovation_PPT_Template_V4" id="{32D07478-A2A0-ED4D-9280-B8A63A9615C5}" vid="{C22F6154-032D-224D-BFC7-422C9AB85B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615</Words>
  <Application>Microsoft Office PowerPoint</Application>
  <PresentationFormat>Widescreen</PresentationFormat>
  <Paragraphs>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Johnson Text</vt:lpstr>
      <vt:lpstr>Arial</vt:lpstr>
      <vt:lpstr>Johnson Display</vt:lpstr>
      <vt:lpstr>Johnson and Johnson: Innovation</vt:lpstr>
      <vt:lpstr>Supply Chain Issue Compliance Report </vt:lpstr>
      <vt:lpstr>Summary of key issues</vt:lpstr>
      <vt:lpstr>Excel data analysis findings</vt:lpstr>
      <vt:lpstr>Proposed solutions</vt:lpstr>
      <vt:lpstr>Implementation plan</vt:lpstr>
      <vt:lpstr>Thank you</vt:lpstr>
    </vt:vector>
  </TitlesOfParts>
  <Company>JnJ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Quiros, Virginia [JANUS]</dc:creator>
  <cp:lastModifiedBy>Quiros, Virginia [JANUS]</cp:lastModifiedBy>
  <cp:revision>1</cp:revision>
  <dcterms:created xsi:type="dcterms:W3CDTF">2026-06-25T17:43:17Z</dcterms:created>
  <dcterms:modified xsi:type="dcterms:W3CDTF">2026-06-25T23:46:06Z</dcterms:modified>
</cp:coreProperties>
</file>